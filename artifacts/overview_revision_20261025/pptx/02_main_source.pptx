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58" r:id="rId3"/>
    <p:sldId id="256" r:id="rId4"/>
  </p:sldIdLst>
  <p:sldSz cx="23399750" cy="107997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60A9"/>
    <a:srgbClr val="2F3746"/>
    <a:srgbClr val="3B7FA6"/>
    <a:srgbClr val="3E8790"/>
    <a:srgbClr val="B96D5B"/>
    <a:srgbClr val="3B7FA5"/>
    <a:srgbClr val="468971"/>
    <a:srgbClr val="A98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75"/>
  </p:normalViewPr>
  <p:slideViewPr>
    <p:cSldViewPr snapToGrid="0">
      <p:cViewPr>
        <p:scale>
          <a:sx n="54" d="100"/>
          <a:sy n="54" d="100"/>
        </p:scale>
        <p:origin x="154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04CF2-E642-5D43-A967-BF303C7D8AD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3B83A-0C1C-3841-B707-276CC94DF1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117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" y="1143000"/>
            <a:ext cx="66865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581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" y="1143000"/>
            <a:ext cx="66865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7840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" y="1143000"/>
            <a:ext cx="66865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81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jpe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e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e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5.png"/><Relationship Id="rId3" Type="http://schemas.openxmlformats.org/officeDocument/2006/relationships/image" Target="../media/image51.png"/><Relationship Id="rId21" Type="http://schemas.openxmlformats.org/officeDocument/2006/relationships/image" Target="../media/image68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56A2104B-14F8-C7F7-A3B1-04C0A28E39C5}"/>
              </a:ext>
            </a:extLst>
          </p:cNvPr>
          <p:cNvGrpSpPr/>
          <p:nvPr/>
        </p:nvGrpSpPr>
        <p:grpSpPr>
          <a:xfrm>
            <a:off x="520910" y="238539"/>
            <a:ext cx="22357930" cy="10561224"/>
            <a:chOff x="460374" y="1120275"/>
            <a:chExt cx="22357930" cy="8611801"/>
          </a:xfrm>
        </p:grpSpPr>
        <p:sp>
          <p:nvSpPr>
            <p:cNvPr id="2" name="Path 2"/>
            <p:cNvSpPr/>
            <p:nvPr/>
          </p:nvSpPr>
          <p:spPr>
            <a:xfrm>
              <a:off x="495253" y="1210615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Line 3"/>
            <p:cNvSpPr/>
            <p:nvPr/>
          </p:nvSpPr>
          <p:spPr>
            <a:xfrm flipV="1">
              <a:off x="1403349" y="4043744"/>
              <a:ext cx="1866900" cy="22029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Line 4"/>
            <p:cNvSpPr/>
            <p:nvPr/>
          </p:nvSpPr>
          <p:spPr>
            <a:xfrm flipV="1">
              <a:off x="1031875" y="3481769"/>
              <a:ext cx="2962275" cy="34954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Line 5"/>
            <p:cNvSpPr/>
            <p:nvPr/>
          </p:nvSpPr>
          <p:spPr>
            <a:xfrm flipV="1">
              <a:off x="822324" y="3110865"/>
              <a:ext cx="3733800" cy="44058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Line 6"/>
            <p:cNvSpPr/>
            <p:nvPr/>
          </p:nvSpPr>
          <p:spPr>
            <a:xfrm flipV="1">
              <a:off x="679449" y="2829879"/>
              <a:ext cx="4362450" cy="5147691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Line 7"/>
            <p:cNvSpPr/>
            <p:nvPr/>
          </p:nvSpPr>
          <p:spPr>
            <a:xfrm flipV="1">
              <a:off x="584200" y="2593848"/>
              <a:ext cx="4905375" cy="57883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Line 8"/>
            <p:cNvSpPr/>
            <p:nvPr/>
          </p:nvSpPr>
          <p:spPr>
            <a:xfrm flipV="1">
              <a:off x="527049" y="2402777"/>
              <a:ext cx="5372100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Line 9"/>
            <p:cNvSpPr/>
            <p:nvPr/>
          </p:nvSpPr>
          <p:spPr>
            <a:xfrm flipV="1">
              <a:off x="488950" y="2234185"/>
              <a:ext cx="5800725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469899" y="2088072"/>
              <a:ext cx="6191250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Line 11"/>
            <p:cNvSpPr/>
            <p:nvPr/>
          </p:nvSpPr>
          <p:spPr>
            <a:xfrm flipV="1">
              <a:off x="517525" y="1953197"/>
              <a:ext cx="6505575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Line 12"/>
            <p:cNvSpPr/>
            <p:nvPr/>
          </p:nvSpPr>
          <p:spPr>
            <a:xfrm flipV="1">
              <a:off x="765174" y="1852041"/>
              <a:ext cx="6591300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Line 13"/>
            <p:cNvSpPr/>
            <p:nvPr/>
          </p:nvSpPr>
          <p:spPr>
            <a:xfrm flipV="1">
              <a:off x="1012825" y="1750887"/>
              <a:ext cx="6677025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Line 14"/>
            <p:cNvSpPr/>
            <p:nvPr/>
          </p:nvSpPr>
          <p:spPr>
            <a:xfrm flipV="1">
              <a:off x="1260475" y="1660971"/>
              <a:ext cx="6753225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Line 15"/>
            <p:cNvSpPr/>
            <p:nvPr/>
          </p:nvSpPr>
          <p:spPr>
            <a:xfrm flipV="1">
              <a:off x="1508124" y="1582293"/>
              <a:ext cx="6819900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Line 16"/>
            <p:cNvSpPr/>
            <p:nvPr/>
          </p:nvSpPr>
          <p:spPr>
            <a:xfrm flipV="1">
              <a:off x="1755774" y="1514857"/>
              <a:ext cx="6877050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Line 17"/>
            <p:cNvSpPr/>
            <p:nvPr/>
          </p:nvSpPr>
          <p:spPr>
            <a:xfrm flipV="1">
              <a:off x="2003425" y="1458659"/>
              <a:ext cx="6924675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Line 18"/>
            <p:cNvSpPr/>
            <p:nvPr/>
          </p:nvSpPr>
          <p:spPr>
            <a:xfrm flipV="1">
              <a:off x="2251074" y="1402461"/>
              <a:ext cx="6972300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Line 19"/>
            <p:cNvSpPr/>
            <p:nvPr/>
          </p:nvSpPr>
          <p:spPr>
            <a:xfrm flipV="1">
              <a:off x="2498724" y="1357503"/>
              <a:ext cx="7010400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Line 20"/>
            <p:cNvSpPr/>
            <p:nvPr/>
          </p:nvSpPr>
          <p:spPr>
            <a:xfrm flipV="1">
              <a:off x="2746375" y="1323785"/>
              <a:ext cx="7038975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Line 21"/>
            <p:cNvSpPr/>
            <p:nvPr/>
          </p:nvSpPr>
          <p:spPr>
            <a:xfrm flipV="1">
              <a:off x="2994024" y="1290067"/>
              <a:ext cx="7067550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Line 22"/>
            <p:cNvSpPr/>
            <p:nvPr/>
          </p:nvSpPr>
          <p:spPr>
            <a:xfrm flipV="1">
              <a:off x="3241674" y="1267587"/>
              <a:ext cx="708660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Line 23"/>
            <p:cNvSpPr/>
            <p:nvPr/>
          </p:nvSpPr>
          <p:spPr>
            <a:xfrm flipV="1">
              <a:off x="3489324" y="1245109"/>
              <a:ext cx="710565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Line 24"/>
            <p:cNvSpPr/>
            <p:nvPr/>
          </p:nvSpPr>
          <p:spPr>
            <a:xfrm flipV="1">
              <a:off x="3736974" y="1222629"/>
              <a:ext cx="7124700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Line 25"/>
            <p:cNvSpPr/>
            <p:nvPr/>
          </p:nvSpPr>
          <p:spPr>
            <a:xfrm flipV="1">
              <a:off x="398462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Line 26"/>
            <p:cNvSpPr/>
            <p:nvPr/>
          </p:nvSpPr>
          <p:spPr>
            <a:xfrm flipV="1">
              <a:off x="423227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Line 27"/>
            <p:cNvSpPr/>
            <p:nvPr/>
          </p:nvSpPr>
          <p:spPr>
            <a:xfrm flipV="1">
              <a:off x="4479925" y="1211391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ath 39"/>
            <p:cNvSpPr/>
            <p:nvPr/>
          </p:nvSpPr>
          <p:spPr>
            <a:xfrm>
              <a:off x="4708524" y="4410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ath 40"/>
            <p:cNvSpPr/>
            <p:nvPr/>
          </p:nvSpPr>
          <p:spPr>
            <a:xfrm>
              <a:off x="7756524" y="6686551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>
              <a:endParaRPr dirty="0">
                <a:latin typeface="Comic Sans MS" panose="030F0902030302020204" pitchFamily="66" charset="0"/>
              </a:endParaRPr>
            </a:p>
          </p:txBody>
        </p:sp>
        <p:sp>
          <p:nvSpPr>
            <p:cNvPr id="41" name="Path 41"/>
            <p:cNvSpPr/>
            <p:nvPr/>
          </p:nvSpPr>
          <p:spPr>
            <a:xfrm>
              <a:off x="9747250" y="8191501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42" name="Path 42"/>
            <p:cNvSpPr/>
            <p:nvPr/>
          </p:nvSpPr>
          <p:spPr>
            <a:xfrm>
              <a:off x="460374" y="1200151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ath 43"/>
            <p:cNvSpPr/>
            <p:nvPr/>
          </p:nvSpPr>
          <p:spPr>
            <a:xfrm>
              <a:off x="4708524" y="4410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9050">
              <a:solidFill>
                <a:srgbClr val="8AB2CC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ath 44"/>
            <p:cNvSpPr/>
            <p:nvPr/>
          </p:nvSpPr>
          <p:spPr>
            <a:xfrm>
              <a:off x="7756524" y="6686551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25400">
              <a:solidFill>
                <a:srgbClr val="CDA16B"/>
              </a:solidFill>
              <a:prstDash val="dash"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45" name="Path 45"/>
            <p:cNvSpPr/>
            <p:nvPr/>
          </p:nvSpPr>
          <p:spPr>
            <a:xfrm>
              <a:off x="9747250" y="8191501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38100">
              <a:solidFill>
                <a:srgbClr val="727783"/>
              </a:solidFill>
              <a:prstDash val="dash"/>
            </a:ln>
          </p:spPr>
          <p:txBody>
            <a:bodyPr/>
            <a:lstStyle/>
            <a:p>
              <a:endParaRPr dirty="0">
                <a:latin typeface="Comic Sans MS" panose="030F0902030302020204" pitchFamily="66" charset="0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 flipH="1" flipV="1">
              <a:off x="727074" y="7826501"/>
              <a:ext cx="7115175" cy="1211719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Line 50"/>
            <p:cNvSpPr/>
            <p:nvPr/>
          </p:nvSpPr>
          <p:spPr>
            <a:xfrm flipH="1" flipV="1">
              <a:off x="1606470" y="5961831"/>
              <a:ext cx="6469622" cy="238209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Line 51"/>
            <p:cNvSpPr/>
            <p:nvPr/>
          </p:nvSpPr>
          <p:spPr>
            <a:xfrm flipH="1" flipV="1">
              <a:off x="3232148" y="4081608"/>
              <a:ext cx="5395905" cy="3693470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Line 53"/>
            <p:cNvSpPr/>
            <p:nvPr/>
          </p:nvSpPr>
          <p:spPr>
            <a:xfrm flipH="1" flipV="1">
              <a:off x="5313997" y="2645973"/>
              <a:ext cx="3934505" cy="4648572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5394326" y="893723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Interface</a:t>
              </a:r>
            </a:p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</a:t>
              </a:r>
              <a:r>
                <a:rPr lang="zh-CN" altLang="en-US" sz="2000" dirty="0">
                  <a:solidFill>
                    <a:srgbClr val="A9803E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 </a:t>
              </a:r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Interaction</a:t>
              </a:r>
              <a:endParaRPr lang="zh-CN" altLang="en-US" sz="2000" dirty="0">
                <a:solidFill>
                  <a:srgbClr val="A9803E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54" name="TextBox 154"/>
            <p:cNvSpPr txBox="1"/>
            <p:nvPr/>
          </p:nvSpPr>
          <p:spPr>
            <a:xfrm rot="996682">
              <a:off x="5720798" y="7963895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Memory</a:t>
              </a:r>
            </a:p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</a:t>
              </a:r>
              <a:r>
                <a:rPr lang="zh-CN" altLang="en-US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 </a:t>
              </a:r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Context</a:t>
              </a:r>
              <a:endParaRPr lang="zh-CN" altLang="en-US" sz="2000" dirty="0">
                <a:solidFill>
                  <a:srgbClr val="468971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55" name="TextBox 155"/>
            <p:cNvSpPr txBox="1"/>
            <p:nvPr/>
          </p:nvSpPr>
          <p:spPr>
            <a:xfrm rot="1741936">
              <a:off x="6206265" y="7087472"/>
              <a:ext cx="194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3B7FA5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Tools</a:t>
              </a:r>
            </a:p>
            <a:p>
              <a:pPr algn="ctr"/>
              <a:r>
                <a:rPr lang="en-US" altLang="zh-CN" sz="2000" dirty="0">
                  <a:solidFill>
                    <a:srgbClr val="3B7FA5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</a:t>
              </a:r>
              <a:r>
                <a:rPr lang="zh-CN" altLang="en-US" sz="2000" dirty="0">
                  <a:solidFill>
                    <a:srgbClr val="3B7FA5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 </a:t>
              </a:r>
              <a:r>
                <a:rPr lang="en-US" altLang="zh-CN" sz="2000" dirty="0">
                  <a:solidFill>
                    <a:srgbClr val="3B7FA5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Execution</a:t>
              </a:r>
              <a:endParaRPr lang="zh-CN" altLang="en-US" sz="2000" dirty="0">
                <a:solidFill>
                  <a:srgbClr val="3B7FA5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57" name="TextBox 157"/>
            <p:cNvSpPr txBox="1"/>
            <p:nvPr/>
          </p:nvSpPr>
          <p:spPr>
            <a:xfrm rot="2352642">
              <a:off x="7132311" y="6276388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Planning</a:t>
              </a:r>
            </a:p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 Orchestration</a:t>
              </a:r>
              <a:endParaRPr lang="zh-CN" altLang="en-US" sz="2000" dirty="0">
                <a:solidFill>
                  <a:srgbClr val="8A60A9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58" name="TextBox 158"/>
            <p:cNvSpPr txBox="1"/>
            <p:nvPr/>
          </p:nvSpPr>
          <p:spPr>
            <a:xfrm rot="3410984">
              <a:off x="8091142" y="5717144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3E8790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Optimization</a:t>
              </a:r>
            </a:p>
            <a:p>
              <a:pPr algn="ctr"/>
              <a:r>
                <a:rPr lang="en-US" altLang="zh-CN" sz="2000" dirty="0">
                  <a:solidFill>
                    <a:srgbClr val="3E8790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 Evolution</a:t>
              </a:r>
              <a:endParaRPr lang="zh-CN" altLang="en-US" sz="2000" dirty="0">
                <a:solidFill>
                  <a:srgbClr val="3E879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963" name="Path 2">
              <a:extLst>
                <a:ext uri="{FF2B5EF4-FFF2-40B4-BE49-F238E27FC236}">
                  <a16:creationId xmlns:a16="http://schemas.microsoft.com/office/drawing/2014/main" id="{8DE7A1E4-7FA2-AC0C-A549-C7EA2FB2D229}"/>
                </a:ext>
              </a:extLst>
            </p:cNvPr>
            <p:cNvSpPr/>
            <p:nvPr/>
          </p:nvSpPr>
          <p:spPr>
            <a:xfrm flipH="1">
              <a:off x="11627013" y="1196604"/>
              <a:ext cx="11182051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Line 8">
              <a:extLst>
                <a:ext uri="{FF2B5EF4-FFF2-40B4-BE49-F238E27FC236}">
                  <a16:creationId xmlns:a16="http://schemas.microsoft.com/office/drawing/2014/main" id="{953AB6BC-71B9-3420-D545-FCA7855E06E2}"/>
                </a:ext>
              </a:extLst>
            </p:cNvPr>
            <p:cNvSpPr/>
            <p:nvPr/>
          </p:nvSpPr>
          <p:spPr>
            <a:xfrm flipH="1" flipV="1">
              <a:off x="17379675" y="2398642"/>
              <a:ext cx="5371956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Line 9">
              <a:extLst>
                <a:ext uri="{FF2B5EF4-FFF2-40B4-BE49-F238E27FC236}">
                  <a16:creationId xmlns:a16="http://schemas.microsoft.com/office/drawing/2014/main" id="{2EA5E771-D92A-147A-1793-C1DBC1B95F5A}"/>
                </a:ext>
              </a:extLst>
            </p:cNvPr>
            <p:cNvSpPr/>
            <p:nvPr/>
          </p:nvSpPr>
          <p:spPr>
            <a:xfrm flipH="1" flipV="1">
              <a:off x="16989159" y="2230050"/>
              <a:ext cx="5800570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Line 10">
              <a:extLst>
                <a:ext uri="{FF2B5EF4-FFF2-40B4-BE49-F238E27FC236}">
                  <a16:creationId xmlns:a16="http://schemas.microsoft.com/office/drawing/2014/main" id="{67627B7D-5BA4-B479-22CA-3181335AEF9E}"/>
                </a:ext>
              </a:extLst>
            </p:cNvPr>
            <p:cNvSpPr/>
            <p:nvPr/>
          </p:nvSpPr>
          <p:spPr>
            <a:xfrm flipH="1" flipV="1">
              <a:off x="16617695" y="2083937"/>
              <a:ext cx="6191084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Line 11">
              <a:extLst>
                <a:ext uri="{FF2B5EF4-FFF2-40B4-BE49-F238E27FC236}">
                  <a16:creationId xmlns:a16="http://schemas.microsoft.com/office/drawing/2014/main" id="{061AB707-BC04-C938-1111-0F6D86831A80}"/>
                </a:ext>
              </a:extLst>
            </p:cNvPr>
            <p:cNvSpPr/>
            <p:nvPr/>
          </p:nvSpPr>
          <p:spPr>
            <a:xfrm flipH="1" flipV="1">
              <a:off x="16255754" y="1949062"/>
              <a:ext cx="6505401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Line 12">
              <a:extLst>
                <a:ext uri="{FF2B5EF4-FFF2-40B4-BE49-F238E27FC236}">
                  <a16:creationId xmlns:a16="http://schemas.microsoft.com/office/drawing/2014/main" id="{4C71A988-DEF0-D25B-1724-F12E72A84965}"/>
                </a:ext>
              </a:extLst>
            </p:cNvPr>
            <p:cNvSpPr/>
            <p:nvPr/>
          </p:nvSpPr>
          <p:spPr>
            <a:xfrm flipH="1" flipV="1">
              <a:off x="15922389" y="1847906"/>
              <a:ext cx="6591123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Line 13">
              <a:extLst>
                <a:ext uri="{FF2B5EF4-FFF2-40B4-BE49-F238E27FC236}">
                  <a16:creationId xmlns:a16="http://schemas.microsoft.com/office/drawing/2014/main" id="{7EE02606-8E3F-7FA2-F1EA-64047B92D65A}"/>
                </a:ext>
              </a:extLst>
            </p:cNvPr>
            <p:cNvSpPr/>
            <p:nvPr/>
          </p:nvSpPr>
          <p:spPr>
            <a:xfrm flipH="1" flipV="1">
              <a:off x="15589022" y="1746752"/>
              <a:ext cx="6676846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Line 14">
              <a:extLst>
                <a:ext uri="{FF2B5EF4-FFF2-40B4-BE49-F238E27FC236}">
                  <a16:creationId xmlns:a16="http://schemas.microsoft.com/office/drawing/2014/main" id="{7926A3CC-CF0B-7416-A14C-DCF5518EF05D}"/>
                </a:ext>
              </a:extLst>
            </p:cNvPr>
            <p:cNvSpPr/>
            <p:nvPr/>
          </p:nvSpPr>
          <p:spPr>
            <a:xfrm flipH="1" flipV="1">
              <a:off x="15265180" y="1656836"/>
              <a:ext cx="6753044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Line 15">
              <a:extLst>
                <a:ext uri="{FF2B5EF4-FFF2-40B4-BE49-F238E27FC236}">
                  <a16:creationId xmlns:a16="http://schemas.microsoft.com/office/drawing/2014/main" id="{FBEB0021-0632-2870-9A9D-22681D9414BE}"/>
                </a:ext>
              </a:extLst>
            </p:cNvPr>
            <p:cNvSpPr/>
            <p:nvPr/>
          </p:nvSpPr>
          <p:spPr>
            <a:xfrm flipH="1" flipV="1">
              <a:off x="14950865" y="1578158"/>
              <a:ext cx="6819717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Line 16">
              <a:extLst>
                <a:ext uri="{FF2B5EF4-FFF2-40B4-BE49-F238E27FC236}">
                  <a16:creationId xmlns:a16="http://schemas.microsoft.com/office/drawing/2014/main" id="{F01E11ED-5457-3F08-4392-67F12F3ACF16}"/>
                </a:ext>
              </a:extLst>
            </p:cNvPr>
            <p:cNvSpPr/>
            <p:nvPr/>
          </p:nvSpPr>
          <p:spPr>
            <a:xfrm flipH="1" flipV="1">
              <a:off x="14646073" y="1510722"/>
              <a:ext cx="6876866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Line 17">
              <a:extLst>
                <a:ext uri="{FF2B5EF4-FFF2-40B4-BE49-F238E27FC236}">
                  <a16:creationId xmlns:a16="http://schemas.microsoft.com/office/drawing/2014/main" id="{CC94D37D-A81B-A880-714A-9A838ED7A2C0}"/>
                </a:ext>
              </a:extLst>
            </p:cNvPr>
            <p:cNvSpPr/>
            <p:nvPr/>
          </p:nvSpPr>
          <p:spPr>
            <a:xfrm flipH="1" flipV="1">
              <a:off x="14350805" y="1454524"/>
              <a:ext cx="6924490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Line 18">
              <a:extLst>
                <a:ext uri="{FF2B5EF4-FFF2-40B4-BE49-F238E27FC236}">
                  <a16:creationId xmlns:a16="http://schemas.microsoft.com/office/drawing/2014/main" id="{80DA48A2-3A39-6FA0-D4B5-4C25EFFBBC44}"/>
                </a:ext>
              </a:extLst>
            </p:cNvPr>
            <p:cNvSpPr/>
            <p:nvPr/>
          </p:nvSpPr>
          <p:spPr>
            <a:xfrm flipH="1" flipV="1">
              <a:off x="14055539" y="1398326"/>
              <a:ext cx="6972113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Line 19">
              <a:extLst>
                <a:ext uri="{FF2B5EF4-FFF2-40B4-BE49-F238E27FC236}">
                  <a16:creationId xmlns:a16="http://schemas.microsoft.com/office/drawing/2014/main" id="{95C8ED47-441A-A289-A3EC-B24031DD35E6}"/>
                </a:ext>
              </a:extLst>
            </p:cNvPr>
            <p:cNvSpPr/>
            <p:nvPr/>
          </p:nvSpPr>
          <p:spPr>
            <a:xfrm flipH="1" flipV="1">
              <a:off x="13749918" y="1353368"/>
              <a:ext cx="7010212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Line 20">
              <a:extLst>
                <a:ext uri="{FF2B5EF4-FFF2-40B4-BE49-F238E27FC236}">
                  <a16:creationId xmlns:a16="http://schemas.microsoft.com/office/drawing/2014/main" id="{3C08935D-1D91-6B5E-10C8-CFDDF225E849}"/>
                </a:ext>
              </a:extLst>
            </p:cNvPr>
            <p:cNvSpPr/>
            <p:nvPr/>
          </p:nvSpPr>
          <p:spPr>
            <a:xfrm flipH="1" flipV="1">
              <a:off x="13493578" y="1319650"/>
              <a:ext cx="7038786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Line 21">
              <a:extLst>
                <a:ext uri="{FF2B5EF4-FFF2-40B4-BE49-F238E27FC236}">
                  <a16:creationId xmlns:a16="http://schemas.microsoft.com/office/drawing/2014/main" id="{24F69086-2583-A72C-EB41-96BDC191CDD8}"/>
                </a:ext>
              </a:extLst>
            </p:cNvPr>
            <p:cNvSpPr/>
            <p:nvPr/>
          </p:nvSpPr>
          <p:spPr>
            <a:xfrm flipH="1" flipV="1">
              <a:off x="13217361" y="1285932"/>
              <a:ext cx="7067361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Line 22">
              <a:extLst>
                <a:ext uri="{FF2B5EF4-FFF2-40B4-BE49-F238E27FC236}">
                  <a16:creationId xmlns:a16="http://schemas.microsoft.com/office/drawing/2014/main" id="{CDD05BC3-AE48-1067-B9B5-588EA85A9650}"/>
                </a:ext>
              </a:extLst>
            </p:cNvPr>
            <p:cNvSpPr/>
            <p:nvPr/>
          </p:nvSpPr>
          <p:spPr>
            <a:xfrm flipH="1" flipV="1">
              <a:off x="12950668" y="1263452"/>
              <a:ext cx="708641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Line 23">
              <a:extLst>
                <a:ext uri="{FF2B5EF4-FFF2-40B4-BE49-F238E27FC236}">
                  <a16:creationId xmlns:a16="http://schemas.microsoft.com/office/drawing/2014/main" id="{AE724076-3578-4E56-1945-B8E1F4D9D7C3}"/>
                </a:ext>
              </a:extLst>
            </p:cNvPr>
            <p:cNvSpPr/>
            <p:nvPr/>
          </p:nvSpPr>
          <p:spPr>
            <a:xfrm flipH="1" flipV="1">
              <a:off x="12683975" y="1240974"/>
              <a:ext cx="710546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Line 24">
              <a:extLst>
                <a:ext uri="{FF2B5EF4-FFF2-40B4-BE49-F238E27FC236}">
                  <a16:creationId xmlns:a16="http://schemas.microsoft.com/office/drawing/2014/main" id="{5D7837D7-198B-6D66-434B-C8C91F0A2155}"/>
                </a:ext>
              </a:extLst>
            </p:cNvPr>
            <p:cNvSpPr/>
            <p:nvPr/>
          </p:nvSpPr>
          <p:spPr>
            <a:xfrm flipH="1" flipV="1">
              <a:off x="12417283" y="1218494"/>
              <a:ext cx="7124509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Line 25">
              <a:extLst>
                <a:ext uri="{FF2B5EF4-FFF2-40B4-BE49-F238E27FC236}">
                  <a16:creationId xmlns:a16="http://schemas.microsoft.com/office/drawing/2014/main" id="{ACF2CBBD-673E-BC8B-ECE9-839EE61BDA55}"/>
                </a:ext>
              </a:extLst>
            </p:cNvPr>
            <p:cNvSpPr/>
            <p:nvPr/>
          </p:nvSpPr>
          <p:spPr>
            <a:xfrm flipH="1" flipV="1">
              <a:off x="12160113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Line 26">
              <a:extLst>
                <a:ext uri="{FF2B5EF4-FFF2-40B4-BE49-F238E27FC236}">
                  <a16:creationId xmlns:a16="http://schemas.microsoft.com/office/drawing/2014/main" id="{DB5A73FD-C6DD-4838-B73F-9A63D0BDAF89}"/>
                </a:ext>
              </a:extLst>
            </p:cNvPr>
            <p:cNvSpPr/>
            <p:nvPr/>
          </p:nvSpPr>
          <p:spPr>
            <a:xfrm flipH="1" flipV="1">
              <a:off x="11912470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Line 27">
              <a:extLst>
                <a:ext uri="{FF2B5EF4-FFF2-40B4-BE49-F238E27FC236}">
                  <a16:creationId xmlns:a16="http://schemas.microsoft.com/office/drawing/2014/main" id="{B72F2252-35C9-8847-1BE7-A61A01A15DAB}"/>
                </a:ext>
              </a:extLst>
            </p:cNvPr>
            <p:cNvSpPr/>
            <p:nvPr/>
          </p:nvSpPr>
          <p:spPr>
            <a:xfrm flipH="1" flipV="1">
              <a:off x="11664827" y="1207256"/>
              <a:ext cx="7134034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ath 39">
              <a:extLst>
                <a:ext uri="{FF2B5EF4-FFF2-40B4-BE49-F238E27FC236}">
                  <a16:creationId xmlns:a16="http://schemas.microsoft.com/office/drawing/2014/main" id="{0575F47D-87B3-0CD5-3019-A7F60D963E13}"/>
                </a:ext>
              </a:extLst>
            </p:cNvPr>
            <p:cNvSpPr/>
            <p:nvPr/>
          </p:nvSpPr>
          <p:spPr>
            <a:xfrm flipH="1">
              <a:off x="11636253" y="4405940"/>
              <a:ext cx="6934014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ath 40">
              <a:extLst>
                <a:ext uri="{FF2B5EF4-FFF2-40B4-BE49-F238E27FC236}">
                  <a16:creationId xmlns:a16="http://schemas.microsoft.com/office/drawing/2014/main" id="{3C46F685-265F-B290-2AA0-C267140BFC43}"/>
                </a:ext>
              </a:extLst>
            </p:cNvPr>
            <p:cNvSpPr/>
            <p:nvPr/>
          </p:nvSpPr>
          <p:spPr>
            <a:xfrm flipH="1">
              <a:off x="11636253" y="6682416"/>
              <a:ext cx="3886096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1005" name="Path 41">
              <a:extLst>
                <a:ext uri="{FF2B5EF4-FFF2-40B4-BE49-F238E27FC236}">
                  <a16:creationId xmlns:a16="http://schemas.microsoft.com/office/drawing/2014/main" id="{D560CC00-A6F4-F2C5-5045-37580C76D40E}"/>
                </a:ext>
              </a:extLst>
            </p:cNvPr>
            <p:cNvSpPr/>
            <p:nvPr/>
          </p:nvSpPr>
          <p:spPr>
            <a:xfrm flipH="1">
              <a:off x="11636252" y="8187366"/>
              <a:ext cx="1895424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1006" name="Path 42">
              <a:extLst>
                <a:ext uri="{FF2B5EF4-FFF2-40B4-BE49-F238E27FC236}">
                  <a16:creationId xmlns:a16="http://schemas.microsoft.com/office/drawing/2014/main" id="{2B31D0A8-1879-81AB-C06A-77B151A60E2F}"/>
                </a:ext>
              </a:extLst>
            </p:cNvPr>
            <p:cNvSpPr/>
            <p:nvPr/>
          </p:nvSpPr>
          <p:spPr>
            <a:xfrm flipH="1">
              <a:off x="11636253" y="1205955"/>
              <a:ext cx="11182051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ath 43">
              <a:extLst>
                <a:ext uri="{FF2B5EF4-FFF2-40B4-BE49-F238E27FC236}">
                  <a16:creationId xmlns:a16="http://schemas.microsoft.com/office/drawing/2014/main" id="{0A19B1A3-92E9-477A-CE39-D493783D809B}"/>
                </a:ext>
              </a:extLst>
            </p:cNvPr>
            <p:cNvSpPr/>
            <p:nvPr/>
          </p:nvSpPr>
          <p:spPr>
            <a:xfrm flipH="1">
              <a:off x="11636253" y="4405940"/>
              <a:ext cx="6934014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9050">
              <a:solidFill>
                <a:srgbClr val="8AB2CC"/>
              </a:solidFill>
              <a:prstDash val="dash"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08" name="Path 44">
              <a:extLst>
                <a:ext uri="{FF2B5EF4-FFF2-40B4-BE49-F238E27FC236}">
                  <a16:creationId xmlns:a16="http://schemas.microsoft.com/office/drawing/2014/main" id="{0EB79480-39AD-F37B-3C6E-62916E379762}"/>
                </a:ext>
              </a:extLst>
            </p:cNvPr>
            <p:cNvSpPr/>
            <p:nvPr/>
          </p:nvSpPr>
          <p:spPr>
            <a:xfrm flipH="1">
              <a:off x="11636253" y="6682416"/>
              <a:ext cx="3886096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25400">
              <a:solidFill>
                <a:srgbClr val="CDA16B"/>
              </a:solidFill>
              <a:prstDash val="dash"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1009" name="Path 45">
              <a:extLst>
                <a:ext uri="{FF2B5EF4-FFF2-40B4-BE49-F238E27FC236}">
                  <a16:creationId xmlns:a16="http://schemas.microsoft.com/office/drawing/2014/main" id="{C72FC157-847C-7293-E7B3-5015C9C03AE2}"/>
                </a:ext>
              </a:extLst>
            </p:cNvPr>
            <p:cNvSpPr/>
            <p:nvPr/>
          </p:nvSpPr>
          <p:spPr>
            <a:xfrm flipH="1">
              <a:off x="11636252" y="8187366"/>
              <a:ext cx="1895424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38100">
              <a:solidFill>
                <a:srgbClr val="727783"/>
              </a:solidFill>
              <a:prstDash val="dash"/>
            </a:ln>
          </p:spPr>
          <p:txBody>
            <a:bodyPr/>
            <a:lstStyle/>
            <a:p>
              <a:endParaRPr>
                <a:latin typeface="Comic Sans MS" panose="030F0902030302020204" pitchFamily="66" charset="0"/>
              </a:endParaRPr>
            </a:p>
          </p:txBody>
        </p:sp>
        <p:sp>
          <p:nvSpPr>
            <p:cNvPr id="1012" name="Line 51">
              <a:extLst>
                <a:ext uri="{FF2B5EF4-FFF2-40B4-BE49-F238E27FC236}">
                  <a16:creationId xmlns:a16="http://schemas.microsoft.com/office/drawing/2014/main" id="{E5140E49-C2E6-A1EA-9B9D-9C984DB91ABA}"/>
                </a:ext>
              </a:extLst>
            </p:cNvPr>
            <p:cNvSpPr/>
            <p:nvPr/>
          </p:nvSpPr>
          <p:spPr>
            <a:xfrm flipV="1">
              <a:off x="15040312" y="5448109"/>
              <a:ext cx="6356013" cy="2732495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Line 53">
              <a:extLst>
                <a:ext uri="{FF2B5EF4-FFF2-40B4-BE49-F238E27FC236}">
                  <a16:creationId xmlns:a16="http://schemas.microsoft.com/office/drawing/2014/main" id="{B936450E-99C6-C137-7354-DFBE37F07369}"/>
                </a:ext>
              </a:extLst>
            </p:cNvPr>
            <p:cNvSpPr/>
            <p:nvPr/>
          </p:nvSpPr>
          <p:spPr>
            <a:xfrm flipV="1">
              <a:off x="11785598" y="1138271"/>
              <a:ext cx="409577" cy="5548278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TextBox 163">
              <a:extLst>
                <a:ext uri="{FF2B5EF4-FFF2-40B4-BE49-F238E27FC236}">
                  <a16:creationId xmlns:a16="http://schemas.microsoft.com/office/drawing/2014/main" id="{E882B9A9-FDD2-7FEF-DCBD-E6428243091F}"/>
                </a:ext>
              </a:extLst>
            </p:cNvPr>
            <p:cNvSpPr txBox="1"/>
            <p:nvPr/>
          </p:nvSpPr>
          <p:spPr>
            <a:xfrm flipH="1">
              <a:off x="12694452" y="7965790"/>
              <a:ext cx="2537392" cy="62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Task-Specific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0956915" y="8595816"/>
              <a:ext cx="1321602" cy="958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Time</a:t>
              </a:r>
              <a:r>
                <a:rPr lang="zh-CN" altLang="en-US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 </a:t>
              </a:r>
              <a:r>
                <a:rPr lang="en-US" altLang="zh-CN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Series</a:t>
              </a:r>
            </a:p>
            <a:p>
              <a:pPr algn="ctr"/>
              <a:r>
                <a:rPr lang="en-US" altLang="zh-CN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Agent</a:t>
              </a:r>
              <a:r>
                <a:rPr lang="zh-CN" altLang="en-US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 </a:t>
              </a:r>
              <a:r>
                <a:rPr lang="en-US" altLang="zh-CN" sz="3200" b="1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omic Sans MS" panose="030F0902030302020204" pitchFamily="66" charset="0"/>
                  <a:cs typeface="Times New Roman"/>
                </a:rPr>
                <a:t>Systems</a:t>
              </a:r>
              <a:endParaRPr lang="zh-CN" altLang="en-US" sz="32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</a:endParaRPr>
            </a:p>
          </p:txBody>
        </p:sp>
        <p:sp>
          <p:nvSpPr>
            <p:cNvPr id="46" name="Line 53">
              <a:extLst>
                <a:ext uri="{FF2B5EF4-FFF2-40B4-BE49-F238E27FC236}">
                  <a16:creationId xmlns:a16="http://schemas.microsoft.com/office/drawing/2014/main" id="{6D0BFDA7-709B-6DB7-9C98-A964836D9693}"/>
                </a:ext>
              </a:extLst>
            </p:cNvPr>
            <p:cNvSpPr/>
            <p:nvPr/>
          </p:nvSpPr>
          <p:spPr>
            <a:xfrm flipH="1" flipV="1">
              <a:off x="7451198" y="1504392"/>
              <a:ext cx="3217386" cy="6910117"/>
            </a:xfrm>
            <a:prstGeom prst="line">
              <a:avLst/>
            </a:prstGeom>
            <a:noFill/>
            <a:ln w="25400">
              <a:solidFill>
                <a:srgbClr val="686B75"/>
              </a:solidFill>
              <a:headEnd w="lg" len="lg"/>
              <a:tailEnd type="triangle" w="sm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extBox 164">
              <a:extLst>
                <a:ext uri="{FF2B5EF4-FFF2-40B4-BE49-F238E27FC236}">
                  <a16:creationId xmlns:a16="http://schemas.microsoft.com/office/drawing/2014/main" id="{3662D40A-027B-6C75-645B-C775F29A81B9}"/>
                </a:ext>
              </a:extLst>
            </p:cNvPr>
            <p:cNvSpPr txBox="1"/>
            <p:nvPr/>
          </p:nvSpPr>
          <p:spPr>
            <a:xfrm flipH="1">
              <a:off x="8514137" y="7849119"/>
              <a:ext cx="1395034" cy="896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General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89" name="TextBox 163">
              <a:extLst>
                <a:ext uri="{FF2B5EF4-FFF2-40B4-BE49-F238E27FC236}">
                  <a16:creationId xmlns:a16="http://schemas.microsoft.com/office/drawing/2014/main" id="{E8970407-6FE4-7D4C-B601-0CC2233E21F7}"/>
                </a:ext>
              </a:extLst>
            </p:cNvPr>
            <p:cNvSpPr txBox="1"/>
            <p:nvPr/>
          </p:nvSpPr>
          <p:spPr>
            <a:xfrm flipH="1">
              <a:off x="9636918" y="6823058"/>
              <a:ext cx="2573997" cy="9694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General</a:t>
              </a:r>
            </a:p>
          </p:txBody>
        </p:sp>
        <p:sp>
          <p:nvSpPr>
            <p:cNvPr id="290" name="Line 53">
              <a:extLst>
                <a:ext uri="{FF2B5EF4-FFF2-40B4-BE49-F238E27FC236}">
                  <a16:creationId xmlns:a16="http://schemas.microsoft.com/office/drawing/2014/main" id="{2488ECF0-E552-FF41-B20D-1A87DF73DABA}"/>
                </a:ext>
              </a:extLst>
            </p:cNvPr>
            <p:cNvSpPr/>
            <p:nvPr/>
          </p:nvSpPr>
          <p:spPr>
            <a:xfrm flipH="1" flipV="1">
              <a:off x="9852023" y="1290066"/>
              <a:ext cx="981076" cy="5482078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Line 53">
              <a:extLst>
                <a:ext uri="{FF2B5EF4-FFF2-40B4-BE49-F238E27FC236}">
                  <a16:creationId xmlns:a16="http://schemas.microsoft.com/office/drawing/2014/main" id="{4DBD9FB5-1AD1-9045-B0CD-A55ACCCC645B}"/>
                </a:ext>
              </a:extLst>
            </p:cNvPr>
            <p:cNvSpPr/>
            <p:nvPr/>
          </p:nvSpPr>
          <p:spPr>
            <a:xfrm flipV="1">
              <a:off x="12722700" y="1995869"/>
              <a:ext cx="4654014" cy="6426433"/>
            </a:xfrm>
            <a:prstGeom prst="line">
              <a:avLst/>
            </a:prstGeom>
            <a:noFill/>
            <a:ln w="25400">
              <a:solidFill>
                <a:srgbClr val="686B75"/>
              </a:solidFill>
              <a:tailEnd type="triangle" w="sm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Line 51">
              <a:extLst>
                <a:ext uri="{FF2B5EF4-FFF2-40B4-BE49-F238E27FC236}">
                  <a16:creationId xmlns:a16="http://schemas.microsoft.com/office/drawing/2014/main" id="{D5ACC9CB-425E-D64D-8BDB-226F641CEFF8}"/>
                </a:ext>
              </a:extLst>
            </p:cNvPr>
            <p:cNvSpPr/>
            <p:nvPr/>
          </p:nvSpPr>
          <p:spPr>
            <a:xfrm flipV="1">
              <a:off x="15430836" y="7529323"/>
              <a:ext cx="7053383" cy="1413507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Line 51">
              <a:extLst>
                <a:ext uri="{FF2B5EF4-FFF2-40B4-BE49-F238E27FC236}">
                  <a16:creationId xmlns:a16="http://schemas.microsoft.com/office/drawing/2014/main" id="{978531A7-C7DD-334F-9E64-59749FFF3792}"/>
                </a:ext>
              </a:extLst>
            </p:cNvPr>
            <p:cNvSpPr/>
            <p:nvPr/>
          </p:nvSpPr>
          <p:spPr>
            <a:xfrm flipV="1">
              <a:off x="14487862" y="3599117"/>
              <a:ext cx="4927263" cy="399684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Line 53">
              <a:extLst>
                <a:ext uri="{FF2B5EF4-FFF2-40B4-BE49-F238E27FC236}">
                  <a16:creationId xmlns:a16="http://schemas.microsoft.com/office/drawing/2014/main" id="{9A68BB62-0D4E-9E4B-98A0-BD2D242CC66E}"/>
                </a:ext>
              </a:extLst>
            </p:cNvPr>
            <p:cNvSpPr/>
            <p:nvPr/>
          </p:nvSpPr>
          <p:spPr>
            <a:xfrm flipV="1">
              <a:off x="12814300" y="1458658"/>
              <a:ext cx="1705106" cy="5376637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TextBox 153">
              <a:extLst>
                <a:ext uri="{FF2B5EF4-FFF2-40B4-BE49-F238E27FC236}">
                  <a16:creationId xmlns:a16="http://schemas.microsoft.com/office/drawing/2014/main" id="{784048D1-32C1-D041-BAED-6A8DC264AE54}"/>
                </a:ext>
              </a:extLst>
            </p:cNvPr>
            <p:cNvSpPr txBox="1"/>
            <p:nvPr/>
          </p:nvSpPr>
          <p:spPr>
            <a:xfrm rot="4185094">
              <a:off x="9272959" y="5441947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cs typeface="Times New Roman"/>
                </a:rPr>
                <a:t>Temporal Data</a:t>
              </a:r>
            </a:p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cs typeface="Times New Roman"/>
                </a:rPr>
                <a:t>Management</a:t>
              </a:r>
              <a:endParaRPr lang="zh-CN" altLang="en-US" sz="2000" dirty="0">
                <a:solidFill>
                  <a:srgbClr val="A9803E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97" name="TextBox 154">
              <a:extLst>
                <a:ext uri="{FF2B5EF4-FFF2-40B4-BE49-F238E27FC236}">
                  <a16:creationId xmlns:a16="http://schemas.microsoft.com/office/drawing/2014/main" id="{4BD658D4-ADDC-7942-B6B8-5B83C120EBF0}"/>
                </a:ext>
              </a:extLst>
            </p:cNvPr>
            <p:cNvSpPr txBox="1"/>
            <p:nvPr/>
          </p:nvSpPr>
          <p:spPr>
            <a:xfrm rot="15990312">
              <a:off x="10377017" y="5298248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Temporal </a:t>
              </a:r>
            </a:p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Processing</a:t>
              </a:r>
              <a:endParaRPr lang="zh-CN" altLang="en-US" sz="2000" dirty="0">
                <a:solidFill>
                  <a:srgbClr val="468971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98" name="TextBox 157">
              <a:extLst>
                <a:ext uri="{FF2B5EF4-FFF2-40B4-BE49-F238E27FC236}">
                  <a16:creationId xmlns:a16="http://schemas.microsoft.com/office/drawing/2014/main" id="{5ACF8B43-D108-EF49-BE68-21EBA732C1D8}"/>
                </a:ext>
              </a:extLst>
            </p:cNvPr>
            <p:cNvSpPr txBox="1"/>
            <p:nvPr/>
          </p:nvSpPr>
          <p:spPr>
            <a:xfrm rot="16802862">
              <a:off x="11627368" y="5347509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3B7FA6"/>
                  </a:solidFill>
                  <a:latin typeface="Comic Sans MS" panose="030F0902030302020204" pitchFamily="66" charset="0"/>
                  <a:cs typeface="Times New Roman"/>
                </a:rPr>
                <a:t>Temporal Context</a:t>
              </a:r>
            </a:p>
            <a:p>
              <a:pPr algn="ctr"/>
              <a:r>
                <a:rPr lang="en-US" altLang="zh-CN" sz="2000" dirty="0">
                  <a:solidFill>
                    <a:srgbClr val="3B7FA6"/>
                  </a:solidFill>
                  <a:latin typeface="Comic Sans MS" panose="030F0902030302020204" pitchFamily="66" charset="0"/>
                  <a:cs typeface="Times New Roman"/>
                </a:rPr>
                <a:t>And Memory</a:t>
              </a:r>
              <a:endParaRPr lang="zh-CN" altLang="en-US" sz="2000" dirty="0">
                <a:solidFill>
                  <a:srgbClr val="3B7FA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99" name="TextBox 157">
              <a:extLst>
                <a:ext uri="{FF2B5EF4-FFF2-40B4-BE49-F238E27FC236}">
                  <a16:creationId xmlns:a16="http://schemas.microsoft.com/office/drawing/2014/main" id="{FABFB9D0-9382-584C-8704-549EC9FE78D5}"/>
                </a:ext>
              </a:extLst>
            </p:cNvPr>
            <p:cNvSpPr txBox="1"/>
            <p:nvPr/>
          </p:nvSpPr>
          <p:spPr>
            <a:xfrm rot="18001808">
              <a:off x="12842070" y="5693512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Temporal</a:t>
              </a:r>
            </a:p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cs typeface="Times New Roman"/>
                </a:rPr>
                <a:t>Validation</a:t>
              </a:r>
              <a:endParaRPr lang="zh-CN" altLang="en-US" sz="2000" dirty="0">
                <a:solidFill>
                  <a:srgbClr val="8A60A9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01" name="TextBox 153">
              <a:extLst>
                <a:ext uri="{FF2B5EF4-FFF2-40B4-BE49-F238E27FC236}">
                  <a16:creationId xmlns:a16="http://schemas.microsoft.com/office/drawing/2014/main" id="{504ED8A3-6D80-4D42-B28D-1BC13C836B8E}"/>
                </a:ext>
              </a:extLst>
            </p:cNvPr>
            <p:cNvSpPr txBox="1"/>
            <p:nvPr/>
          </p:nvSpPr>
          <p:spPr>
            <a:xfrm rot="19000811">
              <a:off x="14138849" y="60942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cs typeface="Times New Roman"/>
                </a:rPr>
                <a:t>Forecasting &amp;</a:t>
              </a:r>
            </a:p>
            <a:p>
              <a:pPr algn="ctr"/>
              <a:r>
                <a:rPr lang="en-US" altLang="zh-CN" sz="2000" dirty="0">
                  <a:solidFill>
                    <a:srgbClr val="A9803E"/>
                  </a:solidFill>
                  <a:latin typeface="Comic Sans MS" panose="030F0902030302020204" pitchFamily="66" charset="0"/>
                  <a:cs typeface="Times New Roman"/>
                </a:rPr>
                <a:t>Prediction</a:t>
              </a:r>
              <a:endParaRPr lang="zh-CN" altLang="en-US" sz="2000" dirty="0">
                <a:solidFill>
                  <a:srgbClr val="A9803E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02" name="TextBox 154">
              <a:extLst>
                <a:ext uri="{FF2B5EF4-FFF2-40B4-BE49-F238E27FC236}">
                  <a16:creationId xmlns:a16="http://schemas.microsoft.com/office/drawing/2014/main" id="{C49BE938-49CF-9D4C-B912-F683C32F21BD}"/>
                </a:ext>
              </a:extLst>
            </p:cNvPr>
            <p:cNvSpPr txBox="1"/>
            <p:nvPr/>
          </p:nvSpPr>
          <p:spPr>
            <a:xfrm rot="19763603">
              <a:off x="15081484" y="6905494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Data Augmentation</a:t>
              </a:r>
            </a:p>
            <a:p>
              <a:pPr algn="ctr"/>
              <a:r>
                <a:rPr lang="en-US" altLang="zh-CN" sz="2000" dirty="0">
                  <a:solidFill>
                    <a:srgbClr val="468971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&amp; Synthesis</a:t>
              </a:r>
            </a:p>
          </p:txBody>
        </p:sp>
        <p:sp>
          <p:nvSpPr>
            <p:cNvPr id="303" name="TextBox 157">
              <a:extLst>
                <a:ext uri="{FF2B5EF4-FFF2-40B4-BE49-F238E27FC236}">
                  <a16:creationId xmlns:a16="http://schemas.microsoft.com/office/drawing/2014/main" id="{C473F852-E286-5C49-ACFF-0285C3BC8C08}"/>
                </a:ext>
              </a:extLst>
            </p:cNvPr>
            <p:cNvSpPr txBox="1"/>
            <p:nvPr/>
          </p:nvSpPr>
          <p:spPr>
            <a:xfrm rot="20378526">
              <a:off x="15690755" y="7863278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3B7FA6"/>
                  </a:solidFill>
                  <a:latin typeface="Comic Sans MS" panose="030F0902030302020204" pitchFamily="66" charset="0"/>
                  <a:cs typeface="Times New Roman"/>
                </a:rPr>
                <a:t>Anomaly Detection </a:t>
              </a:r>
            </a:p>
            <a:p>
              <a:pPr algn="ctr"/>
              <a:r>
                <a:rPr lang="en-US" altLang="zh-CN" sz="2000" dirty="0">
                  <a:solidFill>
                    <a:srgbClr val="3B7FA6"/>
                  </a:solidFill>
                  <a:latin typeface="Comic Sans MS" panose="030F0902030302020204" pitchFamily="66" charset="0"/>
                  <a:cs typeface="Times New Roman"/>
                </a:rPr>
                <a:t>&amp; Diagnosis</a:t>
              </a:r>
              <a:endParaRPr lang="zh-CN" altLang="en-US" sz="2000" dirty="0">
                <a:solidFill>
                  <a:srgbClr val="3B7FA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04" name="TextBox 157">
              <a:extLst>
                <a:ext uri="{FF2B5EF4-FFF2-40B4-BE49-F238E27FC236}">
                  <a16:creationId xmlns:a16="http://schemas.microsoft.com/office/drawing/2014/main" id="{296B1574-7864-F144-99A9-39D41DBDD44C}"/>
                </a:ext>
              </a:extLst>
            </p:cNvPr>
            <p:cNvSpPr txBox="1"/>
            <p:nvPr/>
          </p:nvSpPr>
          <p:spPr>
            <a:xfrm rot="20975080">
              <a:off x="15766954" y="8863256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cs typeface="Times New Roman"/>
                </a:rPr>
                <a:t>Decision</a:t>
              </a:r>
            </a:p>
            <a:p>
              <a:pPr algn="ctr"/>
              <a:r>
                <a:rPr lang="en-US" altLang="zh-CN" sz="2000" dirty="0">
                  <a:solidFill>
                    <a:srgbClr val="8A60A9"/>
                  </a:solidFill>
                  <a:latin typeface="Comic Sans MS" panose="030F0902030302020204" pitchFamily="66" charset="0"/>
                  <a:cs typeface="Times New Roman"/>
                </a:rPr>
                <a:t>Support</a:t>
              </a:r>
              <a:endParaRPr lang="zh-CN" altLang="en-US" sz="2000" dirty="0">
                <a:solidFill>
                  <a:srgbClr val="8A60A9"/>
                </a:solidFill>
                <a:latin typeface="Comic Sans MS" panose="030F0902030302020204" pitchFamily="66" charset="0"/>
              </a:endParaRPr>
            </a:p>
          </p:txBody>
        </p:sp>
        <p:grpSp>
          <p:nvGrpSpPr>
            <p:cNvPr id="310" name="组合 309">
              <a:extLst>
                <a:ext uri="{FF2B5EF4-FFF2-40B4-BE49-F238E27FC236}">
                  <a16:creationId xmlns:a16="http://schemas.microsoft.com/office/drawing/2014/main" id="{28210834-1365-054E-93A1-3237D70749BF}"/>
                </a:ext>
              </a:extLst>
            </p:cNvPr>
            <p:cNvGrpSpPr/>
            <p:nvPr/>
          </p:nvGrpSpPr>
          <p:grpSpPr>
            <a:xfrm>
              <a:off x="1340360" y="9035895"/>
              <a:ext cx="1790046" cy="285750"/>
              <a:chOff x="1270732" y="2418385"/>
              <a:chExt cx="1790046" cy="285750"/>
            </a:xfrm>
          </p:grpSpPr>
          <p:pic>
            <p:nvPicPr>
              <p:cNvPr id="311" name="Picture 4">
                <a:extLst>
                  <a:ext uri="{FF2B5EF4-FFF2-40B4-BE49-F238E27FC236}">
                    <a16:creationId xmlns:a16="http://schemas.microsoft.com/office/drawing/2014/main" id="{AF68AE59-631D-D34C-94DE-83E4AD51E8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0732" y="2430388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2" name="TextBox 98">
                <a:extLst>
                  <a:ext uri="{FF2B5EF4-FFF2-40B4-BE49-F238E27FC236}">
                    <a16:creationId xmlns:a16="http://schemas.microsoft.com/office/drawing/2014/main" id="{84947887-D1F3-F643-A6E0-36B071DEEB6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TS-Agent</a:t>
                </a:r>
                <a:endParaRPr lang="zh-CN" altLang="en-US" sz="1700" dirty="0"/>
              </a:p>
            </p:txBody>
          </p:sp>
          <p:sp>
            <p:nvSpPr>
              <p:cNvPr id="313" name="TextBox 99">
                <a:extLst>
                  <a:ext uri="{FF2B5EF4-FFF2-40B4-BE49-F238E27FC236}">
                    <a16:creationId xmlns:a16="http://schemas.microsoft.com/office/drawing/2014/main" id="{AB57696A-BA16-0F4C-B618-71C1BCBB4E33}"/>
                  </a:ext>
                </a:extLst>
              </p:cNvPr>
              <p:cNvSpPr txBox="1"/>
              <p:nvPr/>
            </p:nvSpPr>
            <p:spPr>
              <a:xfrm>
                <a:off x="2603578" y="245554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6A2CE273-ECEE-A54C-ACE2-8133E4B6C3EC}"/>
                </a:ext>
              </a:extLst>
            </p:cNvPr>
            <p:cNvGrpSpPr/>
            <p:nvPr/>
          </p:nvGrpSpPr>
          <p:grpSpPr>
            <a:xfrm>
              <a:off x="1352617" y="8453306"/>
              <a:ext cx="1766972" cy="304902"/>
              <a:chOff x="280901" y="844671"/>
              <a:chExt cx="1766972" cy="304902"/>
            </a:xfrm>
          </p:grpSpPr>
          <p:grpSp>
            <p:nvGrpSpPr>
              <p:cNvPr id="318" name="组合 317">
                <a:extLst>
                  <a:ext uri="{FF2B5EF4-FFF2-40B4-BE49-F238E27FC236}">
                    <a16:creationId xmlns:a16="http://schemas.microsoft.com/office/drawing/2014/main" id="{9BE39177-6612-C64B-A65B-AF9195428AF4}"/>
                  </a:ext>
                </a:extLst>
              </p:cNvPr>
              <p:cNvGrpSpPr/>
              <p:nvPr/>
            </p:nvGrpSpPr>
            <p:grpSpPr>
              <a:xfrm>
                <a:off x="765174" y="863823"/>
                <a:ext cx="1282699" cy="285750"/>
                <a:chOff x="1745675" y="1999008"/>
                <a:chExt cx="1282699" cy="285750"/>
              </a:xfrm>
            </p:grpSpPr>
            <p:sp>
              <p:nvSpPr>
                <p:cNvPr id="320" name="TextBox 98">
                  <a:extLst>
                    <a:ext uri="{FF2B5EF4-FFF2-40B4-BE49-F238E27FC236}">
                      <a16:creationId xmlns:a16="http://schemas.microsoft.com/office/drawing/2014/main" id="{2C27662F-1191-644E-B31E-A4B5A820B58F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AION</a:t>
                  </a:r>
                  <a:endParaRPr lang="zh-CN" altLang="en-US" sz="1700" dirty="0"/>
                </a:p>
              </p:txBody>
            </p:sp>
            <p:sp>
              <p:nvSpPr>
                <p:cNvPr id="321" name="TextBox 99">
                  <a:extLst>
                    <a:ext uri="{FF2B5EF4-FFF2-40B4-BE49-F238E27FC236}">
                      <a16:creationId xmlns:a16="http://schemas.microsoft.com/office/drawing/2014/main" id="{22D9D65F-7C6E-0E43-AA4B-E4577BE84454}"/>
                    </a:ext>
                  </a:extLst>
                </p:cNvPr>
                <p:cNvSpPr txBox="1"/>
                <p:nvPr/>
              </p:nvSpPr>
              <p:spPr>
                <a:xfrm>
                  <a:off x="2571174" y="200856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73" name="Picture 6">
                <a:extLst>
                  <a:ext uri="{FF2B5EF4-FFF2-40B4-BE49-F238E27FC236}">
                    <a16:creationId xmlns:a16="http://schemas.microsoft.com/office/drawing/2014/main" id="{496A371B-6EDE-5344-954F-C249BAD85D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901" y="84467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8" name="组合 357">
              <a:extLst>
                <a:ext uri="{FF2B5EF4-FFF2-40B4-BE49-F238E27FC236}">
                  <a16:creationId xmlns:a16="http://schemas.microsoft.com/office/drawing/2014/main" id="{8AEE9E1B-3B56-F042-9042-2D57D5C854A7}"/>
                </a:ext>
              </a:extLst>
            </p:cNvPr>
            <p:cNvGrpSpPr/>
            <p:nvPr/>
          </p:nvGrpSpPr>
          <p:grpSpPr>
            <a:xfrm>
              <a:off x="2176092" y="7804926"/>
              <a:ext cx="2405818" cy="285750"/>
              <a:chOff x="512006" y="1978254"/>
              <a:chExt cx="2405818" cy="285750"/>
            </a:xfrm>
          </p:grpSpPr>
          <p:grpSp>
            <p:nvGrpSpPr>
              <p:cNvPr id="359" name="组合 358">
                <a:extLst>
                  <a:ext uri="{FF2B5EF4-FFF2-40B4-BE49-F238E27FC236}">
                    <a16:creationId xmlns:a16="http://schemas.microsoft.com/office/drawing/2014/main" id="{9A3B4915-8237-944B-B16A-0BF535FAB7FA}"/>
                  </a:ext>
                </a:extLst>
              </p:cNvPr>
              <p:cNvGrpSpPr/>
              <p:nvPr/>
            </p:nvGrpSpPr>
            <p:grpSpPr>
              <a:xfrm>
                <a:off x="971706" y="1978254"/>
                <a:ext cx="1946118" cy="285750"/>
                <a:chOff x="1648060" y="2418385"/>
                <a:chExt cx="1946118" cy="285750"/>
              </a:xfrm>
            </p:grpSpPr>
            <p:sp>
              <p:nvSpPr>
                <p:cNvPr id="361" name="TextBox 98">
                  <a:extLst>
                    <a:ext uri="{FF2B5EF4-FFF2-40B4-BE49-F238E27FC236}">
                      <a16:creationId xmlns:a16="http://schemas.microsoft.com/office/drawing/2014/main" id="{1A6A74E3-1D88-8241-8152-8D806B890667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TradingAgents</a:t>
                  </a:r>
                  <a:endParaRPr lang="zh-CN" altLang="en-US" sz="1700" dirty="0"/>
                </a:p>
              </p:txBody>
            </p:sp>
            <p:sp>
              <p:nvSpPr>
                <p:cNvPr id="362" name="TextBox 99">
                  <a:extLst>
                    <a:ext uri="{FF2B5EF4-FFF2-40B4-BE49-F238E27FC236}">
                      <a16:creationId xmlns:a16="http://schemas.microsoft.com/office/drawing/2014/main" id="{66ADABA5-174A-AA44-99E5-C55DC4D159C6}"/>
                    </a:ext>
                  </a:extLst>
                </p:cNvPr>
                <p:cNvSpPr txBox="1"/>
                <p:nvPr/>
              </p:nvSpPr>
              <p:spPr>
                <a:xfrm>
                  <a:off x="3136978" y="245637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2024</a:t>
                  </a:r>
                  <a:endParaRPr lang="zh-CN" altLang="en-US" sz="1250" dirty="0"/>
                </a:p>
              </p:txBody>
            </p:sp>
          </p:grpSp>
          <p:pic>
            <p:nvPicPr>
              <p:cNvPr id="360" name="Picture 8">
                <a:extLst>
                  <a:ext uri="{FF2B5EF4-FFF2-40B4-BE49-F238E27FC236}">
                    <a16:creationId xmlns:a16="http://schemas.microsoft.com/office/drawing/2014/main" id="{3EBD2D51-B33E-CB45-BCB0-576A5804AC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006" y="1994473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3" name="组合 362">
              <a:extLst>
                <a:ext uri="{FF2B5EF4-FFF2-40B4-BE49-F238E27FC236}">
                  <a16:creationId xmlns:a16="http://schemas.microsoft.com/office/drawing/2014/main" id="{106535F0-694F-C44E-9D21-ADA494C5FEE5}"/>
                </a:ext>
              </a:extLst>
            </p:cNvPr>
            <p:cNvGrpSpPr/>
            <p:nvPr/>
          </p:nvGrpSpPr>
          <p:grpSpPr>
            <a:xfrm>
              <a:off x="1764137" y="7019228"/>
              <a:ext cx="1790046" cy="285750"/>
              <a:chOff x="1270732" y="2418385"/>
              <a:chExt cx="1790046" cy="285750"/>
            </a:xfrm>
          </p:grpSpPr>
          <p:pic>
            <p:nvPicPr>
              <p:cNvPr id="364" name="Picture 4">
                <a:extLst>
                  <a:ext uri="{FF2B5EF4-FFF2-40B4-BE49-F238E27FC236}">
                    <a16:creationId xmlns:a16="http://schemas.microsoft.com/office/drawing/2014/main" id="{9DCAD9BE-CFBA-D148-9390-45491A74D8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0732" y="2430388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5" name="TextBox 98">
                <a:extLst>
                  <a:ext uri="{FF2B5EF4-FFF2-40B4-BE49-F238E27FC236}">
                    <a16:creationId xmlns:a16="http://schemas.microsoft.com/office/drawing/2014/main" id="{EDA07CFC-9CFE-F646-BDCF-55787319FEF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TS-Agent</a:t>
                </a:r>
                <a:endParaRPr lang="zh-CN" altLang="en-US" sz="1700" dirty="0"/>
              </a:p>
            </p:txBody>
          </p:sp>
          <p:sp>
            <p:nvSpPr>
              <p:cNvPr id="366" name="TextBox 99">
                <a:extLst>
                  <a:ext uri="{FF2B5EF4-FFF2-40B4-BE49-F238E27FC236}">
                    <a16:creationId xmlns:a16="http://schemas.microsoft.com/office/drawing/2014/main" id="{FE214E53-1F95-F947-860B-5D7F3EFE1A68}"/>
                  </a:ext>
                </a:extLst>
              </p:cNvPr>
              <p:cNvSpPr txBox="1"/>
              <p:nvPr/>
            </p:nvSpPr>
            <p:spPr>
              <a:xfrm>
                <a:off x="2603578" y="245554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B790D7B4-CBE5-6442-9DE7-26AE91D6188C}"/>
                </a:ext>
              </a:extLst>
            </p:cNvPr>
            <p:cNvGrpSpPr/>
            <p:nvPr/>
          </p:nvGrpSpPr>
          <p:grpSpPr>
            <a:xfrm>
              <a:off x="1641502" y="6448585"/>
              <a:ext cx="1466794" cy="293461"/>
              <a:chOff x="396271" y="856112"/>
              <a:chExt cx="1466794" cy="293461"/>
            </a:xfrm>
          </p:grpSpPr>
          <p:grpSp>
            <p:nvGrpSpPr>
              <p:cNvPr id="368" name="组合 367">
                <a:extLst>
                  <a:ext uri="{FF2B5EF4-FFF2-40B4-BE49-F238E27FC236}">
                    <a16:creationId xmlns:a16="http://schemas.microsoft.com/office/drawing/2014/main" id="{924E8774-98FC-554E-8BC2-ADC3BD3D8CFF}"/>
                  </a:ext>
                </a:extLst>
              </p:cNvPr>
              <p:cNvGrpSpPr/>
              <p:nvPr/>
            </p:nvGrpSpPr>
            <p:grpSpPr>
              <a:xfrm>
                <a:off x="765174" y="863823"/>
                <a:ext cx="1097891" cy="285750"/>
                <a:chOff x="1745675" y="1999008"/>
                <a:chExt cx="1097891" cy="285750"/>
              </a:xfrm>
            </p:grpSpPr>
            <p:sp>
              <p:nvSpPr>
                <p:cNvPr id="370" name="TextBox 98">
                  <a:extLst>
                    <a:ext uri="{FF2B5EF4-FFF2-40B4-BE49-F238E27FC236}">
                      <a16:creationId xmlns:a16="http://schemas.microsoft.com/office/drawing/2014/main" id="{3169BDB4-E1A7-104B-8613-44DDD5028D89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AION</a:t>
                  </a:r>
                  <a:endParaRPr lang="zh-CN" altLang="en-US" sz="1700" dirty="0"/>
                </a:p>
              </p:txBody>
            </p:sp>
            <p:sp>
              <p:nvSpPr>
                <p:cNvPr id="371" name="TextBox 99">
                  <a:extLst>
                    <a:ext uri="{FF2B5EF4-FFF2-40B4-BE49-F238E27FC236}">
                      <a16:creationId xmlns:a16="http://schemas.microsoft.com/office/drawing/2014/main" id="{0B46717B-E788-ED42-BEA5-8FB88B22475D}"/>
                    </a:ext>
                  </a:extLst>
                </p:cNvPr>
                <p:cNvSpPr txBox="1"/>
                <p:nvPr/>
              </p:nvSpPr>
              <p:spPr>
                <a:xfrm>
                  <a:off x="2386366" y="201036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369" name="Picture 6">
                <a:extLst>
                  <a:ext uri="{FF2B5EF4-FFF2-40B4-BE49-F238E27FC236}">
                    <a16:creationId xmlns:a16="http://schemas.microsoft.com/office/drawing/2014/main" id="{63FBC7E4-50FC-0B4F-BEC2-D31E03BAF7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71" y="856112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96CC0620-0843-9847-8407-414D80F5A08F}"/>
                </a:ext>
              </a:extLst>
            </p:cNvPr>
            <p:cNvGrpSpPr/>
            <p:nvPr/>
          </p:nvGrpSpPr>
          <p:grpSpPr>
            <a:xfrm>
              <a:off x="2450780" y="4933370"/>
              <a:ext cx="2165126" cy="299619"/>
              <a:chOff x="218949" y="283653"/>
              <a:chExt cx="2165126" cy="299619"/>
            </a:xfrm>
          </p:grpSpPr>
          <p:grpSp>
            <p:nvGrpSpPr>
              <p:cNvPr id="373" name="组合 372">
                <a:extLst>
                  <a:ext uri="{FF2B5EF4-FFF2-40B4-BE49-F238E27FC236}">
                    <a16:creationId xmlns:a16="http://schemas.microsoft.com/office/drawing/2014/main" id="{E54268EC-C85A-2E4E-8252-FE0E372E4CE4}"/>
                  </a:ext>
                </a:extLst>
              </p:cNvPr>
              <p:cNvGrpSpPr/>
              <p:nvPr/>
            </p:nvGrpSpPr>
            <p:grpSpPr>
              <a:xfrm>
                <a:off x="552606" y="283653"/>
                <a:ext cx="1831469" cy="285750"/>
                <a:chOff x="1648060" y="2418385"/>
                <a:chExt cx="1831469" cy="285750"/>
              </a:xfrm>
            </p:grpSpPr>
            <p:sp>
              <p:nvSpPr>
                <p:cNvPr id="375" name="TextBox 98">
                  <a:extLst>
                    <a:ext uri="{FF2B5EF4-FFF2-40B4-BE49-F238E27FC236}">
                      <a16:creationId xmlns:a16="http://schemas.microsoft.com/office/drawing/2014/main" id="{06FD09A1-B339-8445-9CFB-7DB877BCBBC8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TimeSage</a:t>
                  </a:r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-MT</a:t>
                  </a:r>
                  <a:endParaRPr lang="zh-CN" altLang="en-US" sz="1700" dirty="0"/>
                </a:p>
              </p:txBody>
            </p:sp>
            <p:sp>
              <p:nvSpPr>
                <p:cNvPr id="376" name="TextBox 99">
                  <a:extLst>
                    <a:ext uri="{FF2B5EF4-FFF2-40B4-BE49-F238E27FC236}">
                      <a16:creationId xmlns:a16="http://schemas.microsoft.com/office/drawing/2014/main" id="{B568B858-232E-9941-9A6C-BD23977CF06D}"/>
                    </a:ext>
                  </a:extLst>
                </p:cNvPr>
                <p:cNvSpPr txBox="1"/>
                <p:nvPr/>
              </p:nvSpPr>
              <p:spPr>
                <a:xfrm>
                  <a:off x="3022329" y="243284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87" name="Picture 10">
                <a:extLst>
                  <a:ext uri="{FF2B5EF4-FFF2-40B4-BE49-F238E27FC236}">
                    <a16:creationId xmlns:a16="http://schemas.microsoft.com/office/drawing/2014/main" id="{FD1DB794-A06A-CD46-8093-755839CB3F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949" y="316872"/>
                <a:ext cx="241425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60" name="组合 959">
              <a:extLst>
                <a:ext uri="{FF2B5EF4-FFF2-40B4-BE49-F238E27FC236}">
                  <a16:creationId xmlns:a16="http://schemas.microsoft.com/office/drawing/2014/main" id="{9254D0E5-EB6B-A24E-A5B7-3F2B99D885C3}"/>
                </a:ext>
              </a:extLst>
            </p:cNvPr>
            <p:cNvGrpSpPr/>
            <p:nvPr/>
          </p:nvGrpSpPr>
          <p:grpSpPr>
            <a:xfrm>
              <a:off x="2720432" y="5218122"/>
              <a:ext cx="2038632" cy="290630"/>
              <a:chOff x="219112" y="2124621"/>
              <a:chExt cx="2038632" cy="290630"/>
            </a:xfrm>
          </p:grpSpPr>
          <p:grpSp>
            <p:nvGrpSpPr>
              <p:cNvPr id="380" name="组合 379">
                <a:extLst>
                  <a:ext uri="{FF2B5EF4-FFF2-40B4-BE49-F238E27FC236}">
                    <a16:creationId xmlns:a16="http://schemas.microsoft.com/office/drawing/2014/main" id="{E88E4B9F-8C70-9D4E-BD33-993BFAC0B5BB}"/>
                  </a:ext>
                </a:extLst>
              </p:cNvPr>
              <p:cNvGrpSpPr/>
              <p:nvPr/>
            </p:nvGrpSpPr>
            <p:grpSpPr>
              <a:xfrm>
                <a:off x="577961" y="2124621"/>
                <a:ext cx="1679783" cy="290630"/>
                <a:chOff x="1648060" y="2418385"/>
                <a:chExt cx="1679783" cy="290630"/>
              </a:xfrm>
            </p:grpSpPr>
            <p:sp>
              <p:nvSpPr>
                <p:cNvPr id="382" name="TextBox 98">
                  <a:extLst>
                    <a:ext uri="{FF2B5EF4-FFF2-40B4-BE49-F238E27FC236}">
                      <a16:creationId xmlns:a16="http://schemas.microsoft.com/office/drawing/2014/main" id="{6276FCC5-2554-144E-9EA6-323224E37BD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MetaCaster</a:t>
                  </a:r>
                  <a:endParaRPr lang="zh-CN" altLang="en-US" sz="1700" dirty="0"/>
                </a:p>
              </p:txBody>
            </p:sp>
            <p:sp>
              <p:nvSpPr>
                <p:cNvPr id="383" name="TextBox 99">
                  <a:extLst>
                    <a:ext uri="{FF2B5EF4-FFF2-40B4-BE49-F238E27FC236}">
                      <a16:creationId xmlns:a16="http://schemas.microsoft.com/office/drawing/2014/main" id="{EAEBB12A-2AB9-5447-84A5-82B7550157C2}"/>
                    </a:ext>
                  </a:extLst>
                </p:cNvPr>
                <p:cNvSpPr txBox="1"/>
                <p:nvPr/>
              </p:nvSpPr>
              <p:spPr>
                <a:xfrm>
                  <a:off x="2870643" y="247089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91" name="Picture 12">
                <a:extLst>
                  <a:ext uri="{FF2B5EF4-FFF2-40B4-BE49-F238E27FC236}">
                    <a16:creationId xmlns:a16="http://schemas.microsoft.com/office/drawing/2014/main" id="{B676DCBB-9350-CB48-985E-ED83E262F7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112" y="212559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30" name="组合 429">
              <a:extLst>
                <a:ext uri="{FF2B5EF4-FFF2-40B4-BE49-F238E27FC236}">
                  <a16:creationId xmlns:a16="http://schemas.microsoft.com/office/drawing/2014/main" id="{0B1FADC0-39FC-2749-9C23-584922D84189}"/>
                </a:ext>
              </a:extLst>
            </p:cNvPr>
            <p:cNvGrpSpPr/>
            <p:nvPr/>
          </p:nvGrpSpPr>
          <p:grpSpPr>
            <a:xfrm>
              <a:off x="4458905" y="4519530"/>
              <a:ext cx="2165313" cy="298243"/>
              <a:chOff x="219112" y="2172180"/>
              <a:chExt cx="2165313" cy="298243"/>
            </a:xfrm>
          </p:grpSpPr>
          <p:grpSp>
            <p:nvGrpSpPr>
              <p:cNvPr id="431" name="组合 430">
                <a:extLst>
                  <a:ext uri="{FF2B5EF4-FFF2-40B4-BE49-F238E27FC236}">
                    <a16:creationId xmlns:a16="http://schemas.microsoft.com/office/drawing/2014/main" id="{95FBBBE5-9B94-1747-B781-4B067F062344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744671" cy="285750"/>
                <a:chOff x="1648060" y="2418385"/>
                <a:chExt cx="1744671" cy="285750"/>
              </a:xfrm>
            </p:grpSpPr>
            <p:sp>
              <p:nvSpPr>
                <p:cNvPr id="433" name="TextBox 98">
                  <a:extLst>
                    <a:ext uri="{FF2B5EF4-FFF2-40B4-BE49-F238E27FC236}">
                      <a16:creationId xmlns:a16="http://schemas.microsoft.com/office/drawing/2014/main" id="{538CB43E-906B-D74A-8D3D-A73AE9C6546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FLAIRR-TS</a:t>
                  </a:r>
                  <a:endParaRPr lang="zh-CN" altLang="en-US" sz="1700" dirty="0"/>
                </a:p>
              </p:txBody>
            </p:sp>
            <p:sp>
              <p:nvSpPr>
                <p:cNvPr id="434" name="TextBox 99">
                  <a:extLst>
                    <a:ext uri="{FF2B5EF4-FFF2-40B4-BE49-F238E27FC236}">
                      <a16:creationId xmlns:a16="http://schemas.microsoft.com/office/drawing/2014/main" id="{7EB6F329-7AD8-6F49-989E-9AB905E8BC4D}"/>
                    </a:ext>
                  </a:extLst>
                </p:cNvPr>
                <p:cNvSpPr txBox="1"/>
                <p:nvPr/>
              </p:nvSpPr>
              <p:spPr>
                <a:xfrm>
                  <a:off x="2935531" y="244495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32" name="Picture 16">
                <a:extLst>
                  <a:ext uri="{FF2B5EF4-FFF2-40B4-BE49-F238E27FC236}">
                    <a16:creationId xmlns:a16="http://schemas.microsoft.com/office/drawing/2014/main" id="{D1FBAF1A-D4F5-3D48-9074-43AA91735F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112" y="217218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35" name="组合 434">
              <a:extLst>
                <a:ext uri="{FF2B5EF4-FFF2-40B4-BE49-F238E27FC236}">
                  <a16:creationId xmlns:a16="http://schemas.microsoft.com/office/drawing/2014/main" id="{B9AF8996-B2E8-094B-B397-701E17C39416}"/>
                </a:ext>
              </a:extLst>
            </p:cNvPr>
            <p:cNvGrpSpPr/>
            <p:nvPr/>
          </p:nvGrpSpPr>
          <p:grpSpPr>
            <a:xfrm>
              <a:off x="5070839" y="4853764"/>
              <a:ext cx="1821135" cy="298910"/>
              <a:chOff x="423213" y="2997683"/>
              <a:chExt cx="1821135" cy="298910"/>
            </a:xfrm>
          </p:grpSpPr>
          <p:grpSp>
            <p:nvGrpSpPr>
              <p:cNvPr id="436" name="组合 435">
                <a:extLst>
                  <a:ext uri="{FF2B5EF4-FFF2-40B4-BE49-F238E27FC236}">
                    <a16:creationId xmlns:a16="http://schemas.microsoft.com/office/drawing/2014/main" id="{DE5118D0-26CF-9841-84BA-A500F850B597}"/>
                  </a:ext>
                </a:extLst>
              </p:cNvPr>
              <p:cNvGrpSpPr/>
              <p:nvPr/>
            </p:nvGrpSpPr>
            <p:grpSpPr>
              <a:xfrm>
                <a:off x="842106" y="3010843"/>
                <a:ext cx="1402242" cy="285750"/>
                <a:chOff x="1648060" y="2418385"/>
                <a:chExt cx="1402242" cy="285750"/>
              </a:xfrm>
            </p:grpSpPr>
            <p:sp>
              <p:nvSpPr>
                <p:cNvPr id="438" name="TextBox 98">
                  <a:extLst>
                    <a:ext uri="{FF2B5EF4-FFF2-40B4-BE49-F238E27FC236}">
                      <a16:creationId xmlns:a16="http://schemas.microsoft.com/office/drawing/2014/main" id="{E69A55C9-7A0D-594A-BCAC-A446EF29826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FinCon</a:t>
                  </a:r>
                  <a:endParaRPr lang="zh-CN" altLang="en-US" sz="1700" dirty="0"/>
                </a:p>
              </p:txBody>
            </p:sp>
            <p:sp>
              <p:nvSpPr>
                <p:cNvPr id="439" name="TextBox 99">
                  <a:extLst>
                    <a:ext uri="{FF2B5EF4-FFF2-40B4-BE49-F238E27FC236}">
                      <a16:creationId xmlns:a16="http://schemas.microsoft.com/office/drawing/2014/main" id="{DF21C38F-E9DF-BC46-B767-117D0BFBCDB1}"/>
                    </a:ext>
                  </a:extLst>
                </p:cNvPr>
                <p:cNvSpPr txBox="1"/>
                <p:nvPr/>
              </p:nvSpPr>
              <p:spPr>
                <a:xfrm>
                  <a:off x="2593102" y="2456402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2024</a:t>
                  </a:r>
                  <a:endParaRPr lang="zh-CN" altLang="en-US" sz="1250" dirty="0"/>
                </a:p>
              </p:txBody>
            </p:sp>
          </p:grpSp>
          <p:pic>
            <p:nvPicPr>
              <p:cNvPr id="437" name="Picture 18">
                <a:extLst>
                  <a:ext uri="{FF2B5EF4-FFF2-40B4-BE49-F238E27FC236}">
                    <a16:creationId xmlns:a16="http://schemas.microsoft.com/office/drawing/2014/main" id="{D7DD25D6-20CD-5B49-8067-4332354CBE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213" y="2997683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40" name="组合 439">
              <a:extLst>
                <a:ext uri="{FF2B5EF4-FFF2-40B4-BE49-F238E27FC236}">
                  <a16:creationId xmlns:a16="http://schemas.microsoft.com/office/drawing/2014/main" id="{4952BEC0-EBD3-8F4F-BC36-DD0A12287972}"/>
                </a:ext>
              </a:extLst>
            </p:cNvPr>
            <p:cNvGrpSpPr/>
            <p:nvPr/>
          </p:nvGrpSpPr>
          <p:grpSpPr>
            <a:xfrm>
              <a:off x="4294689" y="3927112"/>
              <a:ext cx="2062628" cy="291571"/>
              <a:chOff x="435095" y="3665599"/>
              <a:chExt cx="2062628" cy="291571"/>
            </a:xfrm>
          </p:grpSpPr>
          <p:grpSp>
            <p:nvGrpSpPr>
              <p:cNvPr id="441" name="组合 440">
                <a:extLst>
                  <a:ext uri="{FF2B5EF4-FFF2-40B4-BE49-F238E27FC236}">
                    <a16:creationId xmlns:a16="http://schemas.microsoft.com/office/drawing/2014/main" id="{3BA0B912-6762-9E4A-9435-26F0CDEB342E}"/>
                  </a:ext>
                </a:extLst>
              </p:cNvPr>
              <p:cNvGrpSpPr/>
              <p:nvPr/>
            </p:nvGrpSpPr>
            <p:grpSpPr>
              <a:xfrm>
                <a:off x="817420" y="3671420"/>
                <a:ext cx="1680303" cy="285750"/>
                <a:chOff x="1648060" y="2418385"/>
                <a:chExt cx="1680303" cy="285750"/>
              </a:xfrm>
            </p:grpSpPr>
            <p:sp>
              <p:nvSpPr>
                <p:cNvPr id="443" name="TextBox 98">
                  <a:extLst>
                    <a:ext uri="{FF2B5EF4-FFF2-40B4-BE49-F238E27FC236}">
                      <a16:creationId xmlns:a16="http://schemas.microsoft.com/office/drawing/2014/main" id="{65843F3C-CBEF-3741-8ADA-2EED527ACC53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TS-Scientist</a:t>
                  </a:r>
                  <a:endParaRPr lang="zh-CN" altLang="en-US" sz="1700" dirty="0"/>
                </a:p>
              </p:txBody>
            </p:sp>
            <p:sp>
              <p:nvSpPr>
                <p:cNvPr id="444" name="TextBox 99">
                  <a:extLst>
                    <a:ext uri="{FF2B5EF4-FFF2-40B4-BE49-F238E27FC236}">
                      <a16:creationId xmlns:a16="http://schemas.microsoft.com/office/drawing/2014/main" id="{6D88F725-317F-3843-8A26-7F898A51A966}"/>
                    </a:ext>
                  </a:extLst>
                </p:cNvPr>
                <p:cNvSpPr txBox="1"/>
                <p:nvPr/>
              </p:nvSpPr>
              <p:spPr>
                <a:xfrm>
                  <a:off x="2871163" y="244542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42" name="Picture 20">
                <a:extLst>
                  <a:ext uri="{FF2B5EF4-FFF2-40B4-BE49-F238E27FC236}">
                    <a16:creationId xmlns:a16="http://schemas.microsoft.com/office/drawing/2014/main" id="{08E64662-1F3B-7046-BDC3-222FEE21C6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095" y="366559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07D37882-BD1A-B741-B9F2-BE2C0B3F1E43}"/>
                </a:ext>
              </a:extLst>
            </p:cNvPr>
            <p:cNvGrpSpPr/>
            <p:nvPr/>
          </p:nvGrpSpPr>
          <p:grpSpPr>
            <a:xfrm>
              <a:off x="6805574" y="4090598"/>
              <a:ext cx="1971705" cy="301985"/>
              <a:chOff x="269856" y="3650635"/>
              <a:chExt cx="1971705" cy="301985"/>
            </a:xfrm>
          </p:grpSpPr>
          <p:grpSp>
            <p:nvGrpSpPr>
              <p:cNvPr id="458" name="组合 457">
                <a:extLst>
                  <a:ext uri="{FF2B5EF4-FFF2-40B4-BE49-F238E27FC236}">
                    <a16:creationId xmlns:a16="http://schemas.microsoft.com/office/drawing/2014/main" id="{604E1C84-547A-034D-9DD7-497E919228A3}"/>
                  </a:ext>
                </a:extLst>
              </p:cNvPr>
              <p:cNvGrpSpPr/>
              <p:nvPr/>
            </p:nvGrpSpPr>
            <p:grpSpPr>
              <a:xfrm>
                <a:off x="701978" y="3650635"/>
                <a:ext cx="1539583" cy="285750"/>
                <a:chOff x="1648060" y="2418387"/>
                <a:chExt cx="1539583" cy="285750"/>
              </a:xfrm>
            </p:grpSpPr>
            <p:sp>
              <p:nvSpPr>
                <p:cNvPr id="460" name="TextBox 98">
                  <a:extLst>
                    <a:ext uri="{FF2B5EF4-FFF2-40B4-BE49-F238E27FC236}">
                      <a16:creationId xmlns:a16="http://schemas.microsoft.com/office/drawing/2014/main" id="{6E7EFDA6-B4AC-8045-8AB0-4936E16B1614}"/>
                    </a:ext>
                  </a:extLst>
                </p:cNvPr>
                <p:cNvSpPr txBox="1"/>
                <p:nvPr/>
              </p:nvSpPr>
              <p:spPr>
                <a:xfrm>
                  <a:off x="1648060" y="2418387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TimeClaw</a:t>
                  </a:r>
                  <a:endParaRPr lang="zh-CN" altLang="en-US" sz="1700" dirty="0"/>
                </a:p>
              </p:txBody>
            </p:sp>
            <p:sp>
              <p:nvSpPr>
                <p:cNvPr id="461" name="TextBox 99">
                  <a:extLst>
                    <a:ext uri="{FF2B5EF4-FFF2-40B4-BE49-F238E27FC236}">
                      <a16:creationId xmlns:a16="http://schemas.microsoft.com/office/drawing/2014/main" id="{249F94A4-24AE-3F48-98B3-BA39CA58C098}"/>
                    </a:ext>
                  </a:extLst>
                </p:cNvPr>
                <p:cNvSpPr txBox="1"/>
                <p:nvPr/>
              </p:nvSpPr>
              <p:spPr>
                <a:xfrm>
                  <a:off x="2730443" y="245794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59" name="Picture 22">
                <a:extLst>
                  <a:ext uri="{FF2B5EF4-FFF2-40B4-BE49-F238E27FC236}">
                    <a16:creationId xmlns:a16="http://schemas.microsoft.com/office/drawing/2014/main" id="{16F544C0-B3FD-2E4A-BBC3-42F9420022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856" y="368622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62" name="组合 461">
              <a:extLst>
                <a:ext uri="{FF2B5EF4-FFF2-40B4-BE49-F238E27FC236}">
                  <a16:creationId xmlns:a16="http://schemas.microsoft.com/office/drawing/2014/main" id="{F01A44EF-0BD0-F74D-8195-C71A40CEB1BA}"/>
                </a:ext>
              </a:extLst>
            </p:cNvPr>
            <p:cNvGrpSpPr/>
            <p:nvPr/>
          </p:nvGrpSpPr>
          <p:grpSpPr>
            <a:xfrm>
              <a:off x="6136269" y="2617282"/>
              <a:ext cx="1804276" cy="312126"/>
              <a:chOff x="379306" y="4113660"/>
              <a:chExt cx="1804276" cy="312126"/>
            </a:xfrm>
          </p:grpSpPr>
          <p:grpSp>
            <p:nvGrpSpPr>
              <p:cNvPr id="463" name="组合 462">
                <a:extLst>
                  <a:ext uri="{FF2B5EF4-FFF2-40B4-BE49-F238E27FC236}">
                    <a16:creationId xmlns:a16="http://schemas.microsoft.com/office/drawing/2014/main" id="{261CA0CD-509F-5542-A0FF-D284DA31BBC0}"/>
                  </a:ext>
                </a:extLst>
              </p:cNvPr>
              <p:cNvGrpSpPr/>
              <p:nvPr/>
            </p:nvGrpSpPr>
            <p:grpSpPr>
              <a:xfrm>
                <a:off x="712931" y="4131403"/>
                <a:ext cx="1470651" cy="294383"/>
                <a:chOff x="1648060" y="2418385"/>
                <a:chExt cx="1470651" cy="294383"/>
              </a:xfrm>
            </p:grpSpPr>
            <p:sp>
              <p:nvSpPr>
                <p:cNvPr id="465" name="TextBox 98">
                  <a:extLst>
                    <a:ext uri="{FF2B5EF4-FFF2-40B4-BE49-F238E27FC236}">
                      <a16:creationId xmlns:a16="http://schemas.microsoft.com/office/drawing/2014/main" id="{0CEB0715-C1F9-8043-AD83-D9BD65320A71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TimeClaw</a:t>
                  </a:r>
                  <a:endParaRPr lang="zh-CN" altLang="en-US" sz="1700" dirty="0"/>
                </a:p>
              </p:txBody>
            </p:sp>
            <p:sp>
              <p:nvSpPr>
                <p:cNvPr id="466" name="TextBox 99">
                  <a:extLst>
                    <a:ext uri="{FF2B5EF4-FFF2-40B4-BE49-F238E27FC236}">
                      <a16:creationId xmlns:a16="http://schemas.microsoft.com/office/drawing/2014/main" id="{79B420E3-72A5-B348-B804-357558B3F2B3}"/>
                    </a:ext>
                  </a:extLst>
                </p:cNvPr>
                <p:cNvSpPr txBox="1"/>
                <p:nvPr/>
              </p:nvSpPr>
              <p:spPr>
                <a:xfrm>
                  <a:off x="2661511" y="247464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64" name="Picture 24">
                <a:extLst>
                  <a:ext uri="{FF2B5EF4-FFF2-40B4-BE49-F238E27FC236}">
                    <a16:creationId xmlns:a16="http://schemas.microsoft.com/office/drawing/2014/main" id="{9C30C6E2-E166-7B47-9B09-2AFF555107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306" y="4113660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06" name="组合 505">
              <a:extLst>
                <a:ext uri="{FF2B5EF4-FFF2-40B4-BE49-F238E27FC236}">
                  <a16:creationId xmlns:a16="http://schemas.microsoft.com/office/drawing/2014/main" id="{F87DCFF1-DA27-9848-990C-EE743F44DE75}"/>
                </a:ext>
              </a:extLst>
            </p:cNvPr>
            <p:cNvGrpSpPr/>
            <p:nvPr/>
          </p:nvGrpSpPr>
          <p:grpSpPr>
            <a:xfrm>
              <a:off x="4069312" y="3606002"/>
              <a:ext cx="2141484" cy="285750"/>
              <a:chOff x="3222924" y="-919683"/>
              <a:chExt cx="2141484" cy="285750"/>
            </a:xfrm>
          </p:grpSpPr>
          <p:grpSp>
            <p:nvGrpSpPr>
              <p:cNvPr id="468" name="组合 467">
                <a:extLst>
                  <a:ext uri="{FF2B5EF4-FFF2-40B4-BE49-F238E27FC236}">
                    <a16:creationId xmlns:a16="http://schemas.microsoft.com/office/drawing/2014/main" id="{FDE12567-F435-194B-BD5F-CF5C82AD5F96}"/>
                  </a:ext>
                </a:extLst>
              </p:cNvPr>
              <p:cNvGrpSpPr/>
              <p:nvPr/>
            </p:nvGrpSpPr>
            <p:grpSpPr>
              <a:xfrm>
                <a:off x="3595441" y="-919683"/>
                <a:ext cx="1768967" cy="285750"/>
                <a:chOff x="1648060" y="2418385"/>
                <a:chExt cx="1768967" cy="285750"/>
              </a:xfrm>
            </p:grpSpPr>
            <p:sp>
              <p:nvSpPr>
                <p:cNvPr id="470" name="TextBox 98">
                  <a:extLst>
                    <a:ext uri="{FF2B5EF4-FFF2-40B4-BE49-F238E27FC236}">
                      <a16:creationId xmlns:a16="http://schemas.microsoft.com/office/drawing/2014/main" id="{C5B64B7A-1557-B949-BD09-E79E1FD28475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BatteryLake</a:t>
                  </a:r>
                  <a:endParaRPr lang="zh-CN" altLang="en-US" sz="1700" dirty="0"/>
                </a:p>
              </p:txBody>
            </p:sp>
            <p:sp>
              <p:nvSpPr>
                <p:cNvPr id="471" name="TextBox 99">
                  <a:extLst>
                    <a:ext uri="{FF2B5EF4-FFF2-40B4-BE49-F238E27FC236}">
                      <a16:creationId xmlns:a16="http://schemas.microsoft.com/office/drawing/2014/main" id="{832CD4C0-60CE-A941-896C-CBB65BF675F2}"/>
                    </a:ext>
                  </a:extLst>
                </p:cNvPr>
                <p:cNvSpPr txBox="1"/>
                <p:nvPr/>
              </p:nvSpPr>
              <p:spPr>
                <a:xfrm>
                  <a:off x="2959827" y="242972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54" name="Picture 26">
                <a:extLst>
                  <a:ext uri="{FF2B5EF4-FFF2-40B4-BE49-F238E27FC236}">
                    <a16:creationId xmlns:a16="http://schemas.microsoft.com/office/drawing/2014/main" id="{ADE69DDB-354A-024E-B5F6-7ACB1C551D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2924" y="-91693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73" name="组合 472">
              <a:extLst>
                <a:ext uri="{FF2B5EF4-FFF2-40B4-BE49-F238E27FC236}">
                  <a16:creationId xmlns:a16="http://schemas.microsoft.com/office/drawing/2014/main" id="{93305D74-A344-9C49-AC2D-6D0E28077A28}"/>
                </a:ext>
              </a:extLst>
            </p:cNvPr>
            <p:cNvGrpSpPr/>
            <p:nvPr/>
          </p:nvGrpSpPr>
          <p:grpSpPr>
            <a:xfrm>
              <a:off x="1284752" y="8170457"/>
              <a:ext cx="1794209" cy="285750"/>
              <a:chOff x="512006" y="1978254"/>
              <a:chExt cx="1794209" cy="285750"/>
            </a:xfrm>
          </p:grpSpPr>
          <p:grpSp>
            <p:nvGrpSpPr>
              <p:cNvPr id="474" name="组合 473">
                <a:extLst>
                  <a:ext uri="{FF2B5EF4-FFF2-40B4-BE49-F238E27FC236}">
                    <a16:creationId xmlns:a16="http://schemas.microsoft.com/office/drawing/2014/main" id="{D3E177D8-41D3-4F44-8E12-BE986115E7CF}"/>
                  </a:ext>
                </a:extLst>
              </p:cNvPr>
              <p:cNvGrpSpPr/>
              <p:nvPr/>
            </p:nvGrpSpPr>
            <p:grpSpPr>
              <a:xfrm>
                <a:off x="971706" y="1978254"/>
                <a:ext cx="1334509" cy="285750"/>
                <a:chOff x="1648060" y="2418385"/>
                <a:chExt cx="1334509" cy="285750"/>
              </a:xfrm>
            </p:grpSpPr>
            <p:sp>
              <p:nvSpPr>
                <p:cNvPr id="476" name="TextBox 98">
                  <a:extLst>
                    <a:ext uri="{FF2B5EF4-FFF2-40B4-BE49-F238E27FC236}">
                      <a16:creationId xmlns:a16="http://schemas.microsoft.com/office/drawing/2014/main" id="{CC264B3C-7F66-4549-8DF0-4187CC32048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TS-Skill</a:t>
                  </a:r>
                  <a:endParaRPr lang="zh-CN" altLang="en-US" sz="1700" dirty="0"/>
                </a:p>
              </p:txBody>
            </p:sp>
            <p:sp>
              <p:nvSpPr>
                <p:cNvPr id="477" name="TextBox 99">
                  <a:extLst>
                    <a:ext uri="{FF2B5EF4-FFF2-40B4-BE49-F238E27FC236}">
                      <a16:creationId xmlns:a16="http://schemas.microsoft.com/office/drawing/2014/main" id="{CF54C653-3B4B-FE47-9A87-2604AED72A72}"/>
                    </a:ext>
                  </a:extLst>
                </p:cNvPr>
                <p:cNvSpPr txBox="1"/>
                <p:nvPr/>
              </p:nvSpPr>
              <p:spPr>
                <a:xfrm>
                  <a:off x="2525369" y="243460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75" name="Picture 8">
                <a:extLst>
                  <a:ext uri="{FF2B5EF4-FFF2-40B4-BE49-F238E27FC236}">
                    <a16:creationId xmlns:a16="http://schemas.microsoft.com/office/drawing/2014/main" id="{B18A7C8E-06F9-F840-B9FF-053A5941BA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006" y="1994473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F6C45CD8-89AA-2749-B8C5-583B4B920DE1}"/>
                </a:ext>
              </a:extLst>
            </p:cNvPr>
            <p:cNvGrpSpPr/>
            <p:nvPr/>
          </p:nvGrpSpPr>
          <p:grpSpPr>
            <a:xfrm>
              <a:off x="1156465" y="8727009"/>
              <a:ext cx="1993886" cy="298243"/>
              <a:chOff x="219112" y="2172180"/>
              <a:chExt cx="1993886" cy="298243"/>
            </a:xfrm>
          </p:grpSpPr>
          <p:grpSp>
            <p:nvGrpSpPr>
              <p:cNvPr id="479" name="组合 478">
                <a:extLst>
                  <a:ext uri="{FF2B5EF4-FFF2-40B4-BE49-F238E27FC236}">
                    <a16:creationId xmlns:a16="http://schemas.microsoft.com/office/drawing/2014/main" id="{17A38953-899A-B94D-87E7-DFC68A0DC6AB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573244" cy="285750"/>
                <a:chOff x="1648060" y="2418385"/>
                <a:chExt cx="1573244" cy="285750"/>
              </a:xfrm>
            </p:grpSpPr>
            <p:sp>
              <p:nvSpPr>
                <p:cNvPr id="481" name="TextBox 98">
                  <a:extLst>
                    <a:ext uri="{FF2B5EF4-FFF2-40B4-BE49-F238E27FC236}">
                      <a16:creationId xmlns:a16="http://schemas.microsoft.com/office/drawing/2014/main" id="{40CB61B5-DC6F-9B49-84AD-6BE085CF1E9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TFRBench</a:t>
                  </a:r>
                  <a:endParaRPr lang="zh-CN" altLang="en-US" sz="1700" dirty="0"/>
                </a:p>
              </p:txBody>
            </p:sp>
            <p:sp>
              <p:nvSpPr>
                <p:cNvPr id="482" name="TextBox 99">
                  <a:extLst>
                    <a:ext uri="{FF2B5EF4-FFF2-40B4-BE49-F238E27FC236}">
                      <a16:creationId xmlns:a16="http://schemas.microsoft.com/office/drawing/2014/main" id="{D0F5BE51-E256-EE44-8A5B-8179B5AF09DE}"/>
                    </a:ext>
                  </a:extLst>
                </p:cNvPr>
                <p:cNvSpPr txBox="1"/>
                <p:nvPr/>
              </p:nvSpPr>
              <p:spPr>
                <a:xfrm>
                  <a:off x="2764104" y="245248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80" name="Picture 16">
                <a:extLst>
                  <a:ext uri="{FF2B5EF4-FFF2-40B4-BE49-F238E27FC236}">
                    <a16:creationId xmlns:a16="http://schemas.microsoft.com/office/drawing/2014/main" id="{0C608EE8-4791-4748-89F9-8BD9A96B60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112" y="217218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56" name="组合 455">
              <a:extLst>
                <a:ext uri="{FF2B5EF4-FFF2-40B4-BE49-F238E27FC236}">
                  <a16:creationId xmlns:a16="http://schemas.microsoft.com/office/drawing/2014/main" id="{C8A8CE96-0502-E34A-BE1F-22835F8F21A5}"/>
                </a:ext>
              </a:extLst>
            </p:cNvPr>
            <p:cNvGrpSpPr/>
            <p:nvPr/>
          </p:nvGrpSpPr>
          <p:grpSpPr>
            <a:xfrm>
              <a:off x="1526261" y="9345504"/>
              <a:ext cx="1724882" cy="301393"/>
              <a:chOff x="-1368052" y="5606245"/>
              <a:chExt cx="1724882" cy="301393"/>
            </a:xfrm>
          </p:grpSpPr>
          <p:grpSp>
            <p:nvGrpSpPr>
              <p:cNvPr id="484" name="组合 483">
                <a:extLst>
                  <a:ext uri="{FF2B5EF4-FFF2-40B4-BE49-F238E27FC236}">
                    <a16:creationId xmlns:a16="http://schemas.microsoft.com/office/drawing/2014/main" id="{F109B9CF-DAA6-BE45-9300-3445D067E6C9}"/>
                  </a:ext>
                </a:extLst>
              </p:cNvPr>
              <p:cNvGrpSpPr/>
              <p:nvPr/>
            </p:nvGrpSpPr>
            <p:grpSpPr>
              <a:xfrm>
                <a:off x="-1007782" y="5606245"/>
                <a:ext cx="1364612" cy="285750"/>
                <a:chOff x="1648060" y="2418385"/>
                <a:chExt cx="1364612" cy="285750"/>
              </a:xfrm>
            </p:grpSpPr>
            <p:sp>
              <p:nvSpPr>
                <p:cNvPr id="486" name="TextBox 98">
                  <a:extLst>
                    <a:ext uri="{FF2B5EF4-FFF2-40B4-BE49-F238E27FC236}">
                      <a16:creationId xmlns:a16="http://schemas.microsoft.com/office/drawing/2014/main" id="{17245670-97A9-0944-9D64-13FCD0264B4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ARGOS</a:t>
                  </a:r>
                  <a:endParaRPr lang="zh-CN" altLang="en-US" sz="1700" dirty="0"/>
                </a:p>
              </p:txBody>
            </p:sp>
            <p:sp>
              <p:nvSpPr>
                <p:cNvPr id="487" name="TextBox 99">
                  <a:extLst>
                    <a:ext uri="{FF2B5EF4-FFF2-40B4-BE49-F238E27FC236}">
                      <a16:creationId xmlns:a16="http://schemas.microsoft.com/office/drawing/2014/main" id="{C76BBA18-CE9E-524E-B988-AF8199FD8852}"/>
                    </a:ext>
                  </a:extLst>
                </p:cNvPr>
                <p:cNvSpPr txBox="1"/>
                <p:nvPr/>
              </p:nvSpPr>
              <p:spPr>
                <a:xfrm>
                  <a:off x="2555472" y="2453542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55" name="Picture 28">
                <a:extLst>
                  <a:ext uri="{FF2B5EF4-FFF2-40B4-BE49-F238E27FC236}">
                    <a16:creationId xmlns:a16="http://schemas.microsoft.com/office/drawing/2014/main" id="{7C4C6C3C-1FA6-664F-BB04-CDA3350A6B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368052" y="5641238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88" name="组合 487">
              <a:extLst>
                <a:ext uri="{FF2B5EF4-FFF2-40B4-BE49-F238E27FC236}">
                  <a16:creationId xmlns:a16="http://schemas.microsoft.com/office/drawing/2014/main" id="{4067A2E5-6492-C24A-96ED-7CA5EEB69217}"/>
                </a:ext>
              </a:extLst>
            </p:cNvPr>
            <p:cNvGrpSpPr/>
            <p:nvPr/>
          </p:nvGrpSpPr>
          <p:grpSpPr>
            <a:xfrm>
              <a:off x="1764269" y="6730749"/>
              <a:ext cx="1729346" cy="290582"/>
              <a:chOff x="-1073192" y="5700907"/>
              <a:chExt cx="1729346" cy="290582"/>
            </a:xfrm>
          </p:grpSpPr>
          <p:grpSp>
            <p:nvGrpSpPr>
              <p:cNvPr id="446" name="组合 445">
                <a:extLst>
                  <a:ext uri="{FF2B5EF4-FFF2-40B4-BE49-F238E27FC236}">
                    <a16:creationId xmlns:a16="http://schemas.microsoft.com/office/drawing/2014/main" id="{9DE0DD9D-D6B6-F544-8B6C-2FA85B912014}"/>
                  </a:ext>
                </a:extLst>
              </p:cNvPr>
              <p:cNvGrpSpPr/>
              <p:nvPr/>
            </p:nvGrpSpPr>
            <p:grpSpPr>
              <a:xfrm>
                <a:off x="-733181" y="5700907"/>
                <a:ext cx="1389335" cy="285750"/>
                <a:chOff x="1648060" y="2418385"/>
                <a:chExt cx="1389335" cy="285750"/>
              </a:xfrm>
            </p:grpSpPr>
            <p:sp>
              <p:nvSpPr>
                <p:cNvPr id="448" name="TextBox 98">
                  <a:extLst>
                    <a:ext uri="{FF2B5EF4-FFF2-40B4-BE49-F238E27FC236}">
                      <a16:creationId xmlns:a16="http://schemas.microsoft.com/office/drawing/2014/main" id="{1E9EA0B6-1940-4F4E-B2A5-111F694959C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MarsTSC</a:t>
                  </a:r>
                  <a:endParaRPr lang="zh-CN" altLang="en-US" sz="1700" dirty="0"/>
                </a:p>
              </p:txBody>
            </p:sp>
            <p:sp>
              <p:nvSpPr>
                <p:cNvPr id="449" name="TextBox 99">
                  <a:extLst>
                    <a:ext uri="{FF2B5EF4-FFF2-40B4-BE49-F238E27FC236}">
                      <a16:creationId xmlns:a16="http://schemas.microsoft.com/office/drawing/2014/main" id="{19A46BE5-F1BD-E04D-B45B-58407050FEEF}"/>
                    </a:ext>
                  </a:extLst>
                </p:cNvPr>
                <p:cNvSpPr txBox="1"/>
                <p:nvPr/>
              </p:nvSpPr>
              <p:spPr>
                <a:xfrm>
                  <a:off x="2580195" y="2435572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72" name="Picture 30">
                <a:extLst>
                  <a:ext uri="{FF2B5EF4-FFF2-40B4-BE49-F238E27FC236}">
                    <a16:creationId xmlns:a16="http://schemas.microsoft.com/office/drawing/2014/main" id="{D716970D-28D9-5249-B26C-308CC6F370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073192" y="572508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5CBDD920-9E72-944C-9BFE-02B0B8456A83}"/>
                </a:ext>
              </a:extLst>
            </p:cNvPr>
            <p:cNvGrpSpPr/>
            <p:nvPr/>
          </p:nvGrpSpPr>
          <p:grpSpPr>
            <a:xfrm>
              <a:off x="2190082" y="7534389"/>
              <a:ext cx="1912939" cy="288864"/>
              <a:chOff x="339575" y="4131403"/>
              <a:chExt cx="1912939" cy="288864"/>
            </a:xfrm>
          </p:grpSpPr>
          <p:grpSp>
            <p:nvGrpSpPr>
              <p:cNvPr id="451" name="组合 450">
                <a:extLst>
                  <a:ext uri="{FF2B5EF4-FFF2-40B4-BE49-F238E27FC236}">
                    <a16:creationId xmlns:a16="http://schemas.microsoft.com/office/drawing/2014/main" id="{7A93F5B3-2408-5746-A1A9-2C40BB6506D7}"/>
                  </a:ext>
                </a:extLst>
              </p:cNvPr>
              <p:cNvGrpSpPr/>
              <p:nvPr/>
            </p:nvGrpSpPr>
            <p:grpSpPr>
              <a:xfrm>
                <a:off x="712931" y="4131403"/>
                <a:ext cx="1539583" cy="285750"/>
                <a:chOff x="1648060" y="2418385"/>
                <a:chExt cx="1539583" cy="285750"/>
              </a:xfrm>
            </p:grpSpPr>
            <p:sp>
              <p:nvSpPr>
                <p:cNvPr id="452" name="TextBox 98">
                  <a:extLst>
                    <a:ext uri="{FF2B5EF4-FFF2-40B4-BE49-F238E27FC236}">
                      <a16:creationId xmlns:a16="http://schemas.microsoft.com/office/drawing/2014/main" id="{5EEA6FCC-2CE3-9040-A044-9FD1CB33A0A6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TimeCAP</a:t>
                  </a:r>
                  <a:endParaRPr lang="zh-CN" altLang="en-US" sz="1700" dirty="0"/>
                </a:p>
              </p:txBody>
            </p:sp>
            <p:sp>
              <p:nvSpPr>
                <p:cNvPr id="453" name="TextBox 99">
                  <a:extLst>
                    <a:ext uri="{FF2B5EF4-FFF2-40B4-BE49-F238E27FC236}">
                      <a16:creationId xmlns:a16="http://schemas.microsoft.com/office/drawing/2014/main" id="{193DECB5-109D-4D4F-B9F3-037ACF692E9F}"/>
                    </a:ext>
                  </a:extLst>
                </p:cNvPr>
                <p:cNvSpPr txBox="1"/>
                <p:nvPr/>
              </p:nvSpPr>
              <p:spPr>
                <a:xfrm>
                  <a:off x="2730443" y="245794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89" name="Picture 32">
                <a:extLst>
                  <a:ext uri="{FF2B5EF4-FFF2-40B4-BE49-F238E27FC236}">
                    <a16:creationId xmlns:a16="http://schemas.microsoft.com/office/drawing/2014/main" id="{A9893944-C8F3-2D47-BF40-E2E4E37430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575" y="415386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2" name="组合 491">
              <a:extLst>
                <a:ext uri="{FF2B5EF4-FFF2-40B4-BE49-F238E27FC236}">
                  <a16:creationId xmlns:a16="http://schemas.microsoft.com/office/drawing/2014/main" id="{81031937-2A58-AC4F-AB2D-39FE7C3B8911}"/>
                </a:ext>
              </a:extLst>
            </p:cNvPr>
            <p:cNvGrpSpPr/>
            <p:nvPr/>
          </p:nvGrpSpPr>
          <p:grpSpPr>
            <a:xfrm>
              <a:off x="2044583" y="7297941"/>
              <a:ext cx="1447610" cy="294300"/>
              <a:chOff x="-1221138" y="4914540"/>
              <a:chExt cx="1447610" cy="294300"/>
            </a:xfrm>
          </p:grpSpPr>
          <p:grpSp>
            <p:nvGrpSpPr>
              <p:cNvPr id="419" name="组合 418">
                <a:extLst>
                  <a:ext uri="{FF2B5EF4-FFF2-40B4-BE49-F238E27FC236}">
                    <a16:creationId xmlns:a16="http://schemas.microsoft.com/office/drawing/2014/main" id="{4D5886E1-AB9C-D44B-B753-A795DEB50F68}"/>
                  </a:ext>
                </a:extLst>
              </p:cNvPr>
              <p:cNvGrpSpPr/>
              <p:nvPr/>
            </p:nvGrpSpPr>
            <p:grpSpPr>
              <a:xfrm>
                <a:off x="-886554" y="4923090"/>
                <a:ext cx="1113026" cy="285750"/>
                <a:chOff x="1648060" y="2418385"/>
                <a:chExt cx="1113026" cy="285750"/>
              </a:xfrm>
            </p:grpSpPr>
            <p:sp>
              <p:nvSpPr>
                <p:cNvPr id="421" name="TextBox 98">
                  <a:extLst>
                    <a:ext uri="{FF2B5EF4-FFF2-40B4-BE49-F238E27FC236}">
                      <a16:creationId xmlns:a16="http://schemas.microsoft.com/office/drawing/2014/main" id="{602591FD-EB32-FF44-9BE0-AB582F1CFAE8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FETA</a:t>
                  </a:r>
                  <a:endParaRPr lang="zh-CN" altLang="en-US" sz="1700" dirty="0"/>
                </a:p>
              </p:txBody>
            </p:sp>
            <p:sp>
              <p:nvSpPr>
                <p:cNvPr id="422" name="TextBox 99">
                  <a:extLst>
                    <a:ext uri="{FF2B5EF4-FFF2-40B4-BE49-F238E27FC236}">
                      <a16:creationId xmlns:a16="http://schemas.microsoft.com/office/drawing/2014/main" id="{5D2647DA-F468-4B43-9803-7FB96B0D697C}"/>
                    </a:ext>
                  </a:extLst>
                </p:cNvPr>
                <p:cNvSpPr txBox="1"/>
                <p:nvPr/>
              </p:nvSpPr>
              <p:spPr>
                <a:xfrm>
                  <a:off x="2303886" y="242397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91" name="Picture 34">
                <a:extLst>
                  <a:ext uri="{FF2B5EF4-FFF2-40B4-BE49-F238E27FC236}">
                    <a16:creationId xmlns:a16="http://schemas.microsoft.com/office/drawing/2014/main" id="{5A4014C7-4242-2740-9F04-F1A371845E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221138" y="491454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4" name="组合 493">
              <a:extLst>
                <a:ext uri="{FF2B5EF4-FFF2-40B4-BE49-F238E27FC236}">
                  <a16:creationId xmlns:a16="http://schemas.microsoft.com/office/drawing/2014/main" id="{8E797B09-EE4E-BA43-9B75-1365951B36D9}"/>
                </a:ext>
              </a:extLst>
            </p:cNvPr>
            <p:cNvGrpSpPr/>
            <p:nvPr/>
          </p:nvGrpSpPr>
          <p:grpSpPr>
            <a:xfrm>
              <a:off x="2734592" y="5504576"/>
              <a:ext cx="2097749" cy="291398"/>
              <a:chOff x="480898" y="2656523"/>
              <a:chExt cx="2097749" cy="291398"/>
            </a:xfrm>
          </p:grpSpPr>
          <p:grpSp>
            <p:nvGrpSpPr>
              <p:cNvPr id="412" name="组合 411">
                <a:extLst>
                  <a:ext uri="{FF2B5EF4-FFF2-40B4-BE49-F238E27FC236}">
                    <a16:creationId xmlns:a16="http://schemas.microsoft.com/office/drawing/2014/main" id="{C7AC150A-E9E6-9842-B3BA-E2C4BB4F6B72}"/>
                  </a:ext>
                </a:extLst>
              </p:cNvPr>
              <p:cNvGrpSpPr/>
              <p:nvPr/>
            </p:nvGrpSpPr>
            <p:grpSpPr>
              <a:xfrm>
                <a:off x="829331" y="2656523"/>
                <a:ext cx="1749316" cy="285750"/>
                <a:chOff x="1648060" y="2418385"/>
                <a:chExt cx="1749316" cy="285750"/>
              </a:xfrm>
            </p:grpSpPr>
            <p:sp>
              <p:nvSpPr>
                <p:cNvPr id="414" name="TextBox 98">
                  <a:extLst>
                    <a:ext uri="{FF2B5EF4-FFF2-40B4-BE49-F238E27FC236}">
                      <a16:creationId xmlns:a16="http://schemas.microsoft.com/office/drawing/2014/main" id="{70A727EA-78C3-214B-87C3-DF04168182E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MoiraiAgent</a:t>
                  </a:r>
                  <a:endParaRPr lang="zh-CN" altLang="en-US" sz="1700" dirty="0"/>
                </a:p>
              </p:txBody>
            </p:sp>
            <p:sp>
              <p:nvSpPr>
                <p:cNvPr id="415" name="TextBox 99">
                  <a:extLst>
                    <a:ext uri="{FF2B5EF4-FFF2-40B4-BE49-F238E27FC236}">
                      <a16:creationId xmlns:a16="http://schemas.microsoft.com/office/drawing/2014/main" id="{145CBB2D-EE77-E442-92AB-371E8835359A}"/>
                    </a:ext>
                  </a:extLst>
                </p:cNvPr>
                <p:cNvSpPr txBox="1"/>
                <p:nvPr/>
              </p:nvSpPr>
              <p:spPr>
                <a:xfrm>
                  <a:off x="2940176" y="244595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93" name="Picture 36">
                <a:extLst>
                  <a:ext uri="{FF2B5EF4-FFF2-40B4-BE49-F238E27FC236}">
                    <a16:creationId xmlns:a16="http://schemas.microsoft.com/office/drawing/2014/main" id="{F4BAEE1C-E6BA-2541-8004-F89A16A3C5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898" y="268152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CF70BFA6-66F4-B847-8896-FEFAA9B6DDDE}"/>
                </a:ext>
              </a:extLst>
            </p:cNvPr>
            <p:cNvGrpSpPr/>
            <p:nvPr/>
          </p:nvGrpSpPr>
          <p:grpSpPr>
            <a:xfrm>
              <a:off x="2753633" y="5758147"/>
              <a:ext cx="1989023" cy="356400"/>
              <a:chOff x="321655" y="4102037"/>
              <a:chExt cx="1989023" cy="356400"/>
            </a:xfrm>
          </p:grpSpPr>
          <p:grpSp>
            <p:nvGrpSpPr>
              <p:cNvPr id="499" name="组合 498">
                <a:extLst>
                  <a:ext uri="{FF2B5EF4-FFF2-40B4-BE49-F238E27FC236}">
                    <a16:creationId xmlns:a16="http://schemas.microsoft.com/office/drawing/2014/main" id="{3EDECDE0-0F4E-2343-A094-5DE9B4908F10}"/>
                  </a:ext>
                </a:extLst>
              </p:cNvPr>
              <p:cNvGrpSpPr/>
              <p:nvPr/>
            </p:nvGrpSpPr>
            <p:grpSpPr>
              <a:xfrm>
                <a:off x="712931" y="4131403"/>
                <a:ext cx="1597747" cy="285750"/>
                <a:chOff x="1648060" y="2418385"/>
                <a:chExt cx="1597747" cy="285750"/>
              </a:xfrm>
            </p:grpSpPr>
            <p:sp>
              <p:nvSpPr>
                <p:cNvPr id="501" name="TextBox 98">
                  <a:extLst>
                    <a:ext uri="{FF2B5EF4-FFF2-40B4-BE49-F238E27FC236}">
                      <a16:creationId xmlns:a16="http://schemas.microsoft.com/office/drawing/2014/main" id="{81123F94-744D-2C45-85B0-985C6D6A8F40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CRAFTER</a:t>
                  </a:r>
                  <a:endParaRPr lang="zh-CN" altLang="en-US" sz="1700" dirty="0"/>
                </a:p>
              </p:txBody>
            </p:sp>
            <p:sp>
              <p:nvSpPr>
                <p:cNvPr id="502" name="TextBox 99">
                  <a:extLst>
                    <a:ext uri="{FF2B5EF4-FFF2-40B4-BE49-F238E27FC236}">
                      <a16:creationId xmlns:a16="http://schemas.microsoft.com/office/drawing/2014/main" id="{E05AF9A9-A664-664C-92DC-59A52B733F3A}"/>
                    </a:ext>
                  </a:extLst>
                </p:cNvPr>
                <p:cNvSpPr txBox="1"/>
                <p:nvPr/>
              </p:nvSpPr>
              <p:spPr>
                <a:xfrm>
                  <a:off x="2788607" y="244815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00" name="Picture 24">
                <a:extLst>
                  <a:ext uri="{FF2B5EF4-FFF2-40B4-BE49-F238E27FC236}">
                    <a16:creationId xmlns:a16="http://schemas.microsoft.com/office/drawing/2014/main" id="{032EEF93-396D-6C41-BB57-AFFC9E573B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1655" y="4102037"/>
                <a:ext cx="356400" cy="35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6" name="组合 495">
              <a:extLst>
                <a:ext uri="{FF2B5EF4-FFF2-40B4-BE49-F238E27FC236}">
                  <a16:creationId xmlns:a16="http://schemas.microsoft.com/office/drawing/2014/main" id="{AEC7997A-7D3D-CB46-9FD1-AFC5B0B95FDE}"/>
                </a:ext>
              </a:extLst>
            </p:cNvPr>
            <p:cNvGrpSpPr/>
            <p:nvPr/>
          </p:nvGrpSpPr>
          <p:grpSpPr>
            <a:xfrm>
              <a:off x="3288826" y="6044723"/>
              <a:ext cx="1664849" cy="320632"/>
              <a:chOff x="209991" y="2157675"/>
              <a:chExt cx="1664849" cy="320632"/>
            </a:xfrm>
          </p:grpSpPr>
          <p:grpSp>
            <p:nvGrpSpPr>
              <p:cNvPr id="405" name="组合 404">
                <a:extLst>
                  <a:ext uri="{FF2B5EF4-FFF2-40B4-BE49-F238E27FC236}">
                    <a16:creationId xmlns:a16="http://schemas.microsoft.com/office/drawing/2014/main" id="{CA936F4B-2381-A34D-98F3-D29216CD458E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235086" cy="293634"/>
                <a:chOff x="1648060" y="2418385"/>
                <a:chExt cx="1235086" cy="293634"/>
              </a:xfrm>
            </p:grpSpPr>
            <p:sp>
              <p:nvSpPr>
                <p:cNvPr id="407" name="TextBox 98">
                  <a:extLst>
                    <a:ext uri="{FF2B5EF4-FFF2-40B4-BE49-F238E27FC236}">
                      <a16:creationId xmlns:a16="http://schemas.microsoft.com/office/drawing/2014/main" id="{ACF20936-03DE-954A-950B-938777207D90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HFMD</a:t>
                  </a:r>
                  <a:endParaRPr lang="zh-CN" altLang="en-US" sz="1700" dirty="0"/>
                </a:p>
              </p:txBody>
            </p:sp>
            <p:sp>
              <p:nvSpPr>
                <p:cNvPr id="408" name="TextBox 99">
                  <a:extLst>
                    <a:ext uri="{FF2B5EF4-FFF2-40B4-BE49-F238E27FC236}">
                      <a16:creationId xmlns:a16="http://schemas.microsoft.com/office/drawing/2014/main" id="{30C30A46-29C1-BC47-B78F-66CAB44C4F79}"/>
                    </a:ext>
                  </a:extLst>
                </p:cNvPr>
                <p:cNvSpPr txBox="1"/>
                <p:nvPr/>
              </p:nvSpPr>
              <p:spPr>
                <a:xfrm>
                  <a:off x="2425946" y="2445619"/>
                  <a:ext cx="457200" cy="26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95" name="Picture 38" descr="Tsinghua University - Wikipedia">
                <a:extLst>
                  <a:ext uri="{FF2B5EF4-FFF2-40B4-BE49-F238E27FC236}">
                    <a16:creationId xmlns:a16="http://schemas.microsoft.com/office/drawing/2014/main" id="{42499A21-77A5-194A-A271-CB02965D7C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9991" y="2157675"/>
                <a:ext cx="302400" cy="30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03" name="组合 502">
              <a:extLst>
                <a:ext uri="{FF2B5EF4-FFF2-40B4-BE49-F238E27FC236}">
                  <a16:creationId xmlns:a16="http://schemas.microsoft.com/office/drawing/2014/main" id="{5FD16547-7CFF-424B-8DB8-B28216C5A604}"/>
                </a:ext>
              </a:extLst>
            </p:cNvPr>
            <p:cNvGrpSpPr/>
            <p:nvPr/>
          </p:nvGrpSpPr>
          <p:grpSpPr>
            <a:xfrm>
              <a:off x="3524016" y="6325541"/>
              <a:ext cx="1803626" cy="312743"/>
              <a:chOff x="272460" y="1347061"/>
              <a:chExt cx="1803626" cy="312743"/>
            </a:xfrm>
          </p:grpSpPr>
          <p:grpSp>
            <p:nvGrpSpPr>
              <p:cNvPr id="398" name="组合 397">
                <a:extLst>
                  <a:ext uri="{FF2B5EF4-FFF2-40B4-BE49-F238E27FC236}">
                    <a16:creationId xmlns:a16="http://schemas.microsoft.com/office/drawing/2014/main" id="{2AD69F3C-4202-E24A-8BBB-15E278B6518C}"/>
                  </a:ext>
                </a:extLst>
              </p:cNvPr>
              <p:cNvGrpSpPr/>
              <p:nvPr/>
            </p:nvGrpSpPr>
            <p:grpSpPr>
              <a:xfrm>
                <a:off x="628454" y="1347061"/>
                <a:ext cx="1447632" cy="285750"/>
                <a:chOff x="1648060" y="2418385"/>
                <a:chExt cx="1447632" cy="285750"/>
              </a:xfrm>
            </p:grpSpPr>
            <p:sp>
              <p:nvSpPr>
                <p:cNvPr id="400" name="TextBox 98">
                  <a:extLst>
                    <a:ext uri="{FF2B5EF4-FFF2-40B4-BE49-F238E27FC236}">
                      <a16:creationId xmlns:a16="http://schemas.microsoft.com/office/drawing/2014/main" id="{FC01287A-1003-4A43-9A3F-009F4095BA67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FinAgent</a:t>
                  </a:r>
                  <a:endParaRPr lang="zh-CN" altLang="en-US" sz="1700" dirty="0"/>
                </a:p>
              </p:txBody>
            </p:sp>
            <p:sp>
              <p:nvSpPr>
                <p:cNvPr id="401" name="TextBox 99">
                  <a:extLst>
                    <a:ext uri="{FF2B5EF4-FFF2-40B4-BE49-F238E27FC236}">
                      <a16:creationId xmlns:a16="http://schemas.microsoft.com/office/drawing/2014/main" id="{B3381DAA-9F3D-4041-9FC6-F651A82C8965}"/>
                    </a:ext>
                  </a:extLst>
                </p:cNvPr>
                <p:cNvSpPr txBox="1"/>
                <p:nvPr/>
              </p:nvSpPr>
              <p:spPr>
                <a:xfrm>
                  <a:off x="2638492" y="245835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2024</a:t>
                  </a:r>
                  <a:endParaRPr lang="zh-CN" altLang="en-US" sz="1250" dirty="0"/>
                </a:p>
              </p:txBody>
            </p:sp>
          </p:grpSp>
          <p:pic>
            <p:nvPicPr>
              <p:cNvPr id="497" name="Picture 40">
                <a:extLst>
                  <a:ext uri="{FF2B5EF4-FFF2-40B4-BE49-F238E27FC236}">
                    <a16:creationId xmlns:a16="http://schemas.microsoft.com/office/drawing/2014/main" id="{A4D2BCBF-6626-FB49-8F80-35241C592D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2460" y="1393404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05" name="组合 504">
              <a:extLst>
                <a:ext uri="{FF2B5EF4-FFF2-40B4-BE49-F238E27FC236}">
                  <a16:creationId xmlns:a16="http://schemas.microsoft.com/office/drawing/2014/main" id="{FE26D415-8A56-C045-8FDF-64E730DB381E}"/>
                </a:ext>
              </a:extLst>
            </p:cNvPr>
            <p:cNvGrpSpPr/>
            <p:nvPr/>
          </p:nvGrpSpPr>
          <p:grpSpPr>
            <a:xfrm>
              <a:off x="4421957" y="3260150"/>
              <a:ext cx="1443711" cy="302400"/>
              <a:chOff x="311460" y="598360"/>
              <a:chExt cx="1443711" cy="302400"/>
            </a:xfrm>
          </p:grpSpPr>
          <p:grpSp>
            <p:nvGrpSpPr>
              <p:cNvPr id="392" name="组合 391">
                <a:extLst>
                  <a:ext uri="{FF2B5EF4-FFF2-40B4-BE49-F238E27FC236}">
                    <a16:creationId xmlns:a16="http://schemas.microsoft.com/office/drawing/2014/main" id="{01EF3269-94BB-A944-9273-98E136BBEA9B}"/>
                  </a:ext>
                </a:extLst>
              </p:cNvPr>
              <p:cNvGrpSpPr/>
              <p:nvPr/>
            </p:nvGrpSpPr>
            <p:grpSpPr>
              <a:xfrm>
                <a:off x="600008" y="598360"/>
                <a:ext cx="1155163" cy="285750"/>
                <a:chOff x="1648060" y="2418385"/>
                <a:chExt cx="1155163" cy="285750"/>
              </a:xfrm>
            </p:grpSpPr>
            <p:sp>
              <p:nvSpPr>
                <p:cNvPr id="394" name="TextBox 98">
                  <a:extLst>
                    <a:ext uri="{FF2B5EF4-FFF2-40B4-BE49-F238E27FC236}">
                      <a16:creationId xmlns:a16="http://schemas.microsoft.com/office/drawing/2014/main" id="{2639BCEF-009B-9D43-B685-8EC5AC19C6A0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AURA</a:t>
                  </a:r>
                  <a:endParaRPr lang="zh-CN" altLang="en-US" sz="1700" dirty="0"/>
                </a:p>
              </p:txBody>
            </p:sp>
            <p:sp>
              <p:nvSpPr>
                <p:cNvPr id="395" name="TextBox 99">
                  <a:extLst>
                    <a:ext uri="{FF2B5EF4-FFF2-40B4-BE49-F238E27FC236}">
                      <a16:creationId xmlns:a16="http://schemas.microsoft.com/office/drawing/2014/main" id="{70F2B465-D9AA-F34B-A34A-907DFD8D6023}"/>
                    </a:ext>
                  </a:extLst>
                </p:cNvPr>
                <p:cNvSpPr txBox="1"/>
                <p:nvPr/>
              </p:nvSpPr>
              <p:spPr>
                <a:xfrm>
                  <a:off x="2346023" y="243742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04" name="Picture 42">
                <a:extLst>
                  <a:ext uri="{FF2B5EF4-FFF2-40B4-BE49-F238E27FC236}">
                    <a16:creationId xmlns:a16="http://schemas.microsoft.com/office/drawing/2014/main" id="{AFE4551D-4C3E-C54E-8AB9-CA7975A5A7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1460" y="598360"/>
                <a:ext cx="302400" cy="30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10" name="组合 509">
              <a:extLst>
                <a:ext uri="{FF2B5EF4-FFF2-40B4-BE49-F238E27FC236}">
                  <a16:creationId xmlns:a16="http://schemas.microsoft.com/office/drawing/2014/main" id="{45E23EDF-49FF-2546-BA8A-A04FE93EA809}"/>
                </a:ext>
              </a:extLst>
            </p:cNvPr>
            <p:cNvGrpSpPr/>
            <p:nvPr/>
          </p:nvGrpSpPr>
          <p:grpSpPr>
            <a:xfrm>
              <a:off x="4710416" y="4227685"/>
              <a:ext cx="1662585" cy="298243"/>
              <a:chOff x="219112" y="2172180"/>
              <a:chExt cx="1662585" cy="298243"/>
            </a:xfrm>
          </p:grpSpPr>
          <p:grpSp>
            <p:nvGrpSpPr>
              <p:cNvPr id="511" name="组合 510">
                <a:extLst>
                  <a:ext uri="{FF2B5EF4-FFF2-40B4-BE49-F238E27FC236}">
                    <a16:creationId xmlns:a16="http://schemas.microsoft.com/office/drawing/2014/main" id="{075EAAB5-9882-B54B-A89E-E5112E870F18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241943" cy="285750"/>
                <a:chOff x="1648060" y="2418385"/>
                <a:chExt cx="1241943" cy="285750"/>
              </a:xfrm>
            </p:grpSpPr>
            <p:sp>
              <p:nvSpPr>
                <p:cNvPr id="513" name="TextBox 98">
                  <a:extLst>
                    <a:ext uri="{FF2B5EF4-FFF2-40B4-BE49-F238E27FC236}">
                      <a16:creationId xmlns:a16="http://schemas.microsoft.com/office/drawing/2014/main" id="{8BC2C867-E1AF-7942-971B-8B4C1BF3903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CALM</a:t>
                  </a:r>
                  <a:endParaRPr lang="zh-CN" altLang="en-US" sz="1700" dirty="0"/>
                </a:p>
              </p:txBody>
            </p:sp>
            <p:sp>
              <p:nvSpPr>
                <p:cNvPr id="514" name="TextBox 99">
                  <a:extLst>
                    <a:ext uri="{FF2B5EF4-FFF2-40B4-BE49-F238E27FC236}">
                      <a16:creationId xmlns:a16="http://schemas.microsoft.com/office/drawing/2014/main" id="{A5D3E186-6CA9-BF45-A2AF-6C7D5F29773F}"/>
                    </a:ext>
                  </a:extLst>
                </p:cNvPr>
                <p:cNvSpPr txBox="1"/>
                <p:nvPr/>
              </p:nvSpPr>
              <p:spPr>
                <a:xfrm>
                  <a:off x="2432803" y="245760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512" name="Picture 16">
                <a:extLst>
                  <a:ext uri="{FF2B5EF4-FFF2-40B4-BE49-F238E27FC236}">
                    <a16:creationId xmlns:a16="http://schemas.microsoft.com/office/drawing/2014/main" id="{620AC5B7-D079-C846-ADAB-DB5DCE4CE0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112" y="217218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609847A8-45ED-7B41-BF94-5537E9131056}"/>
                </a:ext>
              </a:extLst>
            </p:cNvPr>
            <p:cNvGrpSpPr/>
            <p:nvPr/>
          </p:nvGrpSpPr>
          <p:grpSpPr>
            <a:xfrm>
              <a:off x="6149533" y="2313018"/>
              <a:ext cx="1782014" cy="298418"/>
              <a:chOff x="387052" y="1123170"/>
              <a:chExt cx="1782014" cy="298418"/>
            </a:xfrm>
          </p:grpSpPr>
          <p:grpSp>
            <p:nvGrpSpPr>
              <p:cNvPr id="387" name="组合 386">
                <a:extLst>
                  <a:ext uri="{FF2B5EF4-FFF2-40B4-BE49-F238E27FC236}">
                    <a16:creationId xmlns:a16="http://schemas.microsoft.com/office/drawing/2014/main" id="{1B3147DE-1D66-7645-8635-D65800FAA3A7}"/>
                  </a:ext>
                </a:extLst>
              </p:cNvPr>
              <p:cNvGrpSpPr/>
              <p:nvPr/>
            </p:nvGrpSpPr>
            <p:grpSpPr>
              <a:xfrm>
                <a:off x="700711" y="1135838"/>
                <a:ext cx="1468355" cy="285750"/>
                <a:chOff x="1648060" y="2418385"/>
                <a:chExt cx="1468355" cy="285750"/>
              </a:xfrm>
            </p:grpSpPr>
            <p:sp>
              <p:nvSpPr>
                <p:cNvPr id="389" name="TextBox 98">
                  <a:extLst>
                    <a:ext uri="{FF2B5EF4-FFF2-40B4-BE49-F238E27FC236}">
                      <a16:creationId xmlns:a16="http://schemas.microsoft.com/office/drawing/2014/main" id="{80870B52-A0B7-DB47-89FB-36E81DD7EBC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TimeRLM</a:t>
                  </a:r>
                  <a:endParaRPr lang="zh-CN" altLang="en-US" sz="1700" dirty="0"/>
                </a:p>
              </p:txBody>
            </p:sp>
            <p:sp>
              <p:nvSpPr>
                <p:cNvPr id="390" name="TextBox 99">
                  <a:extLst>
                    <a:ext uri="{FF2B5EF4-FFF2-40B4-BE49-F238E27FC236}">
                      <a16:creationId xmlns:a16="http://schemas.microsoft.com/office/drawing/2014/main" id="{CBFF7ACC-0D9E-AC4A-9D04-726CF1AEDDE4}"/>
                    </a:ext>
                  </a:extLst>
                </p:cNvPr>
                <p:cNvSpPr txBox="1"/>
                <p:nvPr/>
              </p:nvSpPr>
              <p:spPr>
                <a:xfrm>
                  <a:off x="2659215" y="2423837"/>
                  <a:ext cx="457200" cy="26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07" name="Picture 44">
                <a:extLst>
                  <a:ext uri="{FF2B5EF4-FFF2-40B4-BE49-F238E27FC236}">
                    <a16:creationId xmlns:a16="http://schemas.microsoft.com/office/drawing/2014/main" id="{846BE2D8-E57D-B645-B31B-E55BE785CF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052" y="112317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DDC0C514-FD4D-BE48-AB16-364896D38517}"/>
                </a:ext>
              </a:extLst>
            </p:cNvPr>
            <p:cNvGrpSpPr/>
            <p:nvPr/>
          </p:nvGrpSpPr>
          <p:grpSpPr>
            <a:xfrm>
              <a:off x="6388348" y="3003408"/>
              <a:ext cx="1685841" cy="286917"/>
              <a:chOff x="271818" y="2183506"/>
              <a:chExt cx="1685841" cy="286917"/>
            </a:xfrm>
          </p:grpSpPr>
          <p:grpSp>
            <p:nvGrpSpPr>
              <p:cNvPr id="518" name="组合 517">
                <a:extLst>
                  <a:ext uri="{FF2B5EF4-FFF2-40B4-BE49-F238E27FC236}">
                    <a16:creationId xmlns:a16="http://schemas.microsoft.com/office/drawing/2014/main" id="{95E0DD5E-D8F9-7446-AF9C-5EEA5F7C4775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317905" cy="285750"/>
                <a:chOff x="1648060" y="2418385"/>
                <a:chExt cx="1317905" cy="285750"/>
              </a:xfrm>
            </p:grpSpPr>
            <p:sp>
              <p:nvSpPr>
                <p:cNvPr id="520" name="TextBox 98">
                  <a:extLst>
                    <a:ext uri="{FF2B5EF4-FFF2-40B4-BE49-F238E27FC236}">
                      <a16:creationId xmlns:a16="http://schemas.microsoft.com/office/drawing/2014/main" id="{17161525-FC51-0143-817E-C11CCAF43A0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STRIDE</a:t>
                  </a:r>
                  <a:endParaRPr lang="zh-CN" altLang="en-US" sz="1700" dirty="0"/>
                </a:p>
              </p:txBody>
            </p:sp>
            <p:sp>
              <p:nvSpPr>
                <p:cNvPr id="521" name="TextBox 99">
                  <a:extLst>
                    <a:ext uri="{FF2B5EF4-FFF2-40B4-BE49-F238E27FC236}">
                      <a16:creationId xmlns:a16="http://schemas.microsoft.com/office/drawing/2014/main" id="{A1155EF3-5369-3049-830F-D236A196296B}"/>
                    </a:ext>
                  </a:extLst>
                </p:cNvPr>
                <p:cNvSpPr txBox="1"/>
                <p:nvPr/>
              </p:nvSpPr>
              <p:spPr>
                <a:xfrm>
                  <a:off x="2508765" y="244098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19" name="Picture 16">
                <a:extLst>
                  <a:ext uri="{FF2B5EF4-FFF2-40B4-BE49-F238E27FC236}">
                    <a16:creationId xmlns:a16="http://schemas.microsoft.com/office/drawing/2014/main" id="{62464DE2-3A93-C749-864E-67D39B38DA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818" y="2183506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15" name="组合 514">
              <a:extLst>
                <a:ext uri="{FF2B5EF4-FFF2-40B4-BE49-F238E27FC236}">
                  <a16:creationId xmlns:a16="http://schemas.microsoft.com/office/drawing/2014/main" id="{9CBF69F7-B3BF-6247-A60F-4F5F70EE45BB}"/>
                </a:ext>
              </a:extLst>
            </p:cNvPr>
            <p:cNvGrpSpPr/>
            <p:nvPr/>
          </p:nvGrpSpPr>
          <p:grpSpPr>
            <a:xfrm>
              <a:off x="6601995" y="3321231"/>
              <a:ext cx="1830118" cy="357570"/>
              <a:chOff x="837421" y="2145127"/>
              <a:chExt cx="1830118" cy="357570"/>
            </a:xfrm>
          </p:grpSpPr>
          <p:grpSp>
            <p:nvGrpSpPr>
              <p:cNvPr id="523" name="组合 522">
                <a:extLst>
                  <a:ext uri="{FF2B5EF4-FFF2-40B4-BE49-F238E27FC236}">
                    <a16:creationId xmlns:a16="http://schemas.microsoft.com/office/drawing/2014/main" id="{54FBC736-E8F7-9F4F-B91F-5291600A3369}"/>
                  </a:ext>
                </a:extLst>
              </p:cNvPr>
              <p:cNvGrpSpPr/>
              <p:nvPr/>
            </p:nvGrpSpPr>
            <p:grpSpPr>
              <a:xfrm rot="155201">
                <a:off x="1254069" y="2216947"/>
                <a:ext cx="1413470" cy="285750"/>
                <a:chOff x="1648060" y="2418385"/>
                <a:chExt cx="1413470" cy="285750"/>
              </a:xfrm>
            </p:grpSpPr>
            <p:sp>
              <p:nvSpPr>
                <p:cNvPr id="525" name="TextBox 98">
                  <a:extLst>
                    <a:ext uri="{FF2B5EF4-FFF2-40B4-BE49-F238E27FC236}">
                      <a16:creationId xmlns:a16="http://schemas.microsoft.com/office/drawing/2014/main" id="{B033A9EA-EBDC-8543-87C7-C869D9041C76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S2S-FDD</a:t>
                  </a:r>
                  <a:endParaRPr lang="zh-CN" altLang="en-US" sz="1700" dirty="0"/>
                </a:p>
              </p:txBody>
            </p:sp>
            <p:sp>
              <p:nvSpPr>
                <p:cNvPr id="526" name="TextBox 99">
                  <a:extLst>
                    <a:ext uri="{FF2B5EF4-FFF2-40B4-BE49-F238E27FC236}">
                      <a16:creationId xmlns:a16="http://schemas.microsoft.com/office/drawing/2014/main" id="{7E0E4262-0601-D947-8D70-3CEA7E03E8D7}"/>
                    </a:ext>
                  </a:extLst>
                </p:cNvPr>
                <p:cNvSpPr txBox="1"/>
                <p:nvPr/>
              </p:nvSpPr>
              <p:spPr>
                <a:xfrm>
                  <a:off x="2604330" y="242166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09" name="Picture 46" descr="Zhejiang University - Wikipedia">
                <a:extLst>
                  <a:ext uri="{FF2B5EF4-FFF2-40B4-BE49-F238E27FC236}">
                    <a16:creationId xmlns:a16="http://schemas.microsoft.com/office/drawing/2014/main" id="{E63597DD-6177-4C41-BA41-C413F0DA41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421" y="2145127"/>
                <a:ext cx="322700" cy="322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27" name="组合 526">
              <a:extLst>
                <a:ext uri="{FF2B5EF4-FFF2-40B4-BE49-F238E27FC236}">
                  <a16:creationId xmlns:a16="http://schemas.microsoft.com/office/drawing/2014/main" id="{B4786B17-49AD-B24C-BCCF-8E980401F4D4}"/>
                </a:ext>
              </a:extLst>
            </p:cNvPr>
            <p:cNvGrpSpPr/>
            <p:nvPr/>
          </p:nvGrpSpPr>
          <p:grpSpPr>
            <a:xfrm>
              <a:off x="6623634" y="3725135"/>
              <a:ext cx="2048524" cy="286316"/>
              <a:chOff x="434428" y="2926988"/>
              <a:chExt cx="2048524" cy="286316"/>
            </a:xfrm>
          </p:grpSpPr>
          <p:grpSp>
            <p:nvGrpSpPr>
              <p:cNvPr id="354" name="组合 353">
                <a:extLst>
                  <a:ext uri="{FF2B5EF4-FFF2-40B4-BE49-F238E27FC236}">
                    <a16:creationId xmlns:a16="http://schemas.microsoft.com/office/drawing/2014/main" id="{3E11680E-CD52-484D-BFA9-ACDF0FC0AEA0}"/>
                  </a:ext>
                </a:extLst>
              </p:cNvPr>
              <p:cNvGrpSpPr/>
              <p:nvPr/>
            </p:nvGrpSpPr>
            <p:grpSpPr>
              <a:xfrm>
                <a:off x="794329" y="2926988"/>
                <a:ext cx="1688623" cy="285750"/>
                <a:chOff x="1745675" y="1999008"/>
                <a:chExt cx="1688623" cy="285750"/>
              </a:xfrm>
            </p:grpSpPr>
            <p:sp>
              <p:nvSpPr>
                <p:cNvPr id="356" name="TextBox 98">
                  <a:extLst>
                    <a:ext uri="{FF2B5EF4-FFF2-40B4-BE49-F238E27FC236}">
                      <a16:creationId xmlns:a16="http://schemas.microsoft.com/office/drawing/2014/main" id="{034E2E57-5177-A145-A7A4-772142107BDD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ReasonCast</a:t>
                  </a:r>
                  <a:endParaRPr lang="zh-CN" altLang="en-US" sz="1700" dirty="0"/>
                </a:p>
              </p:txBody>
            </p:sp>
            <p:sp>
              <p:nvSpPr>
                <p:cNvPr id="357" name="TextBox 99">
                  <a:extLst>
                    <a:ext uri="{FF2B5EF4-FFF2-40B4-BE49-F238E27FC236}">
                      <a16:creationId xmlns:a16="http://schemas.microsoft.com/office/drawing/2014/main" id="{73079A94-1F32-4841-B6CB-B9C5A058BAEC}"/>
                    </a:ext>
                  </a:extLst>
                </p:cNvPr>
                <p:cNvSpPr txBox="1"/>
                <p:nvPr/>
              </p:nvSpPr>
              <p:spPr>
                <a:xfrm>
                  <a:off x="2977098" y="202118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16" name="Picture 48" descr="Alibaba Group - YouTube">
                <a:extLst>
                  <a:ext uri="{FF2B5EF4-FFF2-40B4-BE49-F238E27FC236}">
                    <a16:creationId xmlns:a16="http://schemas.microsoft.com/office/drawing/2014/main" id="{FE042F1F-5DF9-2248-89F0-3385180BC6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4428" y="2946904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C22D673-02FD-674F-84B8-778B81949567}"/>
                </a:ext>
              </a:extLst>
            </p:cNvPr>
            <p:cNvGrpSpPr/>
            <p:nvPr/>
          </p:nvGrpSpPr>
          <p:grpSpPr>
            <a:xfrm>
              <a:off x="7837107" y="1902037"/>
              <a:ext cx="2244093" cy="311546"/>
              <a:chOff x="115486" y="1461889"/>
              <a:chExt cx="2244093" cy="311546"/>
            </a:xfrm>
          </p:grpSpPr>
          <p:grpSp>
            <p:nvGrpSpPr>
              <p:cNvPr id="324" name="组合 323">
                <a:extLst>
                  <a:ext uri="{FF2B5EF4-FFF2-40B4-BE49-F238E27FC236}">
                    <a16:creationId xmlns:a16="http://schemas.microsoft.com/office/drawing/2014/main" id="{299DE0F6-AF8D-3D41-BBEB-376C02644612}"/>
                  </a:ext>
                </a:extLst>
              </p:cNvPr>
              <p:cNvGrpSpPr/>
              <p:nvPr/>
            </p:nvGrpSpPr>
            <p:grpSpPr>
              <a:xfrm>
                <a:off x="424786" y="1461889"/>
                <a:ext cx="1934793" cy="285750"/>
                <a:chOff x="1648060" y="2418385"/>
                <a:chExt cx="1934793" cy="285750"/>
              </a:xfrm>
            </p:grpSpPr>
            <p:sp>
              <p:nvSpPr>
                <p:cNvPr id="326" name="TextBox 98">
                  <a:extLst>
                    <a:ext uri="{FF2B5EF4-FFF2-40B4-BE49-F238E27FC236}">
                      <a16:creationId xmlns:a16="http://schemas.microsoft.com/office/drawing/2014/main" id="{3EAD9A8F-3822-BC46-84C7-33DED7E7D2AC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WorldReasoner</a:t>
                  </a:r>
                  <a:endParaRPr lang="zh-CN" altLang="en-US" sz="1700" dirty="0"/>
                </a:p>
              </p:txBody>
            </p:sp>
            <p:sp>
              <p:nvSpPr>
                <p:cNvPr id="327" name="TextBox 99">
                  <a:extLst>
                    <a:ext uri="{FF2B5EF4-FFF2-40B4-BE49-F238E27FC236}">
                      <a16:creationId xmlns:a16="http://schemas.microsoft.com/office/drawing/2014/main" id="{EF1C4CA7-DDB4-B446-9167-0BBF0C21E884}"/>
                    </a:ext>
                  </a:extLst>
                </p:cNvPr>
                <p:cNvSpPr txBox="1"/>
                <p:nvPr/>
              </p:nvSpPr>
              <p:spPr>
                <a:xfrm>
                  <a:off x="3125653" y="245338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50" name="Picture 2">
                <a:extLst>
                  <a:ext uri="{FF2B5EF4-FFF2-40B4-BE49-F238E27FC236}">
                    <a16:creationId xmlns:a16="http://schemas.microsoft.com/office/drawing/2014/main" id="{A948F294-95E5-B940-BE0E-E732A37FDC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486" y="150703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C3C5F45-3327-624C-BD09-84A125DA9272}"/>
                </a:ext>
              </a:extLst>
            </p:cNvPr>
            <p:cNvGrpSpPr/>
            <p:nvPr/>
          </p:nvGrpSpPr>
          <p:grpSpPr>
            <a:xfrm>
              <a:off x="8132948" y="2195901"/>
              <a:ext cx="1907468" cy="287341"/>
              <a:chOff x="1257491" y="1536418"/>
              <a:chExt cx="1907468" cy="287341"/>
            </a:xfrm>
          </p:grpSpPr>
          <p:grpSp>
            <p:nvGrpSpPr>
              <p:cNvPr id="349" name="组合 348">
                <a:extLst>
                  <a:ext uri="{FF2B5EF4-FFF2-40B4-BE49-F238E27FC236}">
                    <a16:creationId xmlns:a16="http://schemas.microsoft.com/office/drawing/2014/main" id="{DA358DB3-4830-5644-80BA-81797A239CFE}"/>
                  </a:ext>
                </a:extLst>
              </p:cNvPr>
              <p:cNvGrpSpPr/>
              <p:nvPr/>
            </p:nvGrpSpPr>
            <p:grpSpPr>
              <a:xfrm>
                <a:off x="1613090" y="1536418"/>
                <a:ext cx="1551869" cy="287341"/>
                <a:chOff x="1648060" y="2418385"/>
                <a:chExt cx="1551869" cy="287341"/>
              </a:xfrm>
            </p:grpSpPr>
            <p:sp>
              <p:nvSpPr>
                <p:cNvPr id="351" name="TextBox 98">
                  <a:extLst>
                    <a:ext uri="{FF2B5EF4-FFF2-40B4-BE49-F238E27FC236}">
                      <a16:creationId xmlns:a16="http://schemas.microsoft.com/office/drawing/2014/main" id="{558FDD20-CF89-E545-A649-92745CB66E59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TSQAgent</a:t>
                  </a:r>
                  <a:endParaRPr lang="zh-CN" altLang="en-US" sz="1700" dirty="0"/>
                </a:p>
              </p:txBody>
            </p:sp>
            <p:sp>
              <p:nvSpPr>
                <p:cNvPr id="352" name="TextBox 99">
                  <a:extLst>
                    <a:ext uri="{FF2B5EF4-FFF2-40B4-BE49-F238E27FC236}">
                      <a16:creationId xmlns:a16="http://schemas.microsoft.com/office/drawing/2014/main" id="{18C3F4FF-3B42-7345-8EC9-88C89B0AC63E}"/>
                    </a:ext>
                  </a:extLst>
                </p:cNvPr>
                <p:cNvSpPr txBox="1"/>
                <p:nvPr/>
              </p:nvSpPr>
              <p:spPr>
                <a:xfrm>
                  <a:off x="2742729" y="246760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46" name="Picture 30">
                <a:extLst>
                  <a:ext uri="{FF2B5EF4-FFF2-40B4-BE49-F238E27FC236}">
                    <a16:creationId xmlns:a16="http://schemas.microsoft.com/office/drawing/2014/main" id="{BF44B2A4-8D72-D347-850E-7CB03E91BF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7491" y="154870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BA3C72D-451E-F542-875D-4C37C9A6BD63}"/>
                </a:ext>
              </a:extLst>
            </p:cNvPr>
            <p:cNvGrpSpPr/>
            <p:nvPr/>
          </p:nvGrpSpPr>
          <p:grpSpPr>
            <a:xfrm>
              <a:off x="8220095" y="2530277"/>
              <a:ext cx="1909464" cy="285750"/>
              <a:chOff x="1403349" y="1278953"/>
              <a:chExt cx="1909464" cy="285750"/>
            </a:xfrm>
          </p:grpSpPr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6CC99266-D4FB-B649-808C-8498FA95A007}"/>
                  </a:ext>
                </a:extLst>
              </p:cNvPr>
              <p:cNvGrpSpPr/>
              <p:nvPr/>
            </p:nvGrpSpPr>
            <p:grpSpPr>
              <a:xfrm>
                <a:off x="1760230" y="1278953"/>
                <a:ext cx="1552583" cy="285750"/>
                <a:chOff x="1648060" y="2418385"/>
                <a:chExt cx="1552583" cy="285750"/>
              </a:xfrm>
            </p:grpSpPr>
            <p:sp>
              <p:nvSpPr>
                <p:cNvPr id="251" name="TextBox 98">
                  <a:extLst>
                    <a:ext uri="{FF2B5EF4-FFF2-40B4-BE49-F238E27FC236}">
                      <a16:creationId xmlns:a16="http://schemas.microsoft.com/office/drawing/2014/main" id="{BEF398BD-3D84-674B-B995-A3A68B946D4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FutureSim</a:t>
                  </a:r>
                  <a:endParaRPr lang="zh-CN" altLang="en-US" sz="1700" dirty="0"/>
                </a:p>
              </p:txBody>
            </p:sp>
            <p:sp>
              <p:nvSpPr>
                <p:cNvPr id="252" name="TextBox 99">
                  <a:extLst>
                    <a:ext uri="{FF2B5EF4-FFF2-40B4-BE49-F238E27FC236}">
                      <a16:creationId xmlns:a16="http://schemas.microsoft.com/office/drawing/2014/main" id="{FC10344C-79AB-6744-B67C-C37DAA8D58DB}"/>
                    </a:ext>
                  </a:extLst>
                </p:cNvPr>
                <p:cNvSpPr txBox="1"/>
                <p:nvPr/>
              </p:nvSpPr>
              <p:spPr>
                <a:xfrm>
                  <a:off x="2743443" y="245189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52" name="Picture 4">
                <a:extLst>
                  <a:ext uri="{FF2B5EF4-FFF2-40B4-BE49-F238E27FC236}">
                    <a16:creationId xmlns:a16="http://schemas.microsoft.com/office/drawing/2014/main" id="{26BDC3F7-14DC-B943-9F72-4FC5ED3191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3349" y="128000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8BDAFE0D-1D3F-014C-9C6E-0510F4F7A72B}"/>
                </a:ext>
              </a:extLst>
            </p:cNvPr>
            <p:cNvGrpSpPr/>
            <p:nvPr/>
          </p:nvGrpSpPr>
          <p:grpSpPr>
            <a:xfrm>
              <a:off x="8204722" y="2866010"/>
              <a:ext cx="2094656" cy="291834"/>
              <a:chOff x="3493545" y="958129"/>
              <a:chExt cx="2094656" cy="291834"/>
            </a:xfrm>
          </p:grpSpPr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0990F330-FC6F-5748-A043-8C27E74869FF}"/>
                  </a:ext>
                </a:extLst>
              </p:cNvPr>
              <p:cNvGrpSpPr/>
              <p:nvPr/>
            </p:nvGrpSpPr>
            <p:grpSpPr>
              <a:xfrm>
                <a:off x="3775200" y="958129"/>
                <a:ext cx="1813001" cy="285750"/>
                <a:chOff x="1648060" y="2418385"/>
                <a:chExt cx="1813001" cy="285750"/>
              </a:xfrm>
            </p:grpSpPr>
            <p:sp>
              <p:nvSpPr>
                <p:cNvPr id="258" name="TextBox 98">
                  <a:extLst>
                    <a:ext uri="{FF2B5EF4-FFF2-40B4-BE49-F238E27FC236}">
                      <a16:creationId xmlns:a16="http://schemas.microsoft.com/office/drawing/2014/main" id="{FCF1F3B1-E1EF-A149-8789-067671E8AC40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AuditForecast</a:t>
                  </a:r>
                  <a:endParaRPr lang="zh-CN" altLang="en-US" sz="1700" dirty="0"/>
                </a:p>
              </p:txBody>
            </p:sp>
            <p:sp>
              <p:nvSpPr>
                <p:cNvPr id="259" name="TextBox 99">
                  <a:extLst>
                    <a:ext uri="{FF2B5EF4-FFF2-40B4-BE49-F238E27FC236}">
                      <a16:creationId xmlns:a16="http://schemas.microsoft.com/office/drawing/2014/main" id="{E84FFA34-0A76-D843-9F60-025B30E7C0BA}"/>
                    </a:ext>
                  </a:extLst>
                </p:cNvPr>
                <p:cNvSpPr txBox="1"/>
                <p:nvPr/>
              </p:nvSpPr>
              <p:spPr>
                <a:xfrm>
                  <a:off x="3003861" y="244011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54" name="Picture 6">
                <a:extLst>
                  <a:ext uri="{FF2B5EF4-FFF2-40B4-BE49-F238E27FC236}">
                    <a16:creationId xmlns:a16="http://schemas.microsoft.com/office/drawing/2014/main" id="{CE5C5565-10F5-2343-96D2-2A98E1CDDB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545" y="983563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CE766F9-21ED-0E4A-BFBD-EB7645A2351D}"/>
                </a:ext>
              </a:extLst>
            </p:cNvPr>
            <p:cNvGrpSpPr/>
            <p:nvPr/>
          </p:nvGrpSpPr>
          <p:grpSpPr>
            <a:xfrm>
              <a:off x="8727848" y="3795858"/>
              <a:ext cx="1658520" cy="285750"/>
              <a:chOff x="2264166" y="1826021"/>
              <a:chExt cx="1658520" cy="285750"/>
            </a:xfrm>
          </p:grpSpPr>
          <p:grpSp>
            <p:nvGrpSpPr>
              <p:cNvPr id="263" name="组合 262">
                <a:extLst>
                  <a:ext uri="{FF2B5EF4-FFF2-40B4-BE49-F238E27FC236}">
                    <a16:creationId xmlns:a16="http://schemas.microsoft.com/office/drawing/2014/main" id="{6E8CCDEA-6556-7E43-8250-EC329F8D06C3}"/>
                  </a:ext>
                </a:extLst>
              </p:cNvPr>
              <p:cNvGrpSpPr/>
              <p:nvPr/>
            </p:nvGrpSpPr>
            <p:grpSpPr>
              <a:xfrm>
                <a:off x="2594944" y="1826021"/>
                <a:ext cx="1327742" cy="285750"/>
                <a:chOff x="1648060" y="2418385"/>
                <a:chExt cx="1327742" cy="285750"/>
              </a:xfrm>
            </p:grpSpPr>
            <p:sp>
              <p:nvSpPr>
                <p:cNvPr id="265" name="TextBox 98">
                  <a:extLst>
                    <a:ext uri="{FF2B5EF4-FFF2-40B4-BE49-F238E27FC236}">
                      <a16:creationId xmlns:a16="http://schemas.microsoft.com/office/drawing/2014/main" id="{B6610F85-CE6E-B04D-B2D7-CE284FF68E8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TS-Gym</a:t>
                  </a:r>
                  <a:endParaRPr lang="zh-CN" altLang="en-US" sz="1700" dirty="0"/>
                </a:p>
              </p:txBody>
            </p:sp>
            <p:sp>
              <p:nvSpPr>
                <p:cNvPr id="266" name="TextBox 99">
                  <a:extLst>
                    <a:ext uri="{FF2B5EF4-FFF2-40B4-BE49-F238E27FC236}">
                      <a16:creationId xmlns:a16="http://schemas.microsoft.com/office/drawing/2014/main" id="{7C2B6BDE-F213-A64F-957B-F295DB72408E}"/>
                    </a:ext>
                  </a:extLst>
                </p:cNvPr>
                <p:cNvSpPr txBox="1"/>
                <p:nvPr/>
              </p:nvSpPr>
              <p:spPr>
                <a:xfrm>
                  <a:off x="2518602" y="244023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56" name="Picture 8">
                <a:extLst>
                  <a:ext uri="{FF2B5EF4-FFF2-40B4-BE49-F238E27FC236}">
                    <a16:creationId xmlns:a16="http://schemas.microsoft.com/office/drawing/2014/main" id="{FDFC779F-8C9E-5B4D-9F0E-B6300A56FB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64166" y="182662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76" name="组合 275">
              <a:extLst>
                <a:ext uri="{FF2B5EF4-FFF2-40B4-BE49-F238E27FC236}">
                  <a16:creationId xmlns:a16="http://schemas.microsoft.com/office/drawing/2014/main" id="{7FAC2ADA-52D7-3C4D-9C96-29682B627DB9}"/>
                </a:ext>
              </a:extLst>
            </p:cNvPr>
            <p:cNvGrpSpPr/>
            <p:nvPr/>
          </p:nvGrpSpPr>
          <p:grpSpPr>
            <a:xfrm>
              <a:off x="8536877" y="3485935"/>
              <a:ext cx="1868434" cy="286204"/>
              <a:chOff x="2746812" y="1330263"/>
              <a:chExt cx="1868434" cy="286204"/>
            </a:xfrm>
          </p:grpSpPr>
          <p:grpSp>
            <p:nvGrpSpPr>
              <p:cNvPr id="277" name="组合 276">
                <a:extLst>
                  <a:ext uri="{FF2B5EF4-FFF2-40B4-BE49-F238E27FC236}">
                    <a16:creationId xmlns:a16="http://schemas.microsoft.com/office/drawing/2014/main" id="{7A7B3D31-78DB-E74D-9076-532760BDC097}"/>
                  </a:ext>
                </a:extLst>
              </p:cNvPr>
              <p:cNvGrpSpPr/>
              <p:nvPr/>
            </p:nvGrpSpPr>
            <p:grpSpPr>
              <a:xfrm>
                <a:off x="3048938" y="1330263"/>
                <a:ext cx="1566308" cy="285750"/>
                <a:chOff x="1648060" y="2418385"/>
                <a:chExt cx="1566308" cy="285750"/>
              </a:xfrm>
            </p:grpSpPr>
            <p:sp>
              <p:nvSpPr>
                <p:cNvPr id="279" name="TextBox 98">
                  <a:extLst>
                    <a:ext uri="{FF2B5EF4-FFF2-40B4-BE49-F238E27FC236}">
                      <a16:creationId xmlns:a16="http://schemas.microsoft.com/office/drawing/2014/main" id="{D83228ED-4005-284E-B332-C00C7587809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TSOrchestr</a:t>
                  </a:r>
                  <a:endParaRPr lang="zh-CN" altLang="en-US" sz="1700" dirty="0"/>
                </a:p>
              </p:txBody>
            </p:sp>
            <p:sp>
              <p:nvSpPr>
                <p:cNvPr id="280" name="TextBox 99">
                  <a:extLst>
                    <a:ext uri="{FF2B5EF4-FFF2-40B4-BE49-F238E27FC236}">
                      <a16:creationId xmlns:a16="http://schemas.microsoft.com/office/drawing/2014/main" id="{082DAA99-4912-9F44-8C2C-B4AB79DF64F3}"/>
                    </a:ext>
                  </a:extLst>
                </p:cNvPr>
                <p:cNvSpPr txBox="1"/>
                <p:nvPr/>
              </p:nvSpPr>
              <p:spPr>
                <a:xfrm>
                  <a:off x="2757168" y="244580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78" name="Picture 10">
                <a:extLst>
                  <a:ext uri="{FF2B5EF4-FFF2-40B4-BE49-F238E27FC236}">
                    <a16:creationId xmlns:a16="http://schemas.microsoft.com/office/drawing/2014/main" id="{AD25318F-7EE2-9245-8C99-E7B9ADFB79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812" y="135006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710DEE52-506B-3940-87B0-80A668ABEE8B}"/>
                </a:ext>
              </a:extLst>
            </p:cNvPr>
            <p:cNvGrpSpPr/>
            <p:nvPr/>
          </p:nvGrpSpPr>
          <p:grpSpPr>
            <a:xfrm>
              <a:off x="8340244" y="3152409"/>
              <a:ext cx="2001875" cy="289362"/>
              <a:chOff x="2796752" y="1326651"/>
              <a:chExt cx="2001875" cy="289362"/>
            </a:xfrm>
          </p:grpSpPr>
          <p:grpSp>
            <p:nvGrpSpPr>
              <p:cNvPr id="270" name="组合 269">
                <a:extLst>
                  <a:ext uri="{FF2B5EF4-FFF2-40B4-BE49-F238E27FC236}">
                    <a16:creationId xmlns:a16="http://schemas.microsoft.com/office/drawing/2014/main" id="{4448A8FF-6BBD-3540-9271-6AB6AE417502}"/>
                  </a:ext>
                </a:extLst>
              </p:cNvPr>
              <p:cNvGrpSpPr/>
              <p:nvPr/>
            </p:nvGrpSpPr>
            <p:grpSpPr>
              <a:xfrm>
                <a:off x="3048938" y="1330263"/>
                <a:ext cx="1749689" cy="285750"/>
                <a:chOff x="1648060" y="2418385"/>
                <a:chExt cx="1749689" cy="285750"/>
              </a:xfrm>
            </p:grpSpPr>
            <p:sp>
              <p:nvSpPr>
                <p:cNvPr id="272" name="TextBox 98">
                  <a:extLst>
                    <a:ext uri="{FF2B5EF4-FFF2-40B4-BE49-F238E27FC236}">
                      <a16:creationId xmlns:a16="http://schemas.microsoft.com/office/drawing/2014/main" id="{B90E609C-126F-6848-A663-9C80505D5C19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CoLLMLight</a:t>
                  </a:r>
                  <a:endParaRPr lang="zh-CN" altLang="en-US" sz="1700" dirty="0"/>
                </a:p>
              </p:txBody>
            </p:sp>
            <p:sp>
              <p:nvSpPr>
                <p:cNvPr id="273" name="TextBox 99">
                  <a:extLst>
                    <a:ext uri="{FF2B5EF4-FFF2-40B4-BE49-F238E27FC236}">
                      <a16:creationId xmlns:a16="http://schemas.microsoft.com/office/drawing/2014/main" id="{E89B5F4E-CCE8-F248-B341-D1C916177A8D}"/>
                    </a:ext>
                  </a:extLst>
                </p:cNvPr>
                <p:cNvSpPr txBox="1"/>
                <p:nvPr/>
              </p:nvSpPr>
              <p:spPr>
                <a:xfrm>
                  <a:off x="2940549" y="245174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60" name="Picture 12">
                <a:extLst>
                  <a:ext uri="{FF2B5EF4-FFF2-40B4-BE49-F238E27FC236}">
                    <a16:creationId xmlns:a16="http://schemas.microsoft.com/office/drawing/2014/main" id="{EE26EAC3-B961-AA49-B193-3BF78161BA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96752" y="132665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2" name="组合 341">
              <a:extLst>
                <a:ext uri="{FF2B5EF4-FFF2-40B4-BE49-F238E27FC236}">
                  <a16:creationId xmlns:a16="http://schemas.microsoft.com/office/drawing/2014/main" id="{D2BCB36A-8197-1C46-8105-B232BDF6502A}"/>
                </a:ext>
              </a:extLst>
            </p:cNvPr>
            <p:cNvGrpSpPr/>
            <p:nvPr/>
          </p:nvGrpSpPr>
          <p:grpSpPr>
            <a:xfrm>
              <a:off x="10309503" y="2534095"/>
              <a:ext cx="1668263" cy="289362"/>
              <a:chOff x="2762027" y="1326651"/>
              <a:chExt cx="1668263" cy="289362"/>
            </a:xfrm>
          </p:grpSpPr>
          <p:grpSp>
            <p:nvGrpSpPr>
              <p:cNvPr id="343" name="组合 342">
                <a:extLst>
                  <a:ext uri="{FF2B5EF4-FFF2-40B4-BE49-F238E27FC236}">
                    <a16:creationId xmlns:a16="http://schemas.microsoft.com/office/drawing/2014/main" id="{CCF36E48-2551-4342-AFFE-346C51029F4E}"/>
                  </a:ext>
                </a:extLst>
              </p:cNvPr>
              <p:cNvGrpSpPr/>
              <p:nvPr/>
            </p:nvGrpSpPr>
            <p:grpSpPr>
              <a:xfrm>
                <a:off x="3048938" y="1330263"/>
                <a:ext cx="1381352" cy="285750"/>
                <a:chOff x="1648060" y="2418385"/>
                <a:chExt cx="1381352" cy="285750"/>
              </a:xfrm>
            </p:grpSpPr>
            <p:sp>
              <p:nvSpPr>
                <p:cNvPr id="345" name="TextBox 98">
                  <a:extLst>
                    <a:ext uri="{FF2B5EF4-FFF2-40B4-BE49-F238E27FC236}">
                      <a16:creationId xmlns:a16="http://schemas.microsoft.com/office/drawing/2014/main" id="{B04CCE6B-F329-A44F-8CFB-5CF6B8E6D273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MAS4TS</a:t>
                  </a:r>
                  <a:endParaRPr lang="zh-CN" altLang="en-US" sz="1700" dirty="0"/>
                </a:p>
              </p:txBody>
            </p:sp>
            <p:sp>
              <p:nvSpPr>
                <p:cNvPr id="346" name="TextBox 99">
                  <a:extLst>
                    <a:ext uri="{FF2B5EF4-FFF2-40B4-BE49-F238E27FC236}">
                      <a16:creationId xmlns:a16="http://schemas.microsoft.com/office/drawing/2014/main" id="{5192B799-86A8-2448-8346-A8FF7A2742B0}"/>
                    </a:ext>
                  </a:extLst>
                </p:cNvPr>
                <p:cNvSpPr txBox="1"/>
                <p:nvPr/>
              </p:nvSpPr>
              <p:spPr>
                <a:xfrm>
                  <a:off x="2572212" y="242912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344" name="Picture 12">
                <a:extLst>
                  <a:ext uri="{FF2B5EF4-FFF2-40B4-BE49-F238E27FC236}">
                    <a16:creationId xmlns:a16="http://schemas.microsoft.com/office/drawing/2014/main" id="{7B69F41A-16A1-4A48-AC34-523D2B6799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2027" y="132665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4B531EA-044C-2446-82DD-BD0421E4AC89}"/>
                </a:ext>
              </a:extLst>
            </p:cNvPr>
            <p:cNvGrpSpPr/>
            <p:nvPr/>
          </p:nvGrpSpPr>
          <p:grpSpPr>
            <a:xfrm>
              <a:off x="10487681" y="3278322"/>
              <a:ext cx="1444885" cy="302084"/>
              <a:chOff x="-184411" y="1780178"/>
              <a:chExt cx="1444885" cy="302084"/>
            </a:xfrm>
          </p:grpSpPr>
          <p:grpSp>
            <p:nvGrpSpPr>
              <p:cNvPr id="338" name="组合 337">
                <a:extLst>
                  <a:ext uri="{FF2B5EF4-FFF2-40B4-BE49-F238E27FC236}">
                    <a16:creationId xmlns:a16="http://schemas.microsoft.com/office/drawing/2014/main" id="{C16BC4C4-CC13-AB4E-8B54-4534FC66C86C}"/>
                  </a:ext>
                </a:extLst>
              </p:cNvPr>
              <p:cNvGrpSpPr/>
              <p:nvPr/>
            </p:nvGrpSpPr>
            <p:grpSpPr>
              <a:xfrm>
                <a:off x="124005" y="1780178"/>
                <a:ext cx="1136469" cy="285750"/>
                <a:chOff x="1648060" y="2418385"/>
                <a:chExt cx="1136469" cy="285750"/>
              </a:xfrm>
            </p:grpSpPr>
            <p:sp>
              <p:nvSpPr>
                <p:cNvPr id="340" name="TextBox 98">
                  <a:extLst>
                    <a:ext uri="{FF2B5EF4-FFF2-40B4-BE49-F238E27FC236}">
                      <a16:creationId xmlns:a16="http://schemas.microsoft.com/office/drawing/2014/main" id="{653E635D-10DB-5C4B-BB59-7BF25766D169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ZARA</a:t>
                  </a:r>
                  <a:endParaRPr lang="zh-CN" altLang="en-US" sz="1700" dirty="0"/>
                </a:p>
              </p:txBody>
            </p:sp>
            <p:sp>
              <p:nvSpPr>
                <p:cNvPr id="341" name="TextBox 99">
                  <a:extLst>
                    <a:ext uri="{FF2B5EF4-FFF2-40B4-BE49-F238E27FC236}">
                      <a16:creationId xmlns:a16="http://schemas.microsoft.com/office/drawing/2014/main" id="{58B9D5A2-3156-8E47-A692-5CBF1940F5EF}"/>
                    </a:ext>
                  </a:extLst>
                </p:cNvPr>
                <p:cNvSpPr txBox="1"/>
                <p:nvPr/>
              </p:nvSpPr>
              <p:spPr>
                <a:xfrm>
                  <a:off x="2327329" y="242991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62" name="Picture 14">
                <a:extLst>
                  <a:ext uri="{FF2B5EF4-FFF2-40B4-BE49-F238E27FC236}">
                    <a16:creationId xmlns:a16="http://schemas.microsoft.com/office/drawing/2014/main" id="{0E9031B9-1AA5-F942-9C90-FC6E472CCC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84411" y="1815862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FFE83A1-9E09-4C4C-9C5D-10BDDBEC81F7}"/>
                </a:ext>
              </a:extLst>
            </p:cNvPr>
            <p:cNvGrpSpPr/>
            <p:nvPr/>
          </p:nvGrpSpPr>
          <p:grpSpPr>
            <a:xfrm>
              <a:off x="10107561" y="1847906"/>
              <a:ext cx="2055931" cy="294797"/>
              <a:chOff x="1223079" y="1474622"/>
              <a:chExt cx="2055931" cy="294797"/>
            </a:xfrm>
          </p:grpSpPr>
          <p:grpSp>
            <p:nvGrpSpPr>
              <p:cNvPr id="348" name="组合 347">
                <a:extLst>
                  <a:ext uri="{FF2B5EF4-FFF2-40B4-BE49-F238E27FC236}">
                    <a16:creationId xmlns:a16="http://schemas.microsoft.com/office/drawing/2014/main" id="{A65F51FA-18C4-A746-BACB-2582B23318FC}"/>
                  </a:ext>
                </a:extLst>
              </p:cNvPr>
              <p:cNvGrpSpPr/>
              <p:nvPr/>
            </p:nvGrpSpPr>
            <p:grpSpPr>
              <a:xfrm>
                <a:off x="1514951" y="1474622"/>
                <a:ext cx="1764059" cy="285750"/>
                <a:chOff x="1648060" y="2418385"/>
                <a:chExt cx="1764059" cy="285750"/>
              </a:xfrm>
            </p:grpSpPr>
            <p:sp>
              <p:nvSpPr>
                <p:cNvPr id="355" name="TextBox 98">
                  <a:extLst>
                    <a:ext uri="{FF2B5EF4-FFF2-40B4-BE49-F238E27FC236}">
                      <a16:creationId xmlns:a16="http://schemas.microsoft.com/office/drawing/2014/main" id="{FAAF896C-CACF-1942-A8F2-A04120A4997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TimeSage</a:t>
                  </a:r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-EV</a:t>
                  </a:r>
                  <a:endParaRPr lang="zh-CN" altLang="en-US" sz="1700" dirty="0"/>
                </a:p>
              </p:txBody>
            </p:sp>
            <p:sp>
              <p:nvSpPr>
                <p:cNvPr id="372" name="TextBox 99">
                  <a:extLst>
                    <a:ext uri="{FF2B5EF4-FFF2-40B4-BE49-F238E27FC236}">
                      <a16:creationId xmlns:a16="http://schemas.microsoft.com/office/drawing/2014/main" id="{2F532F49-FF49-3D4D-925E-4E49E2D43F06}"/>
                    </a:ext>
                  </a:extLst>
                </p:cNvPr>
                <p:cNvSpPr txBox="1"/>
                <p:nvPr/>
              </p:nvSpPr>
              <p:spPr>
                <a:xfrm>
                  <a:off x="2954919" y="244672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64" name="Picture 16">
                <a:extLst>
                  <a:ext uri="{FF2B5EF4-FFF2-40B4-BE49-F238E27FC236}">
                    <a16:creationId xmlns:a16="http://schemas.microsoft.com/office/drawing/2014/main" id="{CBE2B9AE-04A0-C349-8C87-4ADDA0B780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3079" y="150301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26E6560-96B2-2E44-B9ED-8157840E1471}"/>
                </a:ext>
              </a:extLst>
            </p:cNvPr>
            <p:cNvGrpSpPr/>
            <p:nvPr/>
          </p:nvGrpSpPr>
          <p:grpSpPr>
            <a:xfrm>
              <a:off x="9369673" y="1120275"/>
              <a:ext cx="2894783" cy="702590"/>
              <a:chOff x="416689" y="1412111"/>
              <a:chExt cx="2894783" cy="702590"/>
            </a:xfrm>
          </p:grpSpPr>
          <p:grpSp>
            <p:nvGrpSpPr>
              <p:cNvPr id="333" name="组合 332">
                <a:extLst>
                  <a:ext uri="{FF2B5EF4-FFF2-40B4-BE49-F238E27FC236}">
                    <a16:creationId xmlns:a16="http://schemas.microsoft.com/office/drawing/2014/main" id="{B97F276F-41E5-7147-A047-D9F0686BC229}"/>
                  </a:ext>
                </a:extLst>
              </p:cNvPr>
              <p:cNvGrpSpPr/>
              <p:nvPr/>
            </p:nvGrpSpPr>
            <p:grpSpPr>
              <a:xfrm>
                <a:off x="1341175" y="1811222"/>
                <a:ext cx="1970297" cy="285750"/>
                <a:chOff x="1648060" y="2418385"/>
                <a:chExt cx="1970297" cy="285750"/>
              </a:xfrm>
            </p:grpSpPr>
            <p:sp>
              <p:nvSpPr>
                <p:cNvPr id="335" name="TextBox 98">
                  <a:extLst>
                    <a:ext uri="{FF2B5EF4-FFF2-40B4-BE49-F238E27FC236}">
                      <a16:creationId xmlns:a16="http://schemas.microsoft.com/office/drawing/2014/main" id="{08EA2416-11E0-584F-A285-3584E79DFF3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OpenForecaster</a:t>
                  </a:r>
                  <a:endParaRPr lang="zh-CN" altLang="en-US" sz="1700" dirty="0"/>
                </a:p>
              </p:txBody>
            </p:sp>
            <p:sp>
              <p:nvSpPr>
                <p:cNvPr id="336" name="TextBox 99">
                  <a:extLst>
                    <a:ext uri="{FF2B5EF4-FFF2-40B4-BE49-F238E27FC236}">
                      <a16:creationId xmlns:a16="http://schemas.microsoft.com/office/drawing/2014/main" id="{58D47909-1C90-3441-B99C-7F35B5CC3AC7}"/>
                    </a:ext>
                  </a:extLst>
                </p:cNvPr>
                <p:cNvSpPr txBox="1"/>
                <p:nvPr/>
              </p:nvSpPr>
              <p:spPr>
                <a:xfrm>
                  <a:off x="3161157" y="246596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66" name="Picture 18">
                <a:extLst>
                  <a:ext uri="{FF2B5EF4-FFF2-40B4-BE49-F238E27FC236}">
                    <a16:creationId xmlns:a16="http://schemas.microsoft.com/office/drawing/2014/main" id="{C2513B55-3122-1940-B60E-E26CDE25CE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0482" y="184830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CC81A4B-17D3-5D40-94D8-BD24C9F0F29B}"/>
                  </a:ext>
                </a:extLst>
              </p:cNvPr>
              <p:cNvSpPr txBox="1"/>
              <p:nvPr/>
            </p:nvSpPr>
            <p:spPr>
              <a:xfrm>
                <a:off x="416689" y="1412111"/>
                <a:ext cx="184731" cy="319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zh-CN" altLang="en-US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5AA9DA3-F051-104A-811E-D352B220B379}"/>
                </a:ext>
              </a:extLst>
            </p:cNvPr>
            <p:cNvGrpSpPr/>
            <p:nvPr/>
          </p:nvGrpSpPr>
          <p:grpSpPr>
            <a:xfrm>
              <a:off x="10125744" y="2168761"/>
              <a:ext cx="2007257" cy="285750"/>
              <a:chOff x="114403" y="3465152"/>
              <a:chExt cx="2007257" cy="285750"/>
            </a:xfrm>
          </p:grpSpPr>
          <p:grpSp>
            <p:nvGrpSpPr>
              <p:cNvPr id="374" name="组合 373">
                <a:extLst>
                  <a:ext uri="{FF2B5EF4-FFF2-40B4-BE49-F238E27FC236}">
                    <a16:creationId xmlns:a16="http://schemas.microsoft.com/office/drawing/2014/main" id="{B81F464C-6955-FC45-9848-9417AA2DDCE1}"/>
                  </a:ext>
                </a:extLst>
              </p:cNvPr>
              <p:cNvGrpSpPr/>
              <p:nvPr/>
            </p:nvGrpSpPr>
            <p:grpSpPr>
              <a:xfrm>
                <a:off x="430184" y="3465152"/>
                <a:ext cx="1691476" cy="285750"/>
                <a:chOff x="1648060" y="2418385"/>
                <a:chExt cx="1691476" cy="285750"/>
              </a:xfrm>
            </p:grpSpPr>
            <p:sp>
              <p:nvSpPr>
                <p:cNvPr id="378" name="TextBox 98">
                  <a:extLst>
                    <a:ext uri="{FF2B5EF4-FFF2-40B4-BE49-F238E27FC236}">
                      <a16:creationId xmlns:a16="http://schemas.microsoft.com/office/drawing/2014/main" id="{00E97201-367E-1445-A2CD-08709613FD79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TS-Reasoner</a:t>
                  </a:r>
                  <a:endParaRPr lang="zh-CN" altLang="en-US" sz="1700" dirty="0"/>
                </a:p>
              </p:txBody>
            </p:sp>
            <p:sp>
              <p:nvSpPr>
                <p:cNvPr id="379" name="TextBox 99">
                  <a:extLst>
                    <a:ext uri="{FF2B5EF4-FFF2-40B4-BE49-F238E27FC236}">
                      <a16:creationId xmlns:a16="http://schemas.microsoft.com/office/drawing/2014/main" id="{8F3D16BF-53F0-F24C-914B-C0ED31E609C6}"/>
                    </a:ext>
                  </a:extLst>
                </p:cNvPr>
                <p:cNvSpPr txBox="1"/>
                <p:nvPr/>
              </p:nvSpPr>
              <p:spPr>
                <a:xfrm>
                  <a:off x="2882336" y="244414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2024</a:t>
                  </a:r>
                  <a:endParaRPr lang="zh-CN" altLang="en-US" sz="1250" dirty="0"/>
                </a:p>
              </p:txBody>
            </p:sp>
          </p:grpSp>
          <p:pic>
            <p:nvPicPr>
              <p:cNvPr id="381" name="Picture 10">
                <a:extLst>
                  <a:ext uri="{FF2B5EF4-FFF2-40B4-BE49-F238E27FC236}">
                    <a16:creationId xmlns:a16="http://schemas.microsoft.com/office/drawing/2014/main" id="{3A7F96E5-7776-004D-A9B8-1ABC2481A6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403" y="348176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D6A8BC62-3EAC-E94A-8D73-E86976642D2F}"/>
                </a:ext>
              </a:extLst>
            </p:cNvPr>
            <p:cNvGrpSpPr/>
            <p:nvPr/>
          </p:nvGrpSpPr>
          <p:grpSpPr>
            <a:xfrm>
              <a:off x="10266750" y="2869153"/>
              <a:ext cx="1826679" cy="304310"/>
              <a:chOff x="824191" y="1613552"/>
              <a:chExt cx="1826679" cy="304310"/>
            </a:xfrm>
          </p:grpSpPr>
          <p:grpSp>
            <p:nvGrpSpPr>
              <p:cNvPr id="328" name="组合 327">
                <a:extLst>
                  <a:ext uri="{FF2B5EF4-FFF2-40B4-BE49-F238E27FC236}">
                    <a16:creationId xmlns:a16="http://schemas.microsoft.com/office/drawing/2014/main" id="{9581FC7C-1DE6-FD4D-854D-6F86771C9FBE}"/>
                  </a:ext>
                </a:extLst>
              </p:cNvPr>
              <p:cNvGrpSpPr/>
              <p:nvPr/>
            </p:nvGrpSpPr>
            <p:grpSpPr>
              <a:xfrm>
                <a:off x="1178002" y="1613552"/>
                <a:ext cx="1472868" cy="285750"/>
                <a:chOff x="1648060" y="2418385"/>
                <a:chExt cx="1472868" cy="285750"/>
              </a:xfrm>
            </p:grpSpPr>
            <p:sp>
              <p:nvSpPr>
                <p:cNvPr id="330" name="TextBox 98">
                  <a:extLst>
                    <a:ext uri="{FF2B5EF4-FFF2-40B4-BE49-F238E27FC236}">
                      <a16:creationId xmlns:a16="http://schemas.microsoft.com/office/drawing/2014/main" id="{09FC0AEA-78B0-F34D-8F89-FE38836FF71C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GridMind</a:t>
                  </a:r>
                  <a:endParaRPr lang="zh-CN" altLang="en-US" sz="1700" dirty="0"/>
                </a:p>
              </p:txBody>
            </p:sp>
            <p:sp>
              <p:nvSpPr>
                <p:cNvPr id="331" name="TextBox 99">
                  <a:extLst>
                    <a:ext uri="{FF2B5EF4-FFF2-40B4-BE49-F238E27FC236}">
                      <a16:creationId xmlns:a16="http://schemas.microsoft.com/office/drawing/2014/main" id="{2B274886-BEE5-2D41-81B0-FA004BFD363C}"/>
                    </a:ext>
                  </a:extLst>
                </p:cNvPr>
                <p:cNvSpPr txBox="1"/>
                <p:nvPr/>
              </p:nvSpPr>
              <p:spPr>
                <a:xfrm>
                  <a:off x="2663728" y="2454092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68" name="Picture 20">
                <a:extLst>
                  <a:ext uri="{FF2B5EF4-FFF2-40B4-BE49-F238E27FC236}">
                    <a16:creationId xmlns:a16="http://schemas.microsoft.com/office/drawing/2014/main" id="{BC4EB626-A542-EB4C-B9D2-9ADA8B63D0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191" y="1651462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85" name="组合 384">
              <a:extLst>
                <a:ext uri="{FF2B5EF4-FFF2-40B4-BE49-F238E27FC236}">
                  <a16:creationId xmlns:a16="http://schemas.microsoft.com/office/drawing/2014/main" id="{ED33B98B-C3CC-7C41-8F7F-C005F5BBC4CF}"/>
                </a:ext>
              </a:extLst>
            </p:cNvPr>
            <p:cNvGrpSpPr/>
            <p:nvPr/>
          </p:nvGrpSpPr>
          <p:grpSpPr>
            <a:xfrm>
              <a:off x="12412184" y="3353008"/>
              <a:ext cx="1390837" cy="289362"/>
              <a:chOff x="2762027" y="1326651"/>
              <a:chExt cx="1390837" cy="289362"/>
            </a:xfrm>
          </p:grpSpPr>
          <p:grpSp>
            <p:nvGrpSpPr>
              <p:cNvPr id="386" name="组合 385">
                <a:extLst>
                  <a:ext uri="{FF2B5EF4-FFF2-40B4-BE49-F238E27FC236}">
                    <a16:creationId xmlns:a16="http://schemas.microsoft.com/office/drawing/2014/main" id="{985AA5FC-B219-E142-90B4-F5342BC7CC68}"/>
                  </a:ext>
                </a:extLst>
              </p:cNvPr>
              <p:cNvGrpSpPr/>
              <p:nvPr/>
            </p:nvGrpSpPr>
            <p:grpSpPr>
              <a:xfrm>
                <a:off x="3048938" y="1330263"/>
                <a:ext cx="1103926" cy="285750"/>
                <a:chOff x="1648060" y="2418385"/>
                <a:chExt cx="1103926" cy="285750"/>
              </a:xfrm>
            </p:grpSpPr>
            <p:sp>
              <p:nvSpPr>
                <p:cNvPr id="391" name="TextBox 98">
                  <a:extLst>
                    <a:ext uri="{FF2B5EF4-FFF2-40B4-BE49-F238E27FC236}">
                      <a16:creationId xmlns:a16="http://schemas.microsoft.com/office/drawing/2014/main" id="{2B6F11C0-4A44-1549-BD9D-BC614A4EDF5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SIRN</a:t>
                  </a:r>
                  <a:endParaRPr lang="zh-CN" altLang="en-US" sz="1700" dirty="0"/>
                </a:p>
              </p:txBody>
            </p:sp>
            <p:sp>
              <p:nvSpPr>
                <p:cNvPr id="393" name="TextBox 99">
                  <a:extLst>
                    <a:ext uri="{FF2B5EF4-FFF2-40B4-BE49-F238E27FC236}">
                      <a16:creationId xmlns:a16="http://schemas.microsoft.com/office/drawing/2014/main" id="{50D26866-CA9E-5641-A6FC-0DCFD14C03AB}"/>
                    </a:ext>
                  </a:extLst>
                </p:cNvPr>
                <p:cNvSpPr txBox="1"/>
                <p:nvPr/>
              </p:nvSpPr>
              <p:spPr>
                <a:xfrm>
                  <a:off x="2294786" y="244087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388" name="Picture 12">
                <a:extLst>
                  <a:ext uri="{FF2B5EF4-FFF2-40B4-BE49-F238E27FC236}">
                    <a16:creationId xmlns:a16="http://schemas.microsoft.com/office/drawing/2014/main" id="{7E0247B0-277A-C44D-A721-A9F11B9B6C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2027" y="132665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96" name="组合 395">
              <a:extLst>
                <a:ext uri="{FF2B5EF4-FFF2-40B4-BE49-F238E27FC236}">
                  <a16:creationId xmlns:a16="http://schemas.microsoft.com/office/drawing/2014/main" id="{FBBA9F34-8C5E-DC4D-980E-3567B3F0798A}"/>
                </a:ext>
              </a:extLst>
            </p:cNvPr>
            <p:cNvGrpSpPr/>
            <p:nvPr/>
          </p:nvGrpSpPr>
          <p:grpSpPr>
            <a:xfrm>
              <a:off x="12503195" y="1657225"/>
              <a:ext cx="1685841" cy="286917"/>
              <a:chOff x="271818" y="2183506"/>
              <a:chExt cx="1685841" cy="286917"/>
            </a:xfrm>
          </p:grpSpPr>
          <p:grpSp>
            <p:nvGrpSpPr>
              <p:cNvPr id="397" name="组合 396">
                <a:extLst>
                  <a:ext uri="{FF2B5EF4-FFF2-40B4-BE49-F238E27FC236}">
                    <a16:creationId xmlns:a16="http://schemas.microsoft.com/office/drawing/2014/main" id="{1421B919-C6BB-0A4F-890F-48CCEADA04C6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317905" cy="285750"/>
                <a:chOff x="1648060" y="2418385"/>
                <a:chExt cx="1317905" cy="285750"/>
              </a:xfrm>
            </p:grpSpPr>
            <p:sp>
              <p:nvSpPr>
                <p:cNvPr id="402" name="TextBox 98">
                  <a:extLst>
                    <a:ext uri="{FF2B5EF4-FFF2-40B4-BE49-F238E27FC236}">
                      <a16:creationId xmlns:a16="http://schemas.microsoft.com/office/drawing/2014/main" id="{72A449C1-FA30-E546-8692-D3DB670F9426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NEXUS</a:t>
                  </a:r>
                  <a:endParaRPr lang="zh-CN" altLang="en-US" sz="1700" dirty="0"/>
                </a:p>
              </p:txBody>
            </p:sp>
            <p:sp>
              <p:nvSpPr>
                <p:cNvPr id="403" name="TextBox 99">
                  <a:extLst>
                    <a:ext uri="{FF2B5EF4-FFF2-40B4-BE49-F238E27FC236}">
                      <a16:creationId xmlns:a16="http://schemas.microsoft.com/office/drawing/2014/main" id="{CF42D411-975D-A847-96D2-F636AB00D26D}"/>
                    </a:ext>
                  </a:extLst>
                </p:cNvPr>
                <p:cNvSpPr txBox="1"/>
                <p:nvPr/>
              </p:nvSpPr>
              <p:spPr>
                <a:xfrm>
                  <a:off x="2508765" y="244098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399" name="Picture 16">
                <a:extLst>
                  <a:ext uri="{FF2B5EF4-FFF2-40B4-BE49-F238E27FC236}">
                    <a16:creationId xmlns:a16="http://schemas.microsoft.com/office/drawing/2014/main" id="{CF3F239F-64F7-D845-B445-742D0917C4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818" y="2183506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BA5F1C78-4EF4-BC4F-A9AA-27441DC04B38}"/>
                </a:ext>
              </a:extLst>
            </p:cNvPr>
            <p:cNvGrpSpPr/>
            <p:nvPr/>
          </p:nvGrpSpPr>
          <p:grpSpPr>
            <a:xfrm>
              <a:off x="12296380" y="2993316"/>
              <a:ext cx="1647540" cy="289311"/>
              <a:chOff x="516561" y="3009112"/>
              <a:chExt cx="1647540" cy="289311"/>
            </a:xfrm>
          </p:grpSpPr>
          <p:grpSp>
            <p:nvGrpSpPr>
              <p:cNvPr id="406" name="组合 405">
                <a:extLst>
                  <a:ext uri="{FF2B5EF4-FFF2-40B4-BE49-F238E27FC236}">
                    <a16:creationId xmlns:a16="http://schemas.microsoft.com/office/drawing/2014/main" id="{D326E572-4351-5E4A-8621-0CCB7D4890E5}"/>
                  </a:ext>
                </a:extLst>
              </p:cNvPr>
              <p:cNvGrpSpPr/>
              <p:nvPr/>
            </p:nvGrpSpPr>
            <p:grpSpPr>
              <a:xfrm>
                <a:off x="842106" y="3010843"/>
                <a:ext cx="1321995" cy="287580"/>
                <a:chOff x="1648060" y="2418385"/>
                <a:chExt cx="1321995" cy="287580"/>
              </a:xfrm>
            </p:grpSpPr>
            <p:sp>
              <p:nvSpPr>
                <p:cNvPr id="410" name="TextBox 98">
                  <a:extLst>
                    <a:ext uri="{FF2B5EF4-FFF2-40B4-BE49-F238E27FC236}">
                      <a16:creationId xmlns:a16="http://schemas.microsoft.com/office/drawing/2014/main" id="{08ADE769-2D31-C142-9D33-8844836FA4A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FinMem</a:t>
                  </a:r>
                  <a:endParaRPr lang="zh-CN" altLang="en-US" sz="1700" dirty="0"/>
                </a:p>
              </p:txBody>
            </p:sp>
            <p:sp>
              <p:nvSpPr>
                <p:cNvPr id="411" name="TextBox 99">
                  <a:extLst>
                    <a:ext uri="{FF2B5EF4-FFF2-40B4-BE49-F238E27FC236}">
                      <a16:creationId xmlns:a16="http://schemas.microsoft.com/office/drawing/2014/main" id="{C039C6BD-67F4-9141-BE47-80378D72CFA2}"/>
                    </a:ext>
                  </a:extLst>
                </p:cNvPr>
                <p:cNvSpPr txBox="1"/>
                <p:nvPr/>
              </p:nvSpPr>
              <p:spPr>
                <a:xfrm>
                  <a:off x="2512855" y="246784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2023</a:t>
                  </a:r>
                  <a:endParaRPr lang="zh-CN" altLang="en-US" sz="1250" dirty="0"/>
                </a:p>
              </p:txBody>
            </p:sp>
          </p:grpSp>
          <p:pic>
            <p:nvPicPr>
              <p:cNvPr id="409" name="Picture 18">
                <a:extLst>
                  <a:ext uri="{FF2B5EF4-FFF2-40B4-BE49-F238E27FC236}">
                    <a16:creationId xmlns:a16="http://schemas.microsoft.com/office/drawing/2014/main" id="{5EA3F910-7C0B-A94A-B34A-69B7F5E2D8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6561" y="3009112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3" name="组合 412">
              <a:extLst>
                <a:ext uri="{FF2B5EF4-FFF2-40B4-BE49-F238E27FC236}">
                  <a16:creationId xmlns:a16="http://schemas.microsoft.com/office/drawing/2014/main" id="{BBDA0385-8C4C-334F-8FD8-258311B19F14}"/>
                </a:ext>
              </a:extLst>
            </p:cNvPr>
            <p:cNvGrpSpPr/>
            <p:nvPr/>
          </p:nvGrpSpPr>
          <p:grpSpPr>
            <a:xfrm>
              <a:off x="12172247" y="2612439"/>
              <a:ext cx="2054295" cy="286917"/>
              <a:chOff x="271818" y="2183506"/>
              <a:chExt cx="2054295" cy="286917"/>
            </a:xfrm>
          </p:grpSpPr>
          <p:grpSp>
            <p:nvGrpSpPr>
              <p:cNvPr id="416" name="组合 415">
                <a:extLst>
                  <a:ext uri="{FF2B5EF4-FFF2-40B4-BE49-F238E27FC236}">
                    <a16:creationId xmlns:a16="http://schemas.microsoft.com/office/drawing/2014/main" id="{3CEB2B54-8639-3342-8A27-7A9D79478EC5}"/>
                  </a:ext>
                </a:extLst>
              </p:cNvPr>
              <p:cNvGrpSpPr/>
              <p:nvPr/>
            </p:nvGrpSpPr>
            <p:grpSpPr>
              <a:xfrm>
                <a:off x="639754" y="2184673"/>
                <a:ext cx="1686359" cy="285750"/>
                <a:chOff x="1648060" y="2418385"/>
                <a:chExt cx="1686359" cy="285750"/>
              </a:xfrm>
            </p:grpSpPr>
            <p:sp>
              <p:nvSpPr>
                <p:cNvPr id="418" name="TextBox 98">
                  <a:extLst>
                    <a:ext uri="{FF2B5EF4-FFF2-40B4-BE49-F238E27FC236}">
                      <a16:creationId xmlns:a16="http://schemas.microsoft.com/office/drawing/2014/main" id="{78B93813-8191-744E-BA6E-3E871B44B536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FLAIRR-TS</a:t>
                  </a:r>
                  <a:endParaRPr lang="zh-CN" altLang="en-US" sz="1700" dirty="0"/>
                </a:p>
              </p:txBody>
            </p:sp>
            <p:sp>
              <p:nvSpPr>
                <p:cNvPr id="420" name="TextBox 99">
                  <a:extLst>
                    <a:ext uri="{FF2B5EF4-FFF2-40B4-BE49-F238E27FC236}">
                      <a16:creationId xmlns:a16="http://schemas.microsoft.com/office/drawing/2014/main" id="{FB668F5F-6E0A-FE41-9EC2-7400E1117A07}"/>
                    </a:ext>
                  </a:extLst>
                </p:cNvPr>
                <p:cNvSpPr txBox="1"/>
                <p:nvPr/>
              </p:nvSpPr>
              <p:spPr>
                <a:xfrm>
                  <a:off x="2877219" y="242916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417" name="Picture 16">
                <a:extLst>
                  <a:ext uri="{FF2B5EF4-FFF2-40B4-BE49-F238E27FC236}">
                    <a16:creationId xmlns:a16="http://schemas.microsoft.com/office/drawing/2014/main" id="{00013D12-03AB-8D4B-B80A-1413240DEB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818" y="2183506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ECC2753D-A586-6E49-8EFD-86619690D6E6}"/>
                </a:ext>
              </a:extLst>
            </p:cNvPr>
            <p:cNvGrpSpPr/>
            <p:nvPr/>
          </p:nvGrpSpPr>
          <p:grpSpPr>
            <a:xfrm>
              <a:off x="12184002" y="2270186"/>
              <a:ext cx="2170418" cy="285750"/>
              <a:chOff x="13736303" y="120575"/>
              <a:chExt cx="2170418" cy="285750"/>
            </a:xfrm>
          </p:grpSpPr>
          <p:grpSp>
            <p:nvGrpSpPr>
              <p:cNvPr id="424" name="组合 423">
                <a:extLst>
                  <a:ext uri="{FF2B5EF4-FFF2-40B4-BE49-F238E27FC236}">
                    <a16:creationId xmlns:a16="http://schemas.microsoft.com/office/drawing/2014/main" id="{ECCAFB1E-29ED-2F4C-AF9A-14D9159BD480}"/>
                  </a:ext>
                </a:extLst>
              </p:cNvPr>
              <p:cNvGrpSpPr/>
              <p:nvPr/>
            </p:nvGrpSpPr>
            <p:grpSpPr>
              <a:xfrm>
                <a:off x="14044421" y="120575"/>
                <a:ext cx="1862300" cy="285750"/>
                <a:chOff x="1648060" y="2418385"/>
                <a:chExt cx="1862300" cy="285750"/>
              </a:xfrm>
            </p:grpSpPr>
            <p:sp>
              <p:nvSpPr>
                <p:cNvPr id="426" name="TextBox 98">
                  <a:extLst>
                    <a:ext uri="{FF2B5EF4-FFF2-40B4-BE49-F238E27FC236}">
                      <a16:creationId xmlns:a16="http://schemas.microsoft.com/office/drawing/2014/main" id="{9BD6CE05-23FE-9C4C-A94A-1BEF3C2BD99B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AIAForecaster</a:t>
                  </a:r>
                  <a:endParaRPr lang="zh-CN" altLang="en-US" sz="1700" dirty="0"/>
                </a:p>
              </p:txBody>
            </p:sp>
            <p:sp>
              <p:nvSpPr>
                <p:cNvPr id="427" name="TextBox 99">
                  <a:extLst>
                    <a:ext uri="{FF2B5EF4-FFF2-40B4-BE49-F238E27FC236}">
                      <a16:creationId xmlns:a16="http://schemas.microsoft.com/office/drawing/2014/main" id="{CA20F84D-8E28-A943-A9A3-C8735DD58DA3}"/>
                    </a:ext>
                  </a:extLst>
                </p:cNvPr>
                <p:cNvSpPr txBox="1"/>
                <p:nvPr/>
              </p:nvSpPr>
              <p:spPr>
                <a:xfrm>
                  <a:off x="3053160" y="245009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70" name="Picture 22">
                <a:extLst>
                  <a:ext uri="{FF2B5EF4-FFF2-40B4-BE49-F238E27FC236}">
                    <a16:creationId xmlns:a16="http://schemas.microsoft.com/office/drawing/2014/main" id="{14EFD1AA-A478-C04C-B5D7-4E30607441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36303" y="12954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84405FC8-88EA-E442-9A4B-3425319B9DB4}"/>
                </a:ext>
              </a:extLst>
            </p:cNvPr>
            <p:cNvGrpSpPr/>
            <p:nvPr/>
          </p:nvGrpSpPr>
          <p:grpSpPr>
            <a:xfrm>
              <a:off x="12325469" y="1964150"/>
              <a:ext cx="1907468" cy="287341"/>
              <a:chOff x="1257491" y="1536418"/>
              <a:chExt cx="1907468" cy="287341"/>
            </a:xfrm>
          </p:grpSpPr>
          <p:grpSp>
            <p:nvGrpSpPr>
              <p:cNvPr id="429" name="组合 428">
                <a:extLst>
                  <a:ext uri="{FF2B5EF4-FFF2-40B4-BE49-F238E27FC236}">
                    <a16:creationId xmlns:a16="http://schemas.microsoft.com/office/drawing/2014/main" id="{BFA12F13-958F-1340-A67C-3527EE1F4E98}"/>
                  </a:ext>
                </a:extLst>
              </p:cNvPr>
              <p:cNvGrpSpPr/>
              <p:nvPr/>
            </p:nvGrpSpPr>
            <p:grpSpPr>
              <a:xfrm>
                <a:off x="1613090" y="1536418"/>
                <a:ext cx="1551869" cy="287341"/>
                <a:chOff x="1648060" y="2418385"/>
                <a:chExt cx="1551869" cy="287341"/>
              </a:xfrm>
            </p:grpSpPr>
            <p:sp>
              <p:nvSpPr>
                <p:cNvPr id="447" name="TextBox 98">
                  <a:extLst>
                    <a:ext uri="{FF2B5EF4-FFF2-40B4-BE49-F238E27FC236}">
                      <a16:creationId xmlns:a16="http://schemas.microsoft.com/office/drawing/2014/main" id="{8A3A1A4C-4506-C94A-A8F8-7DA0C354CC0A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TSQAgent</a:t>
                  </a:r>
                  <a:endParaRPr lang="zh-CN" altLang="en-US" sz="1700" dirty="0"/>
                </a:p>
              </p:txBody>
            </p:sp>
            <p:sp>
              <p:nvSpPr>
                <p:cNvPr id="450" name="TextBox 99">
                  <a:extLst>
                    <a:ext uri="{FF2B5EF4-FFF2-40B4-BE49-F238E27FC236}">
                      <a16:creationId xmlns:a16="http://schemas.microsoft.com/office/drawing/2014/main" id="{091E0EED-A0C1-7C47-B011-F12990C22E6D}"/>
                    </a:ext>
                  </a:extLst>
                </p:cNvPr>
                <p:cNvSpPr txBox="1"/>
                <p:nvPr/>
              </p:nvSpPr>
              <p:spPr>
                <a:xfrm>
                  <a:off x="2742729" y="246760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45" name="Picture 30">
                <a:extLst>
                  <a:ext uri="{FF2B5EF4-FFF2-40B4-BE49-F238E27FC236}">
                    <a16:creationId xmlns:a16="http://schemas.microsoft.com/office/drawing/2014/main" id="{8022FC6B-9816-BC45-A309-1A15594B7A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7491" y="154870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0B2ACD21-3842-5C4C-80D6-1826058DF27C}"/>
                </a:ext>
              </a:extLst>
            </p:cNvPr>
            <p:cNvGrpSpPr/>
            <p:nvPr/>
          </p:nvGrpSpPr>
          <p:grpSpPr>
            <a:xfrm>
              <a:off x="14655542" y="3015539"/>
              <a:ext cx="1437359" cy="285750"/>
              <a:chOff x="15384314" y="185798"/>
              <a:chExt cx="1437359" cy="285750"/>
            </a:xfrm>
          </p:grpSpPr>
          <p:grpSp>
            <p:nvGrpSpPr>
              <p:cNvPr id="469" name="组合 468">
                <a:extLst>
                  <a:ext uri="{FF2B5EF4-FFF2-40B4-BE49-F238E27FC236}">
                    <a16:creationId xmlns:a16="http://schemas.microsoft.com/office/drawing/2014/main" id="{12DD2D14-D5D4-C646-9AC4-3FA61D9BCBA0}"/>
                  </a:ext>
                </a:extLst>
              </p:cNvPr>
              <p:cNvGrpSpPr/>
              <p:nvPr/>
            </p:nvGrpSpPr>
            <p:grpSpPr>
              <a:xfrm>
                <a:off x="15717747" y="185798"/>
                <a:ext cx="1103926" cy="285750"/>
                <a:chOff x="1648060" y="2418385"/>
                <a:chExt cx="1103926" cy="285750"/>
              </a:xfrm>
            </p:grpSpPr>
            <p:sp>
              <p:nvSpPr>
                <p:cNvPr id="485" name="TextBox 98">
                  <a:extLst>
                    <a:ext uri="{FF2B5EF4-FFF2-40B4-BE49-F238E27FC236}">
                      <a16:creationId xmlns:a16="http://schemas.microsoft.com/office/drawing/2014/main" id="{D096781E-32E7-C046-945D-D76394242DD0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TIEM</a:t>
                  </a:r>
                  <a:endParaRPr lang="zh-CN" altLang="en-US" sz="1700" dirty="0"/>
                </a:p>
              </p:txBody>
            </p:sp>
            <p:sp>
              <p:nvSpPr>
                <p:cNvPr id="522" name="TextBox 99">
                  <a:extLst>
                    <a:ext uri="{FF2B5EF4-FFF2-40B4-BE49-F238E27FC236}">
                      <a16:creationId xmlns:a16="http://schemas.microsoft.com/office/drawing/2014/main" id="{39E62143-431E-4A46-9B9C-E0512C90760A}"/>
                    </a:ext>
                  </a:extLst>
                </p:cNvPr>
                <p:cNvSpPr txBox="1"/>
                <p:nvPr/>
              </p:nvSpPr>
              <p:spPr>
                <a:xfrm>
                  <a:off x="2294786" y="244087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72" name="Picture 24">
                <a:extLst>
                  <a:ext uri="{FF2B5EF4-FFF2-40B4-BE49-F238E27FC236}">
                    <a16:creationId xmlns:a16="http://schemas.microsoft.com/office/drawing/2014/main" id="{59A29373-92C5-7C4B-82E1-40B75D1D3A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84314" y="19990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6E0ECC04-DCC3-8940-88B2-E8A54C7727C3}"/>
                </a:ext>
              </a:extLst>
            </p:cNvPr>
            <p:cNvGrpSpPr/>
            <p:nvPr/>
          </p:nvGrpSpPr>
          <p:grpSpPr>
            <a:xfrm>
              <a:off x="14429343" y="2303818"/>
              <a:ext cx="2127828" cy="285750"/>
              <a:chOff x="12775034" y="-559099"/>
              <a:chExt cx="2127828" cy="285750"/>
            </a:xfrm>
          </p:grpSpPr>
          <p:grpSp>
            <p:nvGrpSpPr>
              <p:cNvPr id="317" name="组合 316">
                <a:extLst>
                  <a:ext uri="{FF2B5EF4-FFF2-40B4-BE49-F238E27FC236}">
                    <a16:creationId xmlns:a16="http://schemas.microsoft.com/office/drawing/2014/main" id="{BC5CCE12-19AA-3B42-BBF2-0673774119F1}"/>
                  </a:ext>
                </a:extLst>
              </p:cNvPr>
              <p:cNvGrpSpPr/>
              <p:nvPr/>
            </p:nvGrpSpPr>
            <p:grpSpPr>
              <a:xfrm>
                <a:off x="13105519" y="-559099"/>
                <a:ext cx="1797343" cy="285750"/>
                <a:chOff x="1648060" y="2418385"/>
                <a:chExt cx="1797343" cy="285750"/>
              </a:xfrm>
            </p:grpSpPr>
            <p:sp>
              <p:nvSpPr>
                <p:cNvPr id="322" name="TextBox 98">
                  <a:extLst>
                    <a:ext uri="{FF2B5EF4-FFF2-40B4-BE49-F238E27FC236}">
                      <a16:creationId xmlns:a16="http://schemas.microsoft.com/office/drawing/2014/main" id="{1202689E-B1F8-4C4D-805B-5569534E2242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EvoTS</a:t>
                  </a:r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-Agent</a:t>
                  </a:r>
                  <a:endParaRPr lang="zh-CN" altLang="en-US" sz="1700" dirty="0"/>
                </a:p>
              </p:txBody>
            </p:sp>
            <p:sp>
              <p:nvSpPr>
                <p:cNvPr id="323" name="TextBox 99">
                  <a:extLst>
                    <a:ext uri="{FF2B5EF4-FFF2-40B4-BE49-F238E27FC236}">
                      <a16:creationId xmlns:a16="http://schemas.microsoft.com/office/drawing/2014/main" id="{84D57F54-BC70-D249-BCDD-27F167D5C789}"/>
                    </a:ext>
                  </a:extLst>
                </p:cNvPr>
                <p:cNvSpPr txBox="1"/>
                <p:nvPr/>
              </p:nvSpPr>
              <p:spPr>
                <a:xfrm>
                  <a:off x="2988203" y="24540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2074" name="Picture 26">
                <a:extLst>
                  <a:ext uri="{FF2B5EF4-FFF2-40B4-BE49-F238E27FC236}">
                    <a16:creationId xmlns:a16="http://schemas.microsoft.com/office/drawing/2014/main" id="{0DA8B418-1FFB-5441-A5A2-FBA8DE30B1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75034" y="-54659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DFAFB9C-E65A-A541-9D8E-A41668CD050C}"/>
                </a:ext>
              </a:extLst>
            </p:cNvPr>
            <p:cNvGrpSpPr/>
            <p:nvPr/>
          </p:nvGrpSpPr>
          <p:grpSpPr>
            <a:xfrm>
              <a:off x="14454157" y="2644239"/>
              <a:ext cx="2017803" cy="296008"/>
              <a:chOff x="17926955" y="1632250"/>
              <a:chExt cx="2017803" cy="296008"/>
            </a:xfrm>
          </p:grpSpPr>
          <p:grpSp>
            <p:nvGrpSpPr>
              <p:cNvPr id="528" name="组合 527">
                <a:extLst>
                  <a:ext uri="{FF2B5EF4-FFF2-40B4-BE49-F238E27FC236}">
                    <a16:creationId xmlns:a16="http://schemas.microsoft.com/office/drawing/2014/main" id="{DB3F06AF-CF97-054F-9F2E-3047E2447068}"/>
                  </a:ext>
                </a:extLst>
              </p:cNvPr>
              <p:cNvGrpSpPr/>
              <p:nvPr/>
            </p:nvGrpSpPr>
            <p:grpSpPr>
              <a:xfrm>
                <a:off x="18269974" y="1632250"/>
                <a:ext cx="1674784" cy="285750"/>
                <a:chOff x="1648060" y="2418385"/>
                <a:chExt cx="1674784" cy="285750"/>
              </a:xfrm>
            </p:grpSpPr>
            <p:sp>
              <p:nvSpPr>
                <p:cNvPr id="530" name="TextBox 98">
                  <a:extLst>
                    <a:ext uri="{FF2B5EF4-FFF2-40B4-BE49-F238E27FC236}">
                      <a16:creationId xmlns:a16="http://schemas.microsoft.com/office/drawing/2014/main" id="{F4AF9EF0-B3BF-DA41-9F49-65170A3A6B3E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HeraldLight</a:t>
                  </a:r>
                  <a:endParaRPr lang="zh-CN" altLang="en-US" sz="1700" dirty="0"/>
                </a:p>
              </p:txBody>
            </p:sp>
            <p:sp>
              <p:nvSpPr>
                <p:cNvPr id="531" name="TextBox 99">
                  <a:extLst>
                    <a:ext uri="{FF2B5EF4-FFF2-40B4-BE49-F238E27FC236}">
                      <a16:creationId xmlns:a16="http://schemas.microsoft.com/office/drawing/2014/main" id="{AA97ABCE-A178-3147-A2A5-607BF675AC55}"/>
                    </a:ext>
                  </a:extLst>
                </p:cNvPr>
                <p:cNvSpPr txBox="1"/>
                <p:nvPr/>
              </p:nvSpPr>
              <p:spPr>
                <a:xfrm>
                  <a:off x="2865644" y="24407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78" name="Picture 30" descr="Beijing University of Posts and Telecommunications - Wikipedia">
                <a:extLst>
                  <a:ext uri="{FF2B5EF4-FFF2-40B4-BE49-F238E27FC236}">
                    <a16:creationId xmlns:a16="http://schemas.microsoft.com/office/drawing/2014/main" id="{E7ED6AD2-FBB5-A346-B329-B5A4A3A594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26955" y="1661858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CA0ECD90-9017-194F-BB98-CBEFDAEB4112}"/>
                </a:ext>
              </a:extLst>
            </p:cNvPr>
            <p:cNvGrpSpPr/>
            <p:nvPr/>
          </p:nvGrpSpPr>
          <p:grpSpPr>
            <a:xfrm>
              <a:off x="14054167" y="3660992"/>
              <a:ext cx="2017767" cy="290380"/>
              <a:chOff x="19596681" y="3477139"/>
              <a:chExt cx="2017767" cy="290380"/>
            </a:xfrm>
          </p:grpSpPr>
          <p:grpSp>
            <p:nvGrpSpPr>
              <p:cNvPr id="533" name="组合 532">
                <a:extLst>
                  <a:ext uri="{FF2B5EF4-FFF2-40B4-BE49-F238E27FC236}">
                    <a16:creationId xmlns:a16="http://schemas.microsoft.com/office/drawing/2014/main" id="{1AAF1A2D-1661-DE4D-BF10-74D74E9B5328}"/>
                  </a:ext>
                </a:extLst>
              </p:cNvPr>
              <p:cNvGrpSpPr/>
              <p:nvPr/>
            </p:nvGrpSpPr>
            <p:grpSpPr>
              <a:xfrm>
                <a:off x="19939664" y="3481769"/>
                <a:ext cx="1674784" cy="285750"/>
                <a:chOff x="1648060" y="2418385"/>
                <a:chExt cx="1674784" cy="285750"/>
              </a:xfrm>
            </p:grpSpPr>
            <p:sp>
              <p:nvSpPr>
                <p:cNvPr id="535" name="TextBox 98">
                  <a:extLst>
                    <a:ext uri="{FF2B5EF4-FFF2-40B4-BE49-F238E27FC236}">
                      <a16:creationId xmlns:a16="http://schemas.microsoft.com/office/drawing/2014/main" id="{DC33F49F-9EE2-1541-8809-0ABE69BA295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Grid-Agent</a:t>
                  </a:r>
                  <a:endParaRPr lang="zh-CN" altLang="en-US" sz="1700" dirty="0"/>
                </a:p>
              </p:txBody>
            </p:sp>
            <p:sp>
              <p:nvSpPr>
                <p:cNvPr id="536" name="TextBox 99">
                  <a:extLst>
                    <a:ext uri="{FF2B5EF4-FFF2-40B4-BE49-F238E27FC236}">
                      <a16:creationId xmlns:a16="http://schemas.microsoft.com/office/drawing/2014/main" id="{D7ABC782-64D4-444A-9B0D-FEB787F62D49}"/>
                    </a:ext>
                  </a:extLst>
                </p:cNvPr>
                <p:cNvSpPr txBox="1"/>
                <p:nvPr/>
              </p:nvSpPr>
              <p:spPr>
                <a:xfrm>
                  <a:off x="2865644" y="24407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2080" name="Picture 32">
                <a:extLst>
                  <a:ext uri="{FF2B5EF4-FFF2-40B4-BE49-F238E27FC236}">
                    <a16:creationId xmlns:a16="http://schemas.microsoft.com/office/drawing/2014/main" id="{D32BA808-5B1F-9C4D-9D7C-EFE891AB5E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96681" y="3477139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D0B7D0CE-6BD5-0348-830F-93653FEE0094}"/>
                </a:ext>
              </a:extLst>
            </p:cNvPr>
            <p:cNvGrpSpPr/>
            <p:nvPr/>
          </p:nvGrpSpPr>
          <p:grpSpPr>
            <a:xfrm>
              <a:off x="14295984" y="3316169"/>
              <a:ext cx="2056701" cy="302400"/>
              <a:chOff x="21009245" y="2097212"/>
              <a:chExt cx="2056701" cy="302400"/>
            </a:xfrm>
          </p:grpSpPr>
          <p:grpSp>
            <p:nvGrpSpPr>
              <p:cNvPr id="538" name="组合 537">
                <a:extLst>
                  <a:ext uri="{FF2B5EF4-FFF2-40B4-BE49-F238E27FC236}">
                    <a16:creationId xmlns:a16="http://schemas.microsoft.com/office/drawing/2014/main" id="{4E5C9BF9-0F88-EE44-9FB2-89F93640FEF2}"/>
                  </a:ext>
                </a:extLst>
              </p:cNvPr>
              <p:cNvGrpSpPr/>
              <p:nvPr/>
            </p:nvGrpSpPr>
            <p:grpSpPr>
              <a:xfrm>
                <a:off x="21391162" y="2108757"/>
                <a:ext cx="1674784" cy="285750"/>
                <a:chOff x="1648060" y="2418385"/>
                <a:chExt cx="1674784" cy="285750"/>
              </a:xfrm>
            </p:grpSpPr>
            <p:sp>
              <p:nvSpPr>
                <p:cNvPr id="540" name="TextBox 98">
                  <a:extLst>
                    <a:ext uri="{FF2B5EF4-FFF2-40B4-BE49-F238E27FC236}">
                      <a16:creationId xmlns:a16="http://schemas.microsoft.com/office/drawing/2014/main" id="{B95AA4A0-5555-7D4A-8740-489E87CE8411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FactorMAD</a:t>
                  </a:r>
                  <a:endParaRPr lang="zh-CN" altLang="en-US" sz="1700" dirty="0"/>
                </a:p>
              </p:txBody>
            </p:sp>
            <p:sp>
              <p:nvSpPr>
                <p:cNvPr id="541" name="TextBox 99">
                  <a:extLst>
                    <a:ext uri="{FF2B5EF4-FFF2-40B4-BE49-F238E27FC236}">
                      <a16:creationId xmlns:a16="http://schemas.microsoft.com/office/drawing/2014/main" id="{5134EF61-CC44-EC42-9759-EBF686060AFB}"/>
                    </a:ext>
                  </a:extLst>
                </p:cNvPr>
                <p:cNvSpPr txBox="1"/>
                <p:nvPr/>
              </p:nvSpPr>
              <p:spPr>
                <a:xfrm>
                  <a:off x="2865644" y="24407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542" name="Picture 38" descr="Tsinghua University - Wikipedia">
                <a:extLst>
                  <a:ext uri="{FF2B5EF4-FFF2-40B4-BE49-F238E27FC236}">
                    <a16:creationId xmlns:a16="http://schemas.microsoft.com/office/drawing/2014/main" id="{7A920C43-12E5-D647-B592-8A8461169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009245" y="2097212"/>
                <a:ext cx="302400" cy="30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77" name="组合 376">
              <a:extLst>
                <a:ext uri="{FF2B5EF4-FFF2-40B4-BE49-F238E27FC236}">
                  <a16:creationId xmlns:a16="http://schemas.microsoft.com/office/drawing/2014/main" id="{DC420338-5534-284B-8180-D5FF1B3B3E05}"/>
                </a:ext>
              </a:extLst>
            </p:cNvPr>
            <p:cNvGrpSpPr/>
            <p:nvPr/>
          </p:nvGrpSpPr>
          <p:grpSpPr>
            <a:xfrm>
              <a:off x="14777506" y="1968682"/>
              <a:ext cx="1518116" cy="285750"/>
              <a:chOff x="379252" y="863823"/>
              <a:chExt cx="1518116" cy="285750"/>
            </a:xfrm>
          </p:grpSpPr>
          <p:grpSp>
            <p:nvGrpSpPr>
              <p:cNvPr id="384" name="组合 383">
                <a:extLst>
                  <a:ext uri="{FF2B5EF4-FFF2-40B4-BE49-F238E27FC236}">
                    <a16:creationId xmlns:a16="http://schemas.microsoft.com/office/drawing/2014/main" id="{C0ECABEC-D46A-5E41-9ABB-2EFBFA516CBB}"/>
                  </a:ext>
                </a:extLst>
              </p:cNvPr>
              <p:cNvGrpSpPr/>
              <p:nvPr/>
            </p:nvGrpSpPr>
            <p:grpSpPr>
              <a:xfrm>
                <a:off x="765174" y="863823"/>
                <a:ext cx="1132194" cy="285750"/>
                <a:chOff x="1745675" y="1999008"/>
                <a:chExt cx="1132194" cy="285750"/>
              </a:xfrm>
            </p:grpSpPr>
            <p:sp>
              <p:nvSpPr>
                <p:cNvPr id="425" name="TextBox 98">
                  <a:extLst>
                    <a:ext uri="{FF2B5EF4-FFF2-40B4-BE49-F238E27FC236}">
                      <a16:creationId xmlns:a16="http://schemas.microsoft.com/office/drawing/2014/main" id="{2B6F1871-AB1C-944C-A67C-02BE3F94A6E2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AION</a:t>
                  </a:r>
                  <a:endParaRPr lang="zh-CN" altLang="en-US" sz="1700" dirty="0"/>
                </a:p>
              </p:txBody>
            </p:sp>
            <p:sp>
              <p:nvSpPr>
                <p:cNvPr id="467" name="TextBox 99">
                  <a:extLst>
                    <a:ext uri="{FF2B5EF4-FFF2-40B4-BE49-F238E27FC236}">
                      <a16:creationId xmlns:a16="http://schemas.microsoft.com/office/drawing/2014/main" id="{1B2E89A5-1A27-6B4D-BDCC-512D537DCD7E}"/>
                    </a:ext>
                  </a:extLst>
                </p:cNvPr>
                <p:cNvSpPr txBox="1"/>
                <p:nvPr/>
              </p:nvSpPr>
              <p:spPr>
                <a:xfrm>
                  <a:off x="2420669" y="201506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423" name="Picture 6">
                <a:extLst>
                  <a:ext uri="{FF2B5EF4-FFF2-40B4-BE49-F238E27FC236}">
                    <a16:creationId xmlns:a16="http://schemas.microsoft.com/office/drawing/2014/main" id="{CFB48FFE-7B0F-0840-892E-46EC8B9C9F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252" y="87682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A4E80895-EA3F-3747-8A5D-98DBEEA15DD5}"/>
                </a:ext>
              </a:extLst>
            </p:cNvPr>
            <p:cNvGrpSpPr/>
            <p:nvPr/>
          </p:nvGrpSpPr>
          <p:grpSpPr>
            <a:xfrm>
              <a:off x="16962341" y="2956304"/>
              <a:ext cx="1711648" cy="285750"/>
              <a:chOff x="17408395" y="888214"/>
              <a:chExt cx="1711648" cy="285750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6EE2D2BC-7D37-1049-84B9-AB668E1B2A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08395" y="90403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E41AA193-029E-774F-A4BC-4FCEB317CD72}"/>
                  </a:ext>
                </a:extLst>
              </p:cNvPr>
              <p:cNvGrpSpPr/>
              <p:nvPr/>
            </p:nvGrpSpPr>
            <p:grpSpPr>
              <a:xfrm>
                <a:off x="17711370" y="888214"/>
                <a:ext cx="1408673" cy="285750"/>
                <a:chOff x="1745675" y="1999008"/>
                <a:chExt cx="1408673" cy="285750"/>
              </a:xfrm>
            </p:grpSpPr>
            <p:sp>
              <p:nvSpPr>
                <p:cNvPr id="532" name="TextBox 98">
                  <a:extLst>
                    <a:ext uri="{FF2B5EF4-FFF2-40B4-BE49-F238E27FC236}">
                      <a16:creationId xmlns:a16="http://schemas.microsoft.com/office/drawing/2014/main" id="{3CF100EF-DCB9-1B46-BFC9-E10D1E4DB870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MemCast</a:t>
                  </a:r>
                  <a:endParaRPr lang="zh-CN" altLang="en-US" sz="1700" dirty="0"/>
                </a:p>
              </p:txBody>
            </p:sp>
            <p:sp>
              <p:nvSpPr>
                <p:cNvPr id="534" name="TextBox 99">
                  <a:extLst>
                    <a:ext uri="{FF2B5EF4-FFF2-40B4-BE49-F238E27FC236}">
                      <a16:creationId xmlns:a16="http://schemas.microsoft.com/office/drawing/2014/main" id="{875A22AA-515D-C641-8756-56D4B096C654}"/>
                    </a:ext>
                  </a:extLst>
                </p:cNvPr>
                <p:cNvSpPr txBox="1"/>
                <p:nvPr/>
              </p:nvSpPr>
              <p:spPr>
                <a:xfrm>
                  <a:off x="2697148" y="202474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4F30D1E-3F93-EC49-8897-F4ADCB3B0F33}"/>
                </a:ext>
              </a:extLst>
            </p:cNvPr>
            <p:cNvGrpSpPr/>
            <p:nvPr/>
          </p:nvGrpSpPr>
          <p:grpSpPr>
            <a:xfrm>
              <a:off x="16875829" y="3231114"/>
              <a:ext cx="1618562" cy="292013"/>
              <a:chOff x="17999440" y="1991161"/>
              <a:chExt cx="1618562" cy="292013"/>
            </a:xfrm>
          </p:grpSpPr>
          <p:grpSp>
            <p:nvGrpSpPr>
              <p:cNvPr id="548" name="组合 547">
                <a:extLst>
                  <a:ext uri="{FF2B5EF4-FFF2-40B4-BE49-F238E27FC236}">
                    <a16:creationId xmlns:a16="http://schemas.microsoft.com/office/drawing/2014/main" id="{897C9013-5FCC-9744-B047-21C43B6A8B62}"/>
                  </a:ext>
                </a:extLst>
              </p:cNvPr>
              <p:cNvGrpSpPr/>
              <p:nvPr/>
            </p:nvGrpSpPr>
            <p:grpSpPr>
              <a:xfrm>
                <a:off x="18290775" y="1991161"/>
                <a:ext cx="1327227" cy="285750"/>
                <a:chOff x="1745675" y="1999008"/>
                <a:chExt cx="1327227" cy="285750"/>
              </a:xfrm>
            </p:grpSpPr>
            <p:sp>
              <p:nvSpPr>
                <p:cNvPr id="549" name="TextBox 98">
                  <a:extLst>
                    <a:ext uri="{FF2B5EF4-FFF2-40B4-BE49-F238E27FC236}">
                      <a16:creationId xmlns:a16="http://schemas.microsoft.com/office/drawing/2014/main" id="{DAB6F472-B133-FA40-B1D8-0F1920DFD800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ARTIST</a:t>
                  </a:r>
                  <a:endParaRPr lang="zh-CN" altLang="en-US" sz="1700" dirty="0"/>
                </a:p>
              </p:txBody>
            </p:sp>
            <p:sp>
              <p:nvSpPr>
                <p:cNvPr id="550" name="TextBox 99">
                  <a:extLst>
                    <a:ext uri="{FF2B5EF4-FFF2-40B4-BE49-F238E27FC236}">
                      <a16:creationId xmlns:a16="http://schemas.microsoft.com/office/drawing/2014/main" id="{8327E3E7-6C6B-A04E-A7C0-1C42FF8F1B2F}"/>
                    </a:ext>
                  </a:extLst>
                </p:cNvPr>
                <p:cNvSpPr txBox="1"/>
                <p:nvPr/>
              </p:nvSpPr>
              <p:spPr>
                <a:xfrm>
                  <a:off x="2615702" y="203583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34B93E24-C9BA-5F40-96C2-FEA20E687C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99440" y="2016774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26DBB22E-C685-104B-9F90-A8111AA86360}"/>
                </a:ext>
              </a:extLst>
            </p:cNvPr>
            <p:cNvGrpSpPr/>
            <p:nvPr/>
          </p:nvGrpSpPr>
          <p:grpSpPr>
            <a:xfrm>
              <a:off x="16766259" y="3511300"/>
              <a:ext cx="1560681" cy="285750"/>
              <a:chOff x="17981123" y="1579016"/>
              <a:chExt cx="1560681" cy="285750"/>
            </a:xfrm>
          </p:grpSpPr>
          <p:grpSp>
            <p:nvGrpSpPr>
              <p:cNvPr id="543" name="组合 542">
                <a:extLst>
                  <a:ext uri="{FF2B5EF4-FFF2-40B4-BE49-F238E27FC236}">
                    <a16:creationId xmlns:a16="http://schemas.microsoft.com/office/drawing/2014/main" id="{B029F98E-63F9-DC4C-9C7C-3A35E6CBBFDA}"/>
                  </a:ext>
                </a:extLst>
              </p:cNvPr>
              <p:cNvGrpSpPr/>
              <p:nvPr/>
            </p:nvGrpSpPr>
            <p:grpSpPr>
              <a:xfrm>
                <a:off x="18312685" y="1579016"/>
                <a:ext cx="1229119" cy="285750"/>
                <a:chOff x="1745675" y="1999008"/>
                <a:chExt cx="1229119" cy="285750"/>
              </a:xfrm>
            </p:grpSpPr>
            <p:sp>
              <p:nvSpPr>
                <p:cNvPr id="544" name="TextBox 98">
                  <a:extLst>
                    <a:ext uri="{FF2B5EF4-FFF2-40B4-BE49-F238E27FC236}">
                      <a16:creationId xmlns:a16="http://schemas.microsoft.com/office/drawing/2014/main" id="{84F7B26E-B6C1-9C4D-89F6-C3598090C9C0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Dr-</a:t>
                  </a:r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CiK</a:t>
                  </a:r>
                  <a:endParaRPr lang="zh-CN" altLang="en-US" sz="1700" dirty="0"/>
                </a:p>
              </p:txBody>
            </p:sp>
            <p:sp>
              <p:nvSpPr>
                <p:cNvPr id="545" name="TextBox 99">
                  <a:extLst>
                    <a:ext uri="{FF2B5EF4-FFF2-40B4-BE49-F238E27FC236}">
                      <a16:creationId xmlns:a16="http://schemas.microsoft.com/office/drawing/2014/main" id="{25C7F35E-AB83-9145-9C38-4DDB0EC78624}"/>
                    </a:ext>
                  </a:extLst>
                </p:cNvPr>
                <p:cNvSpPr txBox="1"/>
                <p:nvPr/>
              </p:nvSpPr>
              <p:spPr>
                <a:xfrm>
                  <a:off x="2517594" y="203539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F0DC95D6-EECD-7E4B-B4B1-EF9A1BD670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81123" y="158571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E8598BD-4D8D-6A4D-944F-FFD4B68C0FB2}"/>
                </a:ext>
              </a:extLst>
            </p:cNvPr>
            <p:cNvGrpSpPr/>
            <p:nvPr/>
          </p:nvGrpSpPr>
          <p:grpSpPr>
            <a:xfrm>
              <a:off x="16411654" y="3793874"/>
              <a:ext cx="1776394" cy="285750"/>
              <a:chOff x="19722907" y="2454144"/>
              <a:chExt cx="1776394" cy="285750"/>
            </a:xfrm>
          </p:grpSpPr>
          <p:grpSp>
            <p:nvGrpSpPr>
              <p:cNvPr id="552" name="组合 551">
                <a:extLst>
                  <a:ext uri="{FF2B5EF4-FFF2-40B4-BE49-F238E27FC236}">
                    <a16:creationId xmlns:a16="http://schemas.microsoft.com/office/drawing/2014/main" id="{C82CBF64-15D7-1845-B09C-CD64FF2B9392}"/>
                  </a:ext>
                </a:extLst>
              </p:cNvPr>
              <p:cNvGrpSpPr/>
              <p:nvPr/>
            </p:nvGrpSpPr>
            <p:grpSpPr>
              <a:xfrm>
                <a:off x="20069988" y="2454144"/>
                <a:ext cx="1429313" cy="285750"/>
                <a:chOff x="1745675" y="1999008"/>
                <a:chExt cx="1429313" cy="285750"/>
              </a:xfrm>
            </p:grpSpPr>
            <p:sp>
              <p:nvSpPr>
                <p:cNvPr id="554" name="TextBox 98">
                  <a:extLst>
                    <a:ext uri="{FF2B5EF4-FFF2-40B4-BE49-F238E27FC236}">
                      <a16:creationId xmlns:a16="http://schemas.microsoft.com/office/drawing/2014/main" id="{A668649B-914C-7C46-B2AA-A414AA08FC2F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MarsTSC</a:t>
                  </a:r>
                  <a:endParaRPr lang="zh-CN" altLang="en-US" sz="1700" dirty="0"/>
                </a:p>
              </p:txBody>
            </p:sp>
            <p:sp>
              <p:nvSpPr>
                <p:cNvPr id="555" name="TextBox 99">
                  <a:extLst>
                    <a:ext uri="{FF2B5EF4-FFF2-40B4-BE49-F238E27FC236}">
                      <a16:creationId xmlns:a16="http://schemas.microsoft.com/office/drawing/2014/main" id="{950E2079-6BE8-484B-A2E4-8C0A3BD53EBB}"/>
                    </a:ext>
                  </a:extLst>
                </p:cNvPr>
                <p:cNvSpPr txBox="1"/>
                <p:nvPr/>
              </p:nvSpPr>
              <p:spPr>
                <a:xfrm>
                  <a:off x="2717788" y="201964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56" name="Picture 30">
                <a:extLst>
                  <a:ext uri="{FF2B5EF4-FFF2-40B4-BE49-F238E27FC236}">
                    <a16:creationId xmlns:a16="http://schemas.microsoft.com/office/drawing/2014/main" id="{6EC64E17-5675-724C-8FD3-3FD02DFD4C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22907" y="2460648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E6FF6555-DAC1-2942-8FEB-6C923D045B5A}"/>
                </a:ext>
              </a:extLst>
            </p:cNvPr>
            <p:cNvGrpSpPr/>
            <p:nvPr/>
          </p:nvGrpSpPr>
          <p:grpSpPr>
            <a:xfrm>
              <a:off x="16042101" y="4075619"/>
              <a:ext cx="2026825" cy="286084"/>
              <a:chOff x="19762800" y="2257792"/>
              <a:chExt cx="2026825" cy="286084"/>
            </a:xfrm>
          </p:grpSpPr>
          <p:grpSp>
            <p:nvGrpSpPr>
              <p:cNvPr id="558" name="组合 557">
                <a:extLst>
                  <a:ext uri="{FF2B5EF4-FFF2-40B4-BE49-F238E27FC236}">
                    <a16:creationId xmlns:a16="http://schemas.microsoft.com/office/drawing/2014/main" id="{28876D17-250F-8C4E-B169-5B9AA1F89734}"/>
                  </a:ext>
                </a:extLst>
              </p:cNvPr>
              <p:cNvGrpSpPr/>
              <p:nvPr/>
            </p:nvGrpSpPr>
            <p:grpSpPr>
              <a:xfrm>
                <a:off x="20100754" y="2257792"/>
                <a:ext cx="1688871" cy="285750"/>
                <a:chOff x="1745675" y="1999008"/>
                <a:chExt cx="1688871" cy="285750"/>
              </a:xfrm>
            </p:grpSpPr>
            <p:sp>
              <p:nvSpPr>
                <p:cNvPr id="560" name="TextBox 98">
                  <a:extLst>
                    <a:ext uri="{FF2B5EF4-FFF2-40B4-BE49-F238E27FC236}">
                      <a16:creationId xmlns:a16="http://schemas.microsoft.com/office/drawing/2014/main" id="{EA0E0013-0973-9545-B0ED-F5E3EE591681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MoiraiAgent</a:t>
                  </a:r>
                  <a:endParaRPr lang="zh-CN" altLang="en-US" sz="1700" dirty="0"/>
                </a:p>
              </p:txBody>
            </p:sp>
            <p:sp>
              <p:nvSpPr>
                <p:cNvPr id="561" name="TextBox 99">
                  <a:extLst>
                    <a:ext uri="{FF2B5EF4-FFF2-40B4-BE49-F238E27FC236}">
                      <a16:creationId xmlns:a16="http://schemas.microsoft.com/office/drawing/2014/main" id="{A3D3A590-2303-294F-A244-9C22F9E324FB}"/>
                    </a:ext>
                  </a:extLst>
                </p:cNvPr>
                <p:cNvSpPr txBox="1"/>
                <p:nvPr/>
              </p:nvSpPr>
              <p:spPr>
                <a:xfrm>
                  <a:off x="2977346" y="201897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62" name="Picture 36">
                <a:extLst>
                  <a:ext uri="{FF2B5EF4-FFF2-40B4-BE49-F238E27FC236}">
                    <a16:creationId xmlns:a16="http://schemas.microsoft.com/office/drawing/2014/main" id="{8CFDCB6B-BFE4-AB46-9F94-BF46BD860E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62800" y="2277476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3" name="组合 562">
              <a:extLst>
                <a:ext uri="{FF2B5EF4-FFF2-40B4-BE49-F238E27FC236}">
                  <a16:creationId xmlns:a16="http://schemas.microsoft.com/office/drawing/2014/main" id="{41CF657F-8401-0649-8714-07C7181A56EF}"/>
                </a:ext>
              </a:extLst>
            </p:cNvPr>
            <p:cNvGrpSpPr/>
            <p:nvPr/>
          </p:nvGrpSpPr>
          <p:grpSpPr>
            <a:xfrm>
              <a:off x="16038353" y="4378826"/>
              <a:ext cx="1725519" cy="285750"/>
              <a:chOff x="15384314" y="185798"/>
              <a:chExt cx="1725519" cy="285750"/>
            </a:xfrm>
          </p:grpSpPr>
          <p:grpSp>
            <p:nvGrpSpPr>
              <p:cNvPr id="564" name="组合 563">
                <a:extLst>
                  <a:ext uri="{FF2B5EF4-FFF2-40B4-BE49-F238E27FC236}">
                    <a16:creationId xmlns:a16="http://schemas.microsoft.com/office/drawing/2014/main" id="{F10011D1-57AC-CB4F-A88B-451273C32E3B}"/>
                  </a:ext>
                </a:extLst>
              </p:cNvPr>
              <p:cNvGrpSpPr/>
              <p:nvPr/>
            </p:nvGrpSpPr>
            <p:grpSpPr>
              <a:xfrm>
                <a:off x="15717747" y="185798"/>
                <a:ext cx="1392086" cy="285750"/>
                <a:chOff x="1648060" y="2418385"/>
                <a:chExt cx="1392086" cy="285750"/>
              </a:xfrm>
            </p:grpSpPr>
            <p:sp>
              <p:nvSpPr>
                <p:cNvPr id="566" name="TextBox 98">
                  <a:extLst>
                    <a:ext uri="{FF2B5EF4-FFF2-40B4-BE49-F238E27FC236}">
                      <a16:creationId xmlns:a16="http://schemas.microsoft.com/office/drawing/2014/main" id="{9507981F-C05F-9A4B-B496-CF87F11038F4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MOSAIC</a:t>
                  </a:r>
                  <a:endParaRPr lang="zh-CN" altLang="en-US" sz="1700" dirty="0"/>
                </a:p>
              </p:txBody>
            </p:sp>
            <p:sp>
              <p:nvSpPr>
                <p:cNvPr id="567" name="TextBox 99">
                  <a:extLst>
                    <a:ext uri="{FF2B5EF4-FFF2-40B4-BE49-F238E27FC236}">
                      <a16:creationId xmlns:a16="http://schemas.microsoft.com/office/drawing/2014/main" id="{F210EEC7-A3EB-BA45-9427-5DA26B713B49}"/>
                    </a:ext>
                  </a:extLst>
                </p:cNvPr>
                <p:cNvSpPr txBox="1"/>
                <p:nvPr/>
              </p:nvSpPr>
              <p:spPr>
                <a:xfrm>
                  <a:off x="2582946" y="242982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65" name="Picture 24">
                <a:extLst>
                  <a:ext uri="{FF2B5EF4-FFF2-40B4-BE49-F238E27FC236}">
                    <a16:creationId xmlns:a16="http://schemas.microsoft.com/office/drawing/2014/main" id="{B225A0D8-C688-6442-AEBA-F1A7FB7015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84314" y="19990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8" name="组合 567">
              <a:extLst>
                <a:ext uri="{FF2B5EF4-FFF2-40B4-BE49-F238E27FC236}">
                  <a16:creationId xmlns:a16="http://schemas.microsoft.com/office/drawing/2014/main" id="{CD0707E3-834A-4444-B335-6A2B46DD336F}"/>
                </a:ext>
              </a:extLst>
            </p:cNvPr>
            <p:cNvGrpSpPr/>
            <p:nvPr/>
          </p:nvGrpSpPr>
          <p:grpSpPr>
            <a:xfrm>
              <a:off x="18403507" y="4537850"/>
              <a:ext cx="2320776" cy="285750"/>
              <a:chOff x="2264166" y="1826021"/>
              <a:chExt cx="2320776" cy="285750"/>
            </a:xfrm>
          </p:grpSpPr>
          <p:grpSp>
            <p:nvGrpSpPr>
              <p:cNvPr id="569" name="组合 568">
                <a:extLst>
                  <a:ext uri="{FF2B5EF4-FFF2-40B4-BE49-F238E27FC236}">
                    <a16:creationId xmlns:a16="http://schemas.microsoft.com/office/drawing/2014/main" id="{98BA24CB-935F-894A-AADB-94B11FF791D2}"/>
                  </a:ext>
                </a:extLst>
              </p:cNvPr>
              <p:cNvGrpSpPr/>
              <p:nvPr/>
            </p:nvGrpSpPr>
            <p:grpSpPr>
              <a:xfrm>
                <a:off x="2594944" y="1826021"/>
                <a:ext cx="1989998" cy="285750"/>
                <a:chOff x="1648060" y="2418385"/>
                <a:chExt cx="1989998" cy="285750"/>
              </a:xfrm>
            </p:grpSpPr>
            <p:sp>
              <p:nvSpPr>
                <p:cNvPr id="571" name="TextBox 98">
                  <a:extLst>
                    <a:ext uri="{FF2B5EF4-FFF2-40B4-BE49-F238E27FC236}">
                      <a16:creationId xmlns:a16="http://schemas.microsoft.com/office/drawing/2014/main" id="{9C2950D0-AD3B-F048-8239-58EE0334EFA5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TS-Exam Agent</a:t>
                  </a:r>
                  <a:endParaRPr lang="zh-CN" altLang="en-US" sz="1700" dirty="0"/>
                </a:p>
              </p:txBody>
            </p:sp>
            <p:sp>
              <p:nvSpPr>
                <p:cNvPr id="572" name="TextBox 99">
                  <a:extLst>
                    <a:ext uri="{FF2B5EF4-FFF2-40B4-BE49-F238E27FC236}">
                      <a16:creationId xmlns:a16="http://schemas.microsoft.com/office/drawing/2014/main" id="{969CA2FC-6EBA-4747-9E76-F7497958D007}"/>
                    </a:ext>
                  </a:extLst>
                </p:cNvPr>
                <p:cNvSpPr txBox="1"/>
                <p:nvPr/>
              </p:nvSpPr>
              <p:spPr>
                <a:xfrm>
                  <a:off x="3180858" y="243986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70" name="Picture 8">
                <a:extLst>
                  <a:ext uri="{FF2B5EF4-FFF2-40B4-BE49-F238E27FC236}">
                    <a16:creationId xmlns:a16="http://schemas.microsoft.com/office/drawing/2014/main" id="{D02D71DA-023B-8B41-AFC0-C1E7A83FBF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64166" y="182662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B4291E70-CCEC-D64B-9528-CB9E418EFFA8}"/>
                </a:ext>
              </a:extLst>
            </p:cNvPr>
            <p:cNvGrpSpPr/>
            <p:nvPr/>
          </p:nvGrpSpPr>
          <p:grpSpPr>
            <a:xfrm>
              <a:off x="18409355" y="4797540"/>
              <a:ext cx="2077714" cy="285750"/>
              <a:chOff x="19988300" y="2967990"/>
              <a:chExt cx="2077714" cy="285750"/>
            </a:xfrm>
          </p:grpSpPr>
          <p:grpSp>
            <p:nvGrpSpPr>
              <p:cNvPr id="574" name="组合 573">
                <a:extLst>
                  <a:ext uri="{FF2B5EF4-FFF2-40B4-BE49-F238E27FC236}">
                    <a16:creationId xmlns:a16="http://schemas.microsoft.com/office/drawing/2014/main" id="{1A2B02BD-45A8-6A43-860F-8A76E8E61CBD}"/>
                  </a:ext>
                </a:extLst>
              </p:cNvPr>
              <p:cNvGrpSpPr/>
              <p:nvPr/>
            </p:nvGrpSpPr>
            <p:grpSpPr>
              <a:xfrm>
                <a:off x="20304935" y="2967990"/>
                <a:ext cx="1761079" cy="285750"/>
                <a:chOff x="1648060" y="2418385"/>
                <a:chExt cx="1761079" cy="285750"/>
              </a:xfrm>
            </p:grpSpPr>
            <p:sp>
              <p:nvSpPr>
                <p:cNvPr id="576" name="TextBox 98">
                  <a:extLst>
                    <a:ext uri="{FF2B5EF4-FFF2-40B4-BE49-F238E27FC236}">
                      <a16:creationId xmlns:a16="http://schemas.microsoft.com/office/drawing/2014/main" id="{DA40084E-3F6F-2E47-B407-F380607FA9ED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WeatherTGD</a:t>
                  </a:r>
                  <a:endParaRPr lang="zh-CN" altLang="en-US" sz="1700" dirty="0"/>
                </a:p>
              </p:txBody>
            </p:sp>
            <p:sp>
              <p:nvSpPr>
                <p:cNvPr id="577" name="TextBox 99">
                  <a:extLst>
                    <a:ext uri="{FF2B5EF4-FFF2-40B4-BE49-F238E27FC236}">
                      <a16:creationId xmlns:a16="http://schemas.microsoft.com/office/drawing/2014/main" id="{6869C349-D5F5-9E49-8D66-839C1E1133B2}"/>
                    </a:ext>
                  </a:extLst>
                </p:cNvPr>
                <p:cNvSpPr txBox="1"/>
                <p:nvPr/>
              </p:nvSpPr>
              <p:spPr>
                <a:xfrm>
                  <a:off x="2951939" y="24563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8BE76BA2-B82F-F24D-A63E-7223D215E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88300" y="297766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5454272-2ED9-174D-9616-94932E21F802}"/>
                </a:ext>
              </a:extLst>
            </p:cNvPr>
            <p:cNvGrpSpPr/>
            <p:nvPr/>
          </p:nvGrpSpPr>
          <p:grpSpPr>
            <a:xfrm>
              <a:off x="18094307" y="5310871"/>
              <a:ext cx="2025372" cy="289830"/>
              <a:chOff x="19542913" y="2746017"/>
              <a:chExt cx="2025372" cy="289830"/>
            </a:xfrm>
          </p:grpSpPr>
          <p:grpSp>
            <p:nvGrpSpPr>
              <p:cNvPr id="579" name="组合 578">
                <a:extLst>
                  <a:ext uri="{FF2B5EF4-FFF2-40B4-BE49-F238E27FC236}">
                    <a16:creationId xmlns:a16="http://schemas.microsoft.com/office/drawing/2014/main" id="{F3D1899A-0551-1A42-A89C-EB5B888599F4}"/>
                  </a:ext>
                </a:extLst>
              </p:cNvPr>
              <p:cNvGrpSpPr/>
              <p:nvPr/>
            </p:nvGrpSpPr>
            <p:grpSpPr>
              <a:xfrm>
                <a:off x="19855393" y="2746017"/>
                <a:ext cx="1712892" cy="285750"/>
                <a:chOff x="1648060" y="2418385"/>
                <a:chExt cx="1712892" cy="285750"/>
              </a:xfrm>
            </p:grpSpPr>
            <p:sp>
              <p:nvSpPr>
                <p:cNvPr id="581" name="TextBox 98">
                  <a:extLst>
                    <a:ext uri="{FF2B5EF4-FFF2-40B4-BE49-F238E27FC236}">
                      <a16:creationId xmlns:a16="http://schemas.microsoft.com/office/drawing/2014/main" id="{FD3438B8-DF1B-AC44-B8D6-D81AAAF7B60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GenAutoML</a:t>
                  </a:r>
                  <a:endParaRPr lang="zh-CN" altLang="en-US" sz="1700" dirty="0"/>
                </a:p>
              </p:txBody>
            </p:sp>
            <p:sp>
              <p:nvSpPr>
                <p:cNvPr id="582" name="TextBox 99">
                  <a:extLst>
                    <a:ext uri="{FF2B5EF4-FFF2-40B4-BE49-F238E27FC236}">
                      <a16:creationId xmlns:a16="http://schemas.microsoft.com/office/drawing/2014/main" id="{FD0B2F3C-BB4B-D642-8A75-E0A657127E7D}"/>
                    </a:ext>
                  </a:extLst>
                </p:cNvPr>
                <p:cNvSpPr txBox="1"/>
                <p:nvPr/>
              </p:nvSpPr>
              <p:spPr>
                <a:xfrm>
                  <a:off x="2903752" y="2426763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0B2183E7-37A1-FE41-A1E9-23102BFE2D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42913" y="276944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83" name="组合 582">
              <a:extLst>
                <a:ext uri="{FF2B5EF4-FFF2-40B4-BE49-F238E27FC236}">
                  <a16:creationId xmlns:a16="http://schemas.microsoft.com/office/drawing/2014/main" id="{29DFBDCB-1710-DD48-A977-393812CFCB6C}"/>
                </a:ext>
              </a:extLst>
            </p:cNvPr>
            <p:cNvGrpSpPr/>
            <p:nvPr/>
          </p:nvGrpSpPr>
          <p:grpSpPr>
            <a:xfrm>
              <a:off x="18574232" y="5064194"/>
              <a:ext cx="1708397" cy="299619"/>
              <a:chOff x="218949" y="283653"/>
              <a:chExt cx="1708397" cy="299619"/>
            </a:xfrm>
          </p:grpSpPr>
          <p:grpSp>
            <p:nvGrpSpPr>
              <p:cNvPr id="584" name="组合 583">
                <a:extLst>
                  <a:ext uri="{FF2B5EF4-FFF2-40B4-BE49-F238E27FC236}">
                    <a16:creationId xmlns:a16="http://schemas.microsoft.com/office/drawing/2014/main" id="{29CB6620-6837-5140-AE23-48205944302C}"/>
                  </a:ext>
                </a:extLst>
              </p:cNvPr>
              <p:cNvGrpSpPr/>
              <p:nvPr/>
            </p:nvGrpSpPr>
            <p:grpSpPr>
              <a:xfrm>
                <a:off x="552606" y="283653"/>
                <a:ext cx="1374740" cy="285750"/>
                <a:chOff x="1648060" y="2418385"/>
                <a:chExt cx="1374740" cy="285750"/>
              </a:xfrm>
            </p:grpSpPr>
            <p:sp>
              <p:nvSpPr>
                <p:cNvPr id="586" name="TextBox 98">
                  <a:extLst>
                    <a:ext uri="{FF2B5EF4-FFF2-40B4-BE49-F238E27FC236}">
                      <a16:creationId xmlns:a16="http://schemas.microsoft.com/office/drawing/2014/main" id="{A7E9E046-E073-F742-A314-EE9DC4279EB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Time-RA</a:t>
                  </a:r>
                  <a:endParaRPr lang="zh-CN" altLang="en-US" sz="1700" dirty="0"/>
                </a:p>
              </p:txBody>
            </p:sp>
            <p:sp>
              <p:nvSpPr>
                <p:cNvPr id="587" name="TextBox 99">
                  <a:extLst>
                    <a:ext uri="{FF2B5EF4-FFF2-40B4-BE49-F238E27FC236}">
                      <a16:creationId xmlns:a16="http://schemas.microsoft.com/office/drawing/2014/main" id="{1A647D4A-787A-7B4F-B932-BCA7360C3FE8}"/>
                    </a:ext>
                  </a:extLst>
                </p:cNvPr>
                <p:cNvSpPr txBox="1"/>
                <p:nvPr/>
              </p:nvSpPr>
              <p:spPr>
                <a:xfrm>
                  <a:off x="2565600" y="2441864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585" name="Picture 10">
                <a:extLst>
                  <a:ext uri="{FF2B5EF4-FFF2-40B4-BE49-F238E27FC236}">
                    <a16:creationId xmlns:a16="http://schemas.microsoft.com/office/drawing/2014/main" id="{29D7E50F-471B-6A40-95DA-A4305585F0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949" y="316872"/>
                <a:ext cx="241425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B52DA144-E6DE-3648-9DC3-B1324D9011AE}"/>
                </a:ext>
              </a:extLst>
            </p:cNvPr>
            <p:cNvGrpSpPr/>
            <p:nvPr/>
          </p:nvGrpSpPr>
          <p:grpSpPr>
            <a:xfrm>
              <a:off x="18252991" y="5594536"/>
              <a:ext cx="1536676" cy="285750"/>
              <a:chOff x="19951501" y="3180503"/>
              <a:chExt cx="1536676" cy="285750"/>
            </a:xfrm>
          </p:grpSpPr>
          <p:grpSp>
            <p:nvGrpSpPr>
              <p:cNvPr id="589" name="组合 588">
                <a:extLst>
                  <a:ext uri="{FF2B5EF4-FFF2-40B4-BE49-F238E27FC236}">
                    <a16:creationId xmlns:a16="http://schemas.microsoft.com/office/drawing/2014/main" id="{C7B74A24-0355-B14C-9D89-735092349B47}"/>
                  </a:ext>
                </a:extLst>
              </p:cNvPr>
              <p:cNvGrpSpPr/>
              <p:nvPr/>
            </p:nvGrpSpPr>
            <p:grpSpPr>
              <a:xfrm>
                <a:off x="20252884" y="3180503"/>
                <a:ext cx="1235293" cy="285750"/>
                <a:chOff x="1648060" y="2418385"/>
                <a:chExt cx="1235293" cy="285750"/>
              </a:xfrm>
            </p:grpSpPr>
            <p:sp>
              <p:nvSpPr>
                <p:cNvPr id="591" name="TextBox 98">
                  <a:extLst>
                    <a:ext uri="{FF2B5EF4-FFF2-40B4-BE49-F238E27FC236}">
                      <a16:creationId xmlns:a16="http://schemas.microsoft.com/office/drawing/2014/main" id="{574DCC08-D20E-2B48-B19D-7AD41360B2D1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MERIT</a:t>
                  </a:r>
                  <a:endParaRPr lang="zh-CN" altLang="en-US" sz="1700" dirty="0"/>
                </a:p>
              </p:txBody>
            </p:sp>
            <p:sp>
              <p:nvSpPr>
                <p:cNvPr id="592" name="TextBox 99">
                  <a:extLst>
                    <a:ext uri="{FF2B5EF4-FFF2-40B4-BE49-F238E27FC236}">
                      <a16:creationId xmlns:a16="http://schemas.microsoft.com/office/drawing/2014/main" id="{ACBC60BF-C312-3345-B4BD-9954D7E2BE4A}"/>
                    </a:ext>
                  </a:extLst>
                </p:cNvPr>
                <p:cNvSpPr txBox="1"/>
                <p:nvPr/>
              </p:nvSpPr>
              <p:spPr>
                <a:xfrm>
                  <a:off x="2426153" y="2428259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1036" name="Picture 12">
                <a:extLst>
                  <a:ext uri="{FF2B5EF4-FFF2-40B4-BE49-F238E27FC236}">
                    <a16:creationId xmlns:a16="http://schemas.microsoft.com/office/drawing/2014/main" id="{6765FEF5-62FF-BB4E-AF01-1F57F7931F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51501" y="3185552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78DBAD72-907B-3A40-B296-9645BF4BC33D}"/>
                </a:ext>
              </a:extLst>
            </p:cNvPr>
            <p:cNvGrpSpPr/>
            <p:nvPr/>
          </p:nvGrpSpPr>
          <p:grpSpPr>
            <a:xfrm>
              <a:off x="17885458" y="5860019"/>
              <a:ext cx="1607737" cy="285750"/>
              <a:chOff x="19704272" y="2842086"/>
              <a:chExt cx="1607737" cy="285750"/>
            </a:xfrm>
          </p:grpSpPr>
          <p:grpSp>
            <p:nvGrpSpPr>
              <p:cNvPr id="594" name="组合 593">
                <a:extLst>
                  <a:ext uri="{FF2B5EF4-FFF2-40B4-BE49-F238E27FC236}">
                    <a16:creationId xmlns:a16="http://schemas.microsoft.com/office/drawing/2014/main" id="{F5D8C557-89E7-DC4D-9977-C39E729B082E}"/>
                  </a:ext>
                </a:extLst>
              </p:cNvPr>
              <p:cNvGrpSpPr/>
              <p:nvPr/>
            </p:nvGrpSpPr>
            <p:grpSpPr>
              <a:xfrm>
                <a:off x="20025436" y="2842086"/>
                <a:ext cx="1286573" cy="285750"/>
                <a:chOff x="1648060" y="2418385"/>
                <a:chExt cx="1286573" cy="285750"/>
              </a:xfrm>
            </p:grpSpPr>
            <p:sp>
              <p:nvSpPr>
                <p:cNvPr id="596" name="TextBox 98">
                  <a:extLst>
                    <a:ext uri="{FF2B5EF4-FFF2-40B4-BE49-F238E27FC236}">
                      <a16:creationId xmlns:a16="http://schemas.microsoft.com/office/drawing/2014/main" id="{56789D6E-7B04-0842-9140-20429473C973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ChatAD</a:t>
                  </a:r>
                  <a:endParaRPr lang="zh-CN" altLang="en-US" sz="1700" dirty="0"/>
                </a:p>
              </p:txBody>
            </p:sp>
            <p:sp>
              <p:nvSpPr>
                <p:cNvPr id="597" name="TextBox 99">
                  <a:extLst>
                    <a:ext uri="{FF2B5EF4-FFF2-40B4-BE49-F238E27FC236}">
                      <a16:creationId xmlns:a16="http://schemas.microsoft.com/office/drawing/2014/main" id="{8DABBF49-FC4A-CE47-AC76-861052EF2D89}"/>
                    </a:ext>
                  </a:extLst>
                </p:cNvPr>
                <p:cNvSpPr txBox="1"/>
                <p:nvPr/>
              </p:nvSpPr>
              <p:spPr>
                <a:xfrm>
                  <a:off x="2477433" y="243910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598" name="microsoft">
                <a:extLst>
                  <a:ext uri="{FF2B5EF4-FFF2-40B4-BE49-F238E27FC236}">
                    <a16:creationId xmlns:a16="http://schemas.microsoft.com/office/drawing/2014/main" id="{D3277C43-C11D-9743-934E-C5B68EDCD3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 flipH="1">
                <a:off x="19704272" y="2850909"/>
                <a:ext cx="266693" cy="266700"/>
              </a:xfrm>
              <a:prstGeom prst="rect">
                <a:avLst/>
              </a:prstGeom>
            </p:spPr>
          </p:pic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60660CB1-D67A-0C4E-AF24-D03FF58F27D1}"/>
                </a:ext>
              </a:extLst>
            </p:cNvPr>
            <p:cNvGrpSpPr/>
            <p:nvPr/>
          </p:nvGrpSpPr>
          <p:grpSpPr>
            <a:xfrm>
              <a:off x="19603364" y="6253200"/>
              <a:ext cx="2385718" cy="304175"/>
              <a:chOff x="19325941" y="1540494"/>
              <a:chExt cx="2385718" cy="304175"/>
            </a:xfrm>
          </p:grpSpPr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726C6E16-7BA0-1F42-8568-08A50A7E19E0}"/>
                  </a:ext>
                </a:extLst>
              </p:cNvPr>
              <p:cNvGrpSpPr/>
              <p:nvPr/>
            </p:nvGrpSpPr>
            <p:grpSpPr>
              <a:xfrm>
                <a:off x="19631741" y="1558919"/>
                <a:ext cx="2079918" cy="285750"/>
                <a:chOff x="1648060" y="2418385"/>
                <a:chExt cx="2079918" cy="285750"/>
              </a:xfrm>
            </p:grpSpPr>
            <p:sp>
              <p:nvSpPr>
                <p:cNvPr id="602" name="TextBox 98">
                  <a:extLst>
                    <a:ext uri="{FF2B5EF4-FFF2-40B4-BE49-F238E27FC236}">
                      <a16:creationId xmlns:a16="http://schemas.microsoft.com/office/drawing/2014/main" id="{9C5D5962-7C4C-9443-83D1-D89B2A69733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Tree-of-Evidence</a:t>
                  </a:r>
                  <a:endParaRPr lang="zh-CN" altLang="en-US" sz="1700" dirty="0"/>
                </a:p>
              </p:txBody>
            </p:sp>
            <p:sp>
              <p:nvSpPr>
                <p:cNvPr id="603" name="TextBox 99">
                  <a:extLst>
                    <a:ext uri="{FF2B5EF4-FFF2-40B4-BE49-F238E27FC236}">
                      <a16:creationId xmlns:a16="http://schemas.microsoft.com/office/drawing/2014/main" id="{720B6401-B37A-3E40-AFFC-B860DE39122E}"/>
                    </a:ext>
                  </a:extLst>
                </p:cNvPr>
                <p:cNvSpPr txBox="1"/>
                <p:nvPr/>
              </p:nvSpPr>
              <p:spPr>
                <a:xfrm>
                  <a:off x="3270778" y="244776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BD84AF1F-AB5D-3E47-BF32-F42CADAE84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325941" y="1540494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04" name="组合 603">
              <a:extLst>
                <a:ext uri="{FF2B5EF4-FFF2-40B4-BE49-F238E27FC236}">
                  <a16:creationId xmlns:a16="http://schemas.microsoft.com/office/drawing/2014/main" id="{F7C0C984-2D19-EA43-BA52-D7FCD9889D47}"/>
                </a:ext>
              </a:extLst>
            </p:cNvPr>
            <p:cNvGrpSpPr/>
            <p:nvPr/>
          </p:nvGrpSpPr>
          <p:grpSpPr>
            <a:xfrm>
              <a:off x="19840788" y="6511507"/>
              <a:ext cx="1950957" cy="298418"/>
              <a:chOff x="387052" y="1123170"/>
              <a:chExt cx="1950957" cy="298418"/>
            </a:xfrm>
          </p:grpSpPr>
          <p:grpSp>
            <p:nvGrpSpPr>
              <p:cNvPr id="605" name="组合 604">
                <a:extLst>
                  <a:ext uri="{FF2B5EF4-FFF2-40B4-BE49-F238E27FC236}">
                    <a16:creationId xmlns:a16="http://schemas.microsoft.com/office/drawing/2014/main" id="{B49BF22B-3C88-864F-BBD4-4CAC2C9E672E}"/>
                  </a:ext>
                </a:extLst>
              </p:cNvPr>
              <p:cNvGrpSpPr/>
              <p:nvPr/>
            </p:nvGrpSpPr>
            <p:grpSpPr>
              <a:xfrm>
                <a:off x="700711" y="1135838"/>
                <a:ext cx="1637298" cy="285750"/>
                <a:chOff x="1648060" y="2418385"/>
                <a:chExt cx="1637298" cy="285750"/>
              </a:xfrm>
            </p:grpSpPr>
            <p:sp>
              <p:nvSpPr>
                <p:cNvPr id="607" name="TextBox 98">
                  <a:extLst>
                    <a:ext uri="{FF2B5EF4-FFF2-40B4-BE49-F238E27FC236}">
                      <a16:creationId xmlns:a16="http://schemas.microsoft.com/office/drawing/2014/main" id="{4D465D02-3DDE-E14B-BBED-4D2D0B430CBC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TraceBench</a:t>
                  </a:r>
                  <a:endParaRPr lang="zh-CN" altLang="en-US" sz="1700" dirty="0"/>
                </a:p>
              </p:txBody>
            </p:sp>
            <p:sp>
              <p:nvSpPr>
                <p:cNvPr id="608" name="TextBox 99">
                  <a:extLst>
                    <a:ext uri="{FF2B5EF4-FFF2-40B4-BE49-F238E27FC236}">
                      <a16:creationId xmlns:a16="http://schemas.microsoft.com/office/drawing/2014/main" id="{0C6F5778-DA61-6947-9D6B-9FE90529C48D}"/>
                    </a:ext>
                  </a:extLst>
                </p:cNvPr>
                <p:cNvSpPr txBox="1"/>
                <p:nvPr/>
              </p:nvSpPr>
              <p:spPr>
                <a:xfrm>
                  <a:off x="2828158" y="2426111"/>
                  <a:ext cx="457200" cy="26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606" name="Picture 44">
                <a:extLst>
                  <a:ext uri="{FF2B5EF4-FFF2-40B4-BE49-F238E27FC236}">
                    <a16:creationId xmlns:a16="http://schemas.microsoft.com/office/drawing/2014/main" id="{A82035D0-5FE3-0940-918E-B834231884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052" y="1123170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C58F4515-8B8B-C84B-B88B-56AA99E437CB}"/>
                </a:ext>
              </a:extLst>
            </p:cNvPr>
            <p:cNvGrpSpPr/>
            <p:nvPr/>
          </p:nvGrpSpPr>
          <p:grpSpPr>
            <a:xfrm>
              <a:off x="19785699" y="6791342"/>
              <a:ext cx="1839037" cy="285750"/>
              <a:chOff x="21228601" y="2339596"/>
              <a:chExt cx="1839037" cy="285750"/>
            </a:xfrm>
          </p:grpSpPr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AFDA9F7B-92C2-3741-BDB3-7FCE0FA77D94}"/>
                  </a:ext>
                </a:extLst>
              </p:cNvPr>
              <p:cNvGrpSpPr/>
              <p:nvPr/>
            </p:nvGrpSpPr>
            <p:grpSpPr>
              <a:xfrm>
                <a:off x="21566799" y="2339596"/>
                <a:ext cx="1500839" cy="285750"/>
                <a:chOff x="1745675" y="1999008"/>
                <a:chExt cx="1500839" cy="285750"/>
              </a:xfrm>
            </p:grpSpPr>
            <p:sp>
              <p:nvSpPr>
                <p:cNvPr id="612" name="TextBox 98">
                  <a:extLst>
                    <a:ext uri="{FF2B5EF4-FFF2-40B4-BE49-F238E27FC236}">
                      <a16:creationId xmlns:a16="http://schemas.microsoft.com/office/drawing/2014/main" id="{C2AAF697-49C0-C44A-8CA5-4FBDA741F0E5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SAGE-AD</a:t>
                  </a:r>
                  <a:endParaRPr lang="zh-CN" altLang="en-US" sz="1700" dirty="0"/>
                </a:p>
              </p:txBody>
            </p:sp>
            <p:sp>
              <p:nvSpPr>
                <p:cNvPr id="613" name="TextBox 99">
                  <a:extLst>
                    <a:ext uri="{FF2B5EF4-FFF2-40B4-BE49-F238E27FC236}">
                      <a16:creationId xmlns:a16="http://schemas.microsoft.com/office/drawing/2014/main" id="{7159C997-A75C-3446-9D46-4E58E2322238}"/>
                    </a:ext>
                  </a:extLst>
                </p:cNvPr>
                <p:cNvSpPr txBox="1"/>
                <p:nvPr/>
              </p:nvSpPr>
              <p:spPr>
                <a:xfrm>
                  <a:off x="2789314" y="201513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40" name="Picture 16">
                <a:extLst>
                  <a:ext uri="{FF2B5EF4-FFF2-40B4-BE49-F238E27FC236}">
                    <a16:creationId xmlns:a16="http://schemas.microsoft.com/office/drawing/2014/main" id="{68CCB1CB-647E-8342-9456-564FFDC584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28601" y="235331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14" name="组合 613">
              <a:extLst>
                <a:ext uri="{FF2B5EF4-FFF2-40B4-BE49-F238E27FC236}">
                  <a16:creationId xmlns:a16="http://schemas.microsoft.com/office/drawing/2014/main" id="{0AC7821F-0823-5F4D-BAC3-72AEE524B184}"/>
                </a:ext>
              </a:extLst>
            </p:cNvPr>
            <p:cNvGrpSpPr/>
            <p:nvPr/>
          </p:nvGrpSpPr>
          <p:grpSpPr>
            <a:xfrm>
              <a:off x="19468453" y="7006231"/>
              <a:ext cx="1998138" cy="285750"/>
              <a:chOff x="17408395" y="888214"/>
              <a:chExt cx="1998138" cy="285750"/>
            </a:xfrm>
          </p:grpSpPr>
          <p:pic>
            <p:nvPicPr>
              <p:cNvPr id="615" name="Picture 2">
                <a:extLst>
                  <a:ext uri="{FF2B5EF4-FFF2-40B4-BE49-F238E27FC236}">
                    <a16:creationId xmlns:a16="http://schemas.microsoft.com/office/drawing/2014/main" id="{A51C2AAC-8B6C-7A4D-898B-DEC53D479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08395" y="90403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16" name="组合 615">
                <a:extLst>
                  <a:ext uri="{FF2B5EF4-FFF2-40B4-BE49-F238E27FC236}">
                    <a16:creationId xmlns:a16="http://schemas.microsoft.com/office/drawing/2014/main" id="{CE82E647-BC3F-6A41-9074-E129C2B0E503}"/>
                  </a:ext>
                </a:extLst>
              </p:cNvPr>
              <p:cNvGrpSpPr/>
              <p:nvPr/>
            </p:nvGrpSpPr>
            <p:grpSpPr>
              <a:xfrm>
                <a:off x="17711370" y="888214"/>
                <a:ext cx="1695163" cy="285750"/>
                <a:chOff x="1745675" y="1999008"/>
                <a:chExt cx="1695163" cy="285750"/>
              </a:xfrm>
            </p:grpSpPr>
            <p:sp>
              <p:nvSpPr>
                <p:cNvPr id="617" name="TextBox 98">
                  <a:extLst>
                    <a:ext uri="{FF2B5EF4-FFF2-40B4-BE49-F238E27FC236}">
                      <a16:creationId xmlns:a16="http://schemas.microsoft.com/office/drawing/2014/main" id="{1AACAB7B-9211-D049-A808-D4907B1EAF06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AnomaMind</a:t>
                  </a:r>
                  <a:endParaRPr lang="zh-CN" altLang="en-US" sz="1700" dirty="0"/>
                </a:p>
              </p:txBody>
            </p:sp>
            <p:sp>
              <p:nvSpPr>
                <p:cNvPr id="618" name="TextBox 99">
                  <a:extLst>
                    <a:ext uri="{FF2B5EF4-FFF2-40B4-BE49-F238E27FC236}">
                      <a16:creationId xmlns:a16="http://schemas.microsoft.com/office/drawing/2014/main" id="{D81ED620-5C9F-094F-A462-8B84915B4638}"/>
                    </a:ext>
                  </a:extLst>
                </p:cNvPr>
                <p:cNvSpPr txBox="1"/>
                <p:nvPr/>
              </p:nvSpPr>
              <p:spPr>
                <a:xfrm>
                  <a:off x="2983638" y="2012825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F51B779A-FF0D-804E-938D-07C219867DB0}"/>
                </a:ext>
              </a:extLst>
            </p:cNvPr>
            <p:cNvGrpSpPr/>
            <p:nvPr/>
          </p:nvGrpSpPr>
          <p:grpSpPr>
            <a:xfrm>
              <a:off x="19622889" y="7278026"/>
              <a:ext cx="1380072" cy="293782"/>
              <a:chOff x="20227720" y="2218061"/>
              <a:chExt cx="1380072" cy="293782"/>
            </a:xfrm>
          </p:grpSpPr>
          <p:grpSp>
            <p:nvGrpSpPr>
              <p:cNvPr id="621" name="组合 620">
                <a:extLst>
                  <a:ext uri="{FF2B5EF4-FFF2-40B4-BE49-F238E27FC236}">
                    <a16:creationId xmlns:a16="http://schemas.microsoft.com/office/drawing/2014/main" id="{47EE3C4E-84AF-A74E-94F0-D47BD2E33523}"/>
                  </a:ext>
                </a:extLst>
              </p:cNvPr>
              <p:cNvGrpSpPr/>
              <p:nvPr/>
            </p:nvGrpSpPr>
            <p:grpSpPr>
              <a:xfrm>
                <a:off x="20558295" y="2218061"/>
                <a:ext cx="1049497" cy="285750"/>
                <a:chOff x="1745675" y="1999008"/>
                <a:chExt cx="1049497" cy="285750"/>
              </a:xfrm>
            </p:grpSpPr>
            <p:sp>
              <p:nvSpPr>
                <p:cNvPr id="622" name="TextBox 98">
                  <a:extLst>
                    <a:ext uri="{FF2B5EF4-FFF2-40B4-BE49-F238E27FC236}">
                      <a16:creationId xmlns:a16="http://schemas.microsoft.com/office/drawing/2014/main" id="{7A014351-CD78-894D-B213-4700E9B5258F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Argos</a:t>
                  </a:r>
                  <a:endParaRPr lang="zh-CN" altLang="en-US" sz="1700" dirty="0"/>
                </a:p>
              </p:txBody>
            </p:sp>
            <p:sp>
              <p:nvSpPr>
                <p:cNvPr id="623" name="TextBox 99">
                  <a:extLst>
                    <a:ext uri="{FF2B5EF4-FFF2-40B4-BE49-F238E27FC236}">
                      <a16:creationId xmlns:a16="http://schemas.microsoft.com/office/drawing/2014/main" id="{47DAF018-DFC5-E142-B90C-2B0F5FDFD807}"/>
                    </a:ext>
                  </a:extLst>
                </p:cNvPr>
                <p:cNvSpPr txBox="1"/>
                <p:nvPr/>
              </p:nvSpPr>
              <p:spPr>
                <a:xfrm>
                  <a:off x="2337972" y="203399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1042" name="Picture 18">
                <a:extLst>
                  <a:ext uri="{FF2B5EF4-FFF2-40B4-BE49-F238E27FC236}">
                    <a16:creationId xmlns:a16="http://schemas.microsoft.com/office/drawing/2014/main" id="{E88FD519-7B78-E64E-A3A6-C2F20EE5FF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27720" y="2245443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C9BC4C6-3414-3B4C-BBF1-3788110BEA98}"/>
                </a:ext>
              </a:extLst>
            </p:cNvPr>
            <p:cNvGrpSpPr/>
            <p:nvPr/>
          </p:nvGrpSpPr>
          <p:grpSpPr>
            <a:xfrm>
              <a:off x="19185113" y="7534816"/>
              <a:ext cx="1698838" cy="302116"/>
              <a:chOff x="19900299" y="2065515"/>
              <a:chExt cx="1698838" cy="302116"/>
            </a:xfrm>
          </p:grpSpPr>
          <p:grpSp>
            <p:nvGrpSpPr>
              <p:cNvPr id="626" name="组合 625">
                <a:extLst>
                  <a:ext uri="{FF2B5EF4-FFF2-40B4-BE49-F238E27FC236}">
                    <a16:creationId xmlns:a16="http://schemas.microsoft.com/office/drawing/2014/main" id="{A566432D-DBC2-A646-A075-E98FCD62775D}"/>
                  </a:ext>
                </a:extLst>
              </p:cNvPr>
              <p:cNvGrpSpPr/>
              <p:nvPr/>
            </p:nvGrpSpPr>
            <p:grpSpPr>
              <a:xfrm>
                <a:off x="20190464" y="2065515"/>
                <a:ext cx="1408673" cy="285750"/>
                <a:chOff x="1745675" y="1999008"/>
                <a:chExt cx="1408673" cy="285750"/>
              </a:xfrm>
            </p:grpSpPr>
            <p:sp>
              <p:nvSpPr>
                <p:cNvPr id="627" name="TextBox 98">
                  <a:extLst>
                    <a:ext uri="{FF2B5EF4-FFF2-40B4-BE49-F238E27FC236}">
                      <a16:creationId xmlns:a16="http://schemas.microsoft.com/office/drawing/2014/main" id="{F84CE6BE-6A03-2340-80EA-AA904554CE5C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AgentFM</a:t>
                  </a:r>
                  <a:endParaRPr lang="zh-CN" altLang="en-US" sz="1700" dirty="0"/>
                </a:p>
              </p:txBody>
            </p:sp>
            <p:sp>
              <p:nvSpPr>
                <p:cNvPr id="628" name="TextBox 99">
                  <a:extLst>
                    <a:ext uri="{FF2B5EF4-FFF2-40B4-BE49-F238E27FC236}">
                      <a16:creationId xmlns:a16="http://schemas.microsoft.com/office/drawing/2014/main" id="{C52BFC8A-7C0A-E74F-A531-EECE07EDF0D9}"/>
                    </a:ext>
                  </a:extLst>
                </p:cNvPr>
                <p:cNvSpPr txBox="1"/>
                <p:nvPr/>
              </p:nvSpPr>
              <p:spPr>
                <a:xfrm>
                  <a:off x="2697148" y="2024747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1044" name="Picture 20">
                <a:extLst>
                  <a:ext uri="{FF2B5EF4-FFF2-40B4-BE49-F238E27FC236}">
                    <a16:creationId xmlns:a16="http://schemas.microsoft.com/office/drawing/2014/main" id="{F8757259-6C81-F540-A3E7-BB235BF4A3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00299" y="2101231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F9A63E9C-32EE-9240-94DF-4D5ADD9EB3A4}"/>
                </a:ext>
              </a:extLst>
            </p:cNvPr>
            <p:cNvGrpSpPr/>
            <p:nvPr/>
          </p:nvGrpSpPr>
          <p:grpSpPr>
            <a:xfrm>
              <a:off x="20664892" y="7925102"/>
              <a:ext cx="1977279" cy="285750"/>
              <a:chOff x="20139326" y="2311694"/>
              <a:chExt cx="1977279" cy="285750"/>
            </a:xfrm>
          </p:grpSpPr>
          <p:grpSp>
            <p:nvGrpSpPr>
              <p:cNvPr id="630" name="组合 629">
                <a:extLst>
                  <a:ext uri="{FF2B5EF4-FFF2-40B4-BE49-F238E27FC236}">
                    <a16:creationId xmlns:a16="http://schemas.microsoft.com/office/drawing/2014/main" id="{BC7BA6A7-0654-5C4D-81D3-27C73BF8A980}"/>
                  </a:ext>
                </a:extLst>
              </p:cNvPr>
              <p:cNvGrpSpPr/>
              <p:nvPr/>
            </p:nvGrpSpPr>
            <p:grpSpPr>
              <a:xfrm>
                <a:off x="20446331" y="2311694"/>
                <a:ext cx="1670274" cy="285750"/>
                <a:chOff x="1745675" y="1999008"/>
                <a:chExt cx="1670274" cy="285750"/>
              </a:xfrm>
            </p:grpSpPr>
            <p:sp>
              <p:nvSpPr>
                <p:cNvPr id="632" name="TextBox 98">
                  <a:extLst>
                    <a:ext uri="{FF2B5EF4-FFF2-40B4-BE49-F238E27FC236}">
                      <a16:creationId xmlns:a16="http://schemas.microsoft.com/office/drawing/2014/main" id="{78707261-BFF0-5948-9A15-691A5A31D94A}"/>
                    </a:ext>
                  </a:extLst>
                </p:cNvPr>
                <p:cNvSpPr txBox="1"/>
                <p:nvPr/>
              </p:nvSpPr>
              <p:spPr>
                <a:xfrm>
                  <a:off x="1745675" y="1999008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SAGE-Sleep</a:t>
                  </a:r>
                  <a:endParaRPr lang="zh-CN" altLang="en-US" sz="1700" dirty="0"/>
                </a:p>
              </p:txBody>
            </p:sp>
            <p:sp>
              <p:nvSpPr>
                <p:cNvPr id="633" name="TextBox 99">
                  <a:extLst>
                    <a:ext uri="{FF2B5EF4-FFF2-40B4-BE49-F238E27FC236}">
                      <a16:creationId xmlns:a16="http://schemas.microsoft.com/office/drawing/2014/main" id="{88B44B6F-920B-6340-B398-49726FD25956}"/>
                    </a:ext>
                  </a:extLst>
                </p:cNvPr>
                <p:cNvSpPr txBox="1"/>
                <p:nvPr/>
              </p:nvSpPr>
              <p:spPr>
                <a:xfrm>
                  <a:off x="2958749" y="2026910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46" name="Picture 22">
                <a:extLst>
                  <a:ext uri="{FF2B5EF4-FFF2-40B4-BE49-F238E27FC236}">
                    <a16:creationId xmlns:a16="http://schemas.microsoft.com/office/drawing/2014/main" id="{64249965-E476-9E44-8F5B-897E38793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39326" y="2327448"/>
                <a:ext cx="234000" cy="23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8A08FD9C-384A-814B-A5FC-228FBF04421A}"/>
                </a:ext>
              </a:extLst>
            </p:cNvPr>
            <p:cNvGrpSpPr/>
            <p:nvPr/>
          </p:nvGrpSpPr>
          <p:grpSpPr>
            <a:xfrm>
              <a:off x="20886391" y="8224554"/>
              <a:ext cx="1443711" cy="302400"/>
              <a:chOff x="311460" y="598360"/>
              <a:chExt cx="1443711" cy="302400"/>
            </a:xfrm>
          </p:grpSpPr>
          <p:grpSp>
            <p:nvGrpSpPr>
              <p:cNvPr id="635" name="组合 634">
                <a:extLst>
                  <a:ext uri="{FF2B5EF4-FFF2-40B4-BE49-F238E27FC236}">
                    <a16:creationId xmlns:a16="http://schemas.microsoft.com/office/drawing/2014/main" id="{0EA10857-44A1-F14A-9D87-FB3BFF0C6CBE}"/>
                  </a:ext>
                </a:extLst>
              </p:cNvPr>
              <p:cNvGrpSpPr/>
              <p:nvPr/>
            </p:nvGrpSpPr>
            <p:grpSpPr>
              <a:xfrm>
                <a:off x="600008" y="598360"/>
                <a:ext cx="1155163" cy="285750"/>
                <a:chOff x="1648060" y="2418385"/>
                <a:chExt cx="1155163" cy="285750"/>
              </a:xfrm>
            </p:grpSpPr>
            <p:sp>
              <p:nvSpPr>
                <p:cNvPr id="637" name="TextBox 98">
                  <a:extLst>
                    <a:ext uri="{FF2B5EF4-FFF2-40B4-BE49-F238E27FC236}">
                      <a16:creationId xmlns:a16="http://schemas.microsoft.com/office/drawing/2014/main" id="{EB090490-010A-8046-9470-CAF7E0D0DDB7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AQuA</a:t>
                  </a:r>
                  <a:endParaRPr lang="zh-CN" altLang="en-US" sz="1700" dirty="0"/>
                </a:p>
              </p:txBody>
            </p:sp>
            <p:sp>
              <p:nvSpPr>
                <p:cNvPr id="638" name="TextBox 99">
                  <a:extLst>
                    <a:ext uri="{FF2B5EF4-FFF2-40B4-BE49-F238E27FC236}">
                      <a16:creationId xmlns:a16="http://schemas.microsoft.com/office/drawing/2014/main" id="{43948CC5-CD16-EB44-8E58-32E0B35DBEF5}"/>
                    </a:ext>
                  </a:extLst>
                </p:cNvPr>
                <p:cNvSpPr txBox="1"/>
                <p:nvPr/>
              </p:nvSpPr>
              <p:spPr>
                <a:xfrm>
                  <a:off x="2346023" y="2437428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636" name="Picture 42">
                <a:extLst>
                  <a:ext uri="{FF2B5EF4-FFF2-40B4-BE49-F238E27FC236}">
                    <a16:creationId xmlns:a16="http://schemas.microsoft.com/office/drawing/2014/main" id="{C63C65B9-CE90-844C-B83D-76433EC16D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1460" y="598360"/>
                <a:ext cx="302400" cy="30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F004891B-3C2B-1142-8E2D-C679C9C447B1}"/>
                </a:ext>
              </a:extLst>
            </p:cNvPr>
            <p:cNvGrpSpPr/>
            <p:nvPr/>
          </p:nvGrpSpPr>
          <p:grpSpPr>
            <a:xfrm>
              <a:off x="20762766" y="8471468"/>
              <a:ext cx="1671083" cy="285750"/>
              <a:chOff x="21181315" y="3103388"/>
              <a:chExt cx="1671083" cy="285750"/>
            </a:xfrm>
          </p:grpSpPr>
          <p:grpSp>
            <p:nvGrpSpPr>
              <p:cNvPr id="640" name="组合 639">
                <a:extLst>
                  <a:ext uri="{FF2B5EF4-FFF2-40B4-BE49-F238E27FC236}">
                    <a16:creationId xmlns:a16="http://schemas.microsoft.com/office/drawing/2014/main" id="{9D1027A3-42C8-5B42-B47D-31CEC165EB9E}"/>
                  </a:ext>
                </a:extLst>
              </p:cNvPr>
              <p:cNvGrpSpPr/>
              <p:nvPr/>
            </p:nvGrpSpPr>
            <p:grpSpPr>
              <a:xfrm>
                <a:off x="21497020" y="3103388"/>
                <a:ext cx="1355378" cy="285750"/>
                <a:chOff x="1648060" y="2418385"/>
                <a:chExt cx="1355378" cy="285750"/>
              </a:xfrm>
            </p:grpSpPr>
            <p:sp>
              <p:nvSpPr>
                <p:cNvPr id="642" name="TextBox 98">
                  <a:extLst>
                    <a:ext uri="{FF2B5EF4-FFF2-40B4-BE49-F238E27FC236}">
                      <a16:creationId xmlns:a16="http://schemas.microsoft.com/office/drawing/2014/main" id="{E25888E0-6754-2D45-9685-5F93CC285D65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PandaAI</a:t>
                  </a:r>
                  <a:endParaRPr lang="zh-CN" altLang="en-US" sz="1700" dirty="0"/>
                </a:p>
              </p:txBody>
            </p:sp>
            <p:sp>
              <p:nvSpPr>
                <p:cNvPr id="643" name="TextBox 99">
                  <a:extLst>
                    <a:ext uri="{FF2B5EF4-FFF2-40B4-BE49-F238E27FC236}">
                      <a16:creationId xmlns:a16="http://schemas.microsoft.com/office/drawing/2014/main" id="{7A4EE62B-1221-5D46-8833-A17D33091EFE}"/>
                    </a:ext>
                  </a:extLst>
                </p:cNvPr>
                <p:cNvSpPr txBox="1"/>
                <p:nvPr/>
              </p:nvSpPr>
              <p:spPr>
                <a:xfrm>
                  <a:off x="2546238" y="245559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48" name="Picture 24">
                <a:extLst>
                  <a:ext uri="{FF2B5EF4-FFF2-40B4-BE49-F238E27FC236}">
                    <a16:creationId xmlns:a16="http://schemas.microsoft.com/office/drawing/2014/main" id="{AABE949F-6041-4E4D-8AF0-4919D59C4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181315" y="311086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44" name="组合 643">
              <a:extLst>
                <a:ext uri="{FF2B5EF4-FFF2-40B4-BE49-F238E27FC236}">
                  <a16:creationId xmlns:a16="http://schemas.microsoft.com/office/drawing/2014/main" id="{F832A5BB-497F-A14D-BFF2-806E35C49E32}"/>
                </a:ext>
              </a:extLst>
            </p:cNvPr>
            <p:cNvGrpSpPr/>
            <p:nvPr/>
          </p:nvGrpSpPr>
          <p:grpSpPr>
            <a:xfrm>
              <a:off x="20502632" y="8743228"/>
              <a:ext cx="1907468" cy="287341"/>
              <a:chOff x="1257491" y="1536418"/>
              <a:chExt cx="1907468" cy="287341"/>
            </a:xfrm>
          </p:grpSpPr>
          <p:grpSp>
            <p:nvGrpSpPr>
              <p:cNvPr id="645" name="组合 644">
                <a:extLst>
                  <a:ext uri="{FF2B5EF4-FFF2-40B4-BE49-F238E27FC236}">
                    <a16:creationId xmlns:a16="http://schemas.microsoft.com/office/drawing/2014/main" id="{9BE4DD33-4888-0A41-98D1-8A565C64DAFB}"/>
                  </a:ext>
                </a:extLst>
              </p:cNvPr>
              <p:cNvGrpSpPr/>
              <p:nvPr/>
            </p:nvGrpSpPr>
            <p:grpSpPr>
              <a:xfrm>
                <a:off x="1613090" y="1536418"/>
                <a:ext cx="1551869" cy="287341"/>
                <a:chOff x="1648060" y="2418385"/>
                <a:chExt cx="1551869" cy="287341"/>
              </a:xfrm>
            </p:grpSpPr>
            <p:sp>
              <p:nvSpPr>
                <p:cNvPr id="647" name="TextBox 98">
                  <a:extLst>
                    <a:ext uri="{FF2B5EF4-FFF2-40B4-BE49-F238E27FC236}">
                      <a16:creationId xmlns:a16="http://schemas.microsoft.com/office/drawing/2014/main" id="{905F4D34-1765-EC46-B05C-80BFA05C7673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AgriWorld</a:t>
                  </a:r>
                  <a:endParaRPr lang="zh-CN" altLang="en-US" sz="1700" dirty="0"/>
                </a:p>
              </p:txBody>
            </p:sp>
            <p:sp>
              <p:nvSpPr>
                <p:cNvPr id="648" name="TextBox 99">
                  <a:extLst>
                    <a:ext uri="{FF2B5EF4-FFF2-40B4-BE49-F238E27FC236}">
                      <a16:creationId xmlns:a16="http://schemas.microsoft.com/office/drawing/2014/main" id="{95C786BD-C453-E648-8832-E3B741196640}"/>
                    </a:ext>
                  </a:extLst>
                </p:cNvPr>
                <p:cNvSpPr txBox="1"/>
                <p:nvPr/>
              </p:nvSpPr>
              <p:spPr>
                <a:xfrm>
                  <a:off x="2742729" y="2467601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646" name="Picture 30">
                <a:extLst>
                  <a:ext uri="{FF2B5EF4-FFF2-40B4-BE49-F238E27FC236}">
                    <a16:creationId xmlns:a16="http://schemas.microsoft.com/office/drawing/2014/main" id="{BC33BF0F-0354-A84A-AE2F-10432556F6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7491" y="1548709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356BB56F-B3EB-004E-9213-DA3C28A1DCFC}"/>
                </a:ext>
              </a:extLst>
            </p:cNvPr>
            <p:cNvGrpSpPr/>
            <p:nvPr/>
          </p:nvGrpSpPr>
          <p:grpSpPr>
            <a:xfrm>
              <a:off x="20456979" y="8999993"/>
              <a:ext cx="2012421" cy="286463"/>
              <a:chOff x="20456314" y="1328214"/>
              <a:chExt cx="2012421" cy="286463"/>
            </a:xfrm>
          </p:grpSpPr>
          <p:grpSp>
            <p:nvGrpSpPr>
              <p:cNvPr id="650" name="组合 649">
                <a:extLst>
                  <a:ext uri="{FF2B5EF4-FFF2-40B4-BE49-F238E27FC236}">
                    <a16:creationId xmlns:a16="http://schemas.microsoft.com/office/drawing/2014/main" id="{908A09F0-74F3-7440-9638-BFDEC8609354}"/>
                  </a:ext>
                </a:extLst>
              </p:cNvPr>
              <p:cNvGrpSpPr/>
              <p:nvPr/>
            </p:nvGrpSpPr>
            <p:grpSpPr>
              <a:xfrm>
                <a:off x="20806025" y="1328214"/>
                <a:ext cx="1662710" cy="285750"/>
                <a:chOff x="1648060" y="2418385"/>
                <a:chExt cx="1662710" cy="285750"/>
              </a:xfrm>
            </p:grpSpPr>
            <p:sp>
              <p:nvSpPr>
                <p:cNvPr id="652" name="TextBox 98">
                  <a:extLst>
                    <a:ext uri="{FF2B5EF4-FFF2-40B4-BE49-F238E27FC236}">
                      <a16:creationId xmlns:a16="http://schemas.microsoft.com/office/drawing/2014/main" id="{E72C16CA-7438-D740-B7C6-D5665BD2B8EF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Fin-Analyst</a:t>
                  </a:r>
                  <a:endParaRPr lang="zh-CN" altLang="en-US" sz="1700" dirty="0"/>
                </a:p>
              </p:txBody>
            </p:sp>
            <p:sp>
              <p:nvSpPr>
                <p:cNvPr id="653" name="TextBox 99">
                  <a:extLst>
                    <a:ext uri="{FF2B5EF4-FFF2-40B4-BE49-F238E27FC236}">
                      <a16:creationId xmlns:a16="http://schemas.microsoft.com/office/drawing/2014/main" id="{6586B14E-8911-6C47-AA2A-B7ACB46AFE5A}"/>
                    </a:ext>
                  </a:extLst>
                </p:cNvPr>
                <p:cNvSpPr txBox="1"/>
                <p:nvPr/>
              </p:nvSpPr>
              <p:spPr>
                <a:xfrm>
                  <a:off x="2853570" y="2449156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2026</a:t>
                  </a:r>
                  <a:endParaRPr lang="zh-CN" altLang="en-US" sz="1250" dirty="0"/>
                </a:p>
              </p:txBody>
            </p:sp>
          </p:grpSp>
          <p:pic>
            <p:nvPicPr>
              <p:cNvPr id="1050" name="Picture 26">
                <a:extLst>
                  <a:ext uri="{FF2B5EF4-FFF2-40B4-BE49-F238E27FC236}">
                    <a16:creationId xmlns:a16="http://schemas.microsoft.com/office/drawing/2014/main" id="{BA3602F9-26C3-9F4C-8CC4-F3FDD5C27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56314" y="1348277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E432E4B6-2C86-1349-93B3-D362E6F7D95E}"/>
                </a:ext>
              </a:extLst>
            </p:cNvPr>
            <p:cNvGrpSpPr/>
            <p:nvPr/>
          </p:nvGrpSpPr>
          <p:grpSpPr>
            <a:xfrm>
              <a:off x="20383354" y="9291998"/>
              <a:ext cx="2074098" cy="286030"/>
              <a:chOff x="20078309" y="3455885"/>
              <a:chExt cx="2074098" cy="286030"/>
            </a:xfrm>
          </p:grpSpPr>
          <p:grpSp>
            <p:nvGrpSpPr>
              <p:cNvPr id="655" name="组合 654">
                <a:extLst>
                  <a:ext uri="{FF2B5EF4-FFF2-40B4-BE49-F238E27FC236}">
                    <a16:creationId xmlns:a16="http://schemas.microsoft.com/office/drawing/2014/main" id="{0BAA1046-A049-BA4C-9650-9FB818B294AB}"/>
                  </a:ext>
                </a:extLst>
              </p:cNvPr>
              <p:cNvGrpSpPr/>
              <p:nvPr/>
            </p:nvGrpSpPr>
            <p:grpSpPr>
              <a:xfrm>
                <a:off x="20371295" y="3455885"/>
                <a:ext cx="1781112" cy="285750"/>
                <a:chOff x="1648060" y="2418385"/>
                <a:chExt cx="1781112" cy="285750"/>
              </a:xfrm>
            </p:grpSpPr>
            <p:sp>
              <p:nvSpPr>
                <p:cNvPr id="657" name="TextBox 98">
                  <a:extLst>
                    <a:ext uri="{FF2B5EF4-FFF2-40B4-BE49-F238E27FC236}">
                      <a16:creationId xmlns:a16="http://schemas.microsoft.com/office/drawing/2014/main" id="{1AA89DDB-DBE8-9144-8CA9-B71BC9BF7321}"/>
                    </a:ext>
                  </a:extLst>
                </p:cNvPr>
                <p:cNvSpPr txBox="1"/>
                <p:nvPr/>
              </p:nvSpPr>
              <p:spPr>
                <a:xfrm>
                  <a:off x="1648060" y="2418385"/>
                  <a:ext cx="59055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700" b="1" dirty="0" err="1">
                      <a:solidFill>
                        <a:srgbClr val="303746"/>
                      </a:solidFill>
                      <a:latin typeface="Times New Roman"/>
                      <a:cs typeface="Times New Roman"/>
                    </a:rPr>
                    <a:t>LLMTraveler</a:t>
                  </a:r>
                  <a:endParaRPr lang="zh-CN" altLang="en-US" sz="1700" dirty="0"/>
                </a:p>
              </p:txBody>
            </p:sp>
            <p:sp>
              <p:nvSpPr>
                <p:cNvPr id="658" name="TextBox 99">
                  <a:extLst>
                    <a:ext uri="{FF2B5EF4-FFF2-40B4-BE49-F238E27FC236}">
                      <a16:creationId xmlns:a16="http://schemas.microsoft.com/office/drawing/2014/main" id="{CD25B58F-B356-1648-A2CD-F69EA07213EF}"/>
                    </a:ext>
                  </a:extLst>
                </p:cNvPr>
                <p:cNvSpPr txBox="1"/>
                <p:nvPr/>
              </p:nvSpPr>
              <p:spPr>
                <a:xfrm>
                  <a:off x="2971972" y="2447342"/>
                  <a:ext cx="4572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l"/>
                  <a:r>
                    <a:rPr lang="en-US" altLang="zh-CN" sz="1250" b="1" dirty="0">
                      <a:solidFill>
                        <a:srgbClr val="B1834B"/>
                      </a:solidFill>
                      <a:latin typeface="Times New Roman"/>
                      <a:ea typeface="Times New Roman"/>
                      <a:cs typeface="Times New Roman"/>
                    </a:rPr>
                    <a:t>2025</a:t>
                  </a:r>
                  <a:endParaRPr lang="zh-CN" altLang="en-US" sz="1250" dirty="0"/>
                </a:p>
              </p:txBody>
            </p:sp>
          </p:grpSp>
          <p:pic>
            <p:nvPicPr>
              <p:cNvPr id="1052" name="Picture 28">
                <a:extLst>
                  <a:ext uri="{FF2B5EF4-FFF2-40B4-BE49-F238E27FC236}">
                    <a16:creationId xmlns:a16="http://schemas.microsoft.com/office/drawing/2014/main" id="{C8EA512E-2471-D14A-A1AA-14C1887BC2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78309" y="3475515"/>
                <a:ext cx="266400" cy="26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9" name="TextBox 164">
              <a:extLst>
                <a:ext uri="{FF2B5EF4-FFF2-40B4-BE49-F238E27FC236}">
                  <a16:creationId xmlns:a16="http://schemas.microsoft.com/office/drawing/2014/main" id="{894D6B55-30EC-0356-D529-8D707B2D5017}"/>
                </a:ext>
              </a:extLst>
            </p:cNvPr>
            <p:cNvSpPr txBox="1"/>
            <p:nvPr/>
          </p:nvSpPr>
          <p:spPr>
            <a:xfrm flipH="1">
              <a:off x="8316309" y="8567448"/>
              <a:ext cx="1395034" cy="896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Harness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80" name="TextBox 163">
              <a:extLst>
                <a:ext uri="{FF2B5EF4-FFF2-40B4-BE49-F238E27FC236}">
                  <a16:creationId xmlns:a16="http://schemas.microsoft.com/office/drawing/2014/main" id="{858DEC05-0C29-4E55-B9E1-BDE2122AA861}"/>
                </a:ext>
              </a:extLst>
            </p:cNvPr>
            <p:cNvSpPr txBox="1"/>
            <p:nvPr/>
          </p:nvSpPr>
          <p:spPr>
            <a:xfrm flipH="1">
              <a:off x="9942279" y="7290340"/>
              <a:ext cx="2573997" cy="9694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Harness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81" name="TextBox 163">
              <a:extLst>
                <a:ext uri="{FF2B5EF4-FFF2-40B4-BE49-F238E27FC236}">
                  <a16:creationId xmlns:a16="http://schemas.microsoft.com/office/drawing/2014/main" id="{747244FF-A476-743A-5E88-497E3390F898}"/>
                </a:ext>
              </a:extLst>
            </p:cNvPr>
            <p:cNvSpPr txBox="1"/>
            <p:nvPr/>
          </p:nvSpPr>
          <p:spPr>
            <a:xfrm flipH="1">
              <a:off x="11169675" y="7308469"/>
              <a:ext cx="2573997" cy="9694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Module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82" name="TextBox 163">
              <a:extLst>
                <a:ext uri="{FF2B5EF4-FFF2-40B4-BE49-F238E27FC236}">
                  <a16:creationId xmlns:a16="http://schemas.microsoft.com/office/drawing/2014/main" id="{C0B72CF4-97B3-E6DC-11DC-9FBADFFB8FE1}"/>
                </a:ext>
              </a:extLst>
            </p:cNvPr>
            <p:cNvSpPr txBox="1"/>
            <p:nvPr/>
          </p:nvSpPr>
          <p:spPr>
            <a:xfrm flipH="1">
              <a:off x="11154398" y="6841035"/>
              <a:ext cx="2573997" cy="9694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Time Series</a:t>
              </a:r>
            </a:p>
          </p:txBody>
        </p:sp>
        <p:sp>
          <p:nvSpPr>
            <p:cNvPr id="83" name="TextBox 163">
              <a:extLst>
                <a:ext uri="{FF2B5EF4-FFF2-40B4-BE49-F238E27FC236}">
                  <a16:creationId xmlns:a16="http://schemas.microsoft.com/office/drawing/2014/main" id="{99693D60-C176-6DC6-BF36-8D469AB48FAB}"/>
                </a:ext>
              </a:extLst>
            </p:cNvPr>
            <p:cNvSpPr txBox="1"/>
            <p:nvPr/>
          </p:nvSpPr>
          <p:spPr>
            <a:xfrm flipH="1">
              <a:off x="12969287" y="8745441"/>
              <a:ext cx="2537392" cy="62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Harness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84" name="TextBox 163">
              <a:extLst>
                <a:ext uri="{FF2B5EF4-FFF2-40B4-BE49-F238E27FC236}">
                  <a16:creationId xmlns:a16="http://schemas.microsoft.com/office/drawing/2014/main" id="{93F161DC-E840-980D-CEA1-9C84B8D81544}"/>
                </a:ext>
              </a:extLst>
            </p:cNvPr>
            <p:cNvSpPr txBox="1"/>
            <p:nvPr/>
          </p:nvSpPr>
          <p:spPr>
            <a:xfrm flipH="1">
              <a:off x="13164552" y="9107188"/>
              <a:ext cx="2537392" cy="62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Module</a:t>
              </a:r>
              <a:endParaRPr lang="zh-CN" altLang="en-US" sz="2400" dirty="0">
                <a:solidFill>
                  <a:srgbClr val="2F3746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85" name="TextBox 163">
              <a:extLst>
                <a:ext uri="{FF2B5EF4-FFF2-40B4-BE49-F238E27FC236}">
                  <a16:creationId xmlns:a16="http://schemas.microsoft.com/office/drawing/2014/main" id="{4D67FD9B-63F1-51A4-487A-643314B4F141}"/>
                </a:ext>
              </a:extLst>
            </p:cNvPr>
            <p:cNvSpPr txBox="1"/>
            <p:nvPr/>
          </p:nvSpPr>
          <p:spPr>
            <a:xfrm flipH="1">
              <a:off x="12898820" y="8382190"/>
              <a:ext cx="2537392" cy="62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F3746"/>
                  </a:solidFill>
                  <a:latin typeface="Comic Sans MS" panose="030F0902030302020204" pitchFamily="66" charset="0"/>
                  <a:ea typeface="Times New Roman"/>
                  <a:cs typeface="Times New Roman"/>
                </a:rPr>
                <a:t>Time Series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555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495253" y="1771797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ine 3"/>
          <p:cNvSpPr/>
          <p:nvPr/>
        </p:nvSpPr>
        <p:spPr>
          <a:xfrm flipV="1">
            <a:off x="1403349" y="4604925"/>
            <a:ext cx="186690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Line 4"/>
          <p:cNvSpPr/>
          <p:nvPr/>
        </p:nvSpPr>
        <p:spPr>
          <a:xfrm flipV="1">
            <a:off x="1031876" y="4042950"/>
            <a:ext cx="2962275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 flipV="1">
            <a:off x="822324" y="3672046"/>
            <a:ext cx="37338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ine 6"/>
          <p:cNvSpPr/>
          <p:nvPr/>
        </p:nvSpPr>
        <p:spPr>
          <a:xfrm flipV="1">
            <a:off x="679449" y="3391061"/>
            <a:ext cx="4362450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 flipV="1">
            <a:off x="584201" y="3155029"/>
            <a:ext cx="4905375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 flipV="1">
            <a:off x="527049" y="2963958"/>
            <a:ext cx="5372100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Line 9"/>
          <p:cNvSpPr/>
          <p:nvPr/>
        </p:nvSpPr>
        <p:spPr>
          <a:xfrm flipV="1">
            <a:off x="488951" y="2795367"/>
            <a:ext cx="5800725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 flipV="1">
            <a:off x="469899" y="2649254"/>
            <a:ext cx="6191250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 flipV="1">
            <a:off x="517526" y="2514378"/>
            <a:ext cx="6505575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 flipV="1">
            <a:off x="765174" y="2413222"/>
            <a:ext cx="6591300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 flipV="1">
            <a:off x="1012826" y="2312069"/>
            <a:ext cx="6677025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 flipV="1">
            <a:off x="1260476" y="2222153"/>
            <a:ext cx="6753225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1508124" y="2143474"/>
            <a:ext cx="6819900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1755774" y="2076039"/>
            <a:ext cx="6877050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2003426" y="2019840"/>
            <a:ext cx="6924675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 flipV="1">
            <a:off x="2251074" y="1963642"/>
            <a:ext cx="6972300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2498724" y="1918684"/>
            <a:ext cx="7010400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V="1">
            <a:off x="2746376" y="1884966"/>
            <a:ext cx="7038975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4024" y="1851249"/>
            <a:ext cx="7067550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3241674" y="1828768"/>
            <a:ext cx="708660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3489324" y="1806291"/>
            <a:ext cx="710565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3736974" y="1783810"/>
            <a:ext cx="7124700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398462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23227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447992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Path 39"/>
          <p:cNvSpPr/>
          <p:nvPr/>
        </p:nvSpPr>
        <p:spPr>
          <a:xfrm>
            <a:off x="4708524" y="4971256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ath 40"/>
          <p:cNvSpPr/>
          <p:nvPr/>
        </p:nvSpPr>
        <p:spPr>
          <a:xfrm>
            <a:off x="7756524" y="7247733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ath 41"/>
          <p:cNvSpPr/>
          <p:nvPr/>
        </p:nvSpPr>
        <p:spPr>
          <a:xfrm>
            <a:off x="9747251" y="8752683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ath 42"/>
          <p:cNvSpPr/>
          <p:nvPr/>
        </p:nvSpPr>
        <p:spPr>
          <a:xfrm>
            <a:off x="460374" y="1761333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Path 43"/>
          <p:cNvSpPr/>
          <p:nvPr/>
        </p:nvSpPr>
        <p:spPr>
          <a:xfrm>
            <a:off x="4708524" y="4971256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" name="Path 44"/>
          <p:cNvSpPr/>
          <p:nvPr/>
        </p:nvSpPr>
        <p:spPr>
          <a:xfrm>
            <a:off x="7756524" y="7247733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" name="Path 45"/>
          <p:cNvSpPr/>
          <p:nvPr/>
        </p:nvSpPr>
        <p:spPr>
          <a:xfrm>
            <a:off x="9747251" y="8752683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H="1" flipV="1">
            <a:off x="727075" y="8387683"/>
            <a:ext cx="7115175" cy="121171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H="1" flipV="1">
            <a:off x="1606470" y="6523013"/>
            <a:ext cx="6469622" cy="238209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 flipH="1" flipV="1">
            <a:off x="3232149" y="4642789"/>
            <a:ext cx="5395905" cy="3693470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 flipV="1">
            <a:off x="5313998" y="3207154"/>
            <a:ext cx="3934505" cy="4648572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3" name="TextBox 153"/>
          <p:cNvSpPr txBox="1"/>
          <p:nvPr/>
        </p:nvSpPr>
        <p:spPr>
          <a:xfrm rot="300000">
            <a:off x="5499099" y="9371806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Interaction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154" name="TextBox 154"/>
          <p:cNvSpPr txBox="1"/>
          <p:nvPr/>
        </p:nvSpPr>
        <p:spPr>
          <a:xfrm rot="900000">
            <a:off x="5837238" y="8467308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Context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155" name="TextBox 155"/>
          <p:cNvSpPr txBox="1"/>
          <p:nvPr/>
        </p:nvSpPr>
        <p:spPr>
          <a:xfrm rot="1560000">
            <a:off x="6262737" y="7519412"/>
            <a:ext cx="19431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endParaRPr lang="zh-CN" altLang="en-US" sz="2400" dirty="0">
              <a:solidFill>
                <a:srgbClr val="3B7FA5"/>
              </a:solidFill>
            </a:endParaRPr>
          </a:p>
        </p:txBody>
      </p:sp>
      <p:sp>
        <p:nvSpPr>
          <p:cNvPr id="157" name="TextBox 157"/>
          <p:cNvSpPr txBox="1"/>
          <p:nvPr/>
        </p:nvSpPr>
        <p:spPr>
          <a:xfrm rot="2352642">
            <a:off x="7132311" y="6837570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&amp; Orchestration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158" name="TextBox 158"/>
          <p:cNvSpPr txBox="1"/>
          <p:nvPr/>
        </p:nvSpPr>
        <p:spPr>
          <a:xfrm rot="3410984">
            <a:off x="8091142" y="6278325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&amp; Evolution</a:t>
            </a:r>
            <a:endParaRPr lang="zh-CN" altLang="en-US" sz="2400" dirty="0">
              <a:solidFill>
                <a:srgbClr val="3E8790"/>
              </a:solidFill>
            </a:endParaRPr>
          </a:p>
        </p:txBody>
      </p:sp>
      <p:sp>
        <p:nvSpPr>
          <p:cNvPr id="963" name="Path 2">
            <a:extLst>
              <a:ext uri="{FF2B5EF4-FFF2-40B4-BE49-F238E27FC236}">
                <a16:creationId xmlns:a16="http://schemas.microsoft.com/office/drawing/2014/main" id="{8DE7A1E4-7FA2-AC0C-A549-C7EA2FB2D229}"/>
              </a:ext>
            </a:extLst>
          </p:cNvPr>
          <p:cNvSpPr/>
          <p:nvPr/>
        </p:nvSpPr>
        <p:spPr>
          <a:xfrm flipH="1">
            <a:off x="11636254" y="1757198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9" name="Line 8">
            <a:extLst>
              <a:ext uri="{FF2B5EF4-FFF2-40B4-BE49-F238E27FC236}">
                <a16:creationId xmlns:a16="http://schemas.microsoft.com/office/drawing/2014/main" id="{953AB6BC-71B9-3420-D545-FCA7855E06E2}"/>
              </a:ext>
            </a:extLst>
          </p:cNvPr>
          <p:cNvSpPr/>
          <p:nvPr/>
        </p:nvSpPr>
        <p:spPr>
          <a:xfrm flipH="1" flipV="1">
            <a:off x="17379675" y="2959823"/>
            <a:ext cx="5371956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0" name="Line 9">
            <a:extLst>
              <a:ext uri="{FF2B5EF4-FFF2-40B4-BE49-F238E27FC236}">
                <a16:creationId xmlns:a16="http://schemas.microsoft.com/office/drawing/2014/main" id="{2EA5E771-D92A-147A-1793-C1DBC1B95F5A}"/>
              </a:ext>
            </a:extLst>
          </p:cNvPr>
          <p:cNvSpPr/>
          <p:nvPr/>
        </p:nvSpPr>
        <p:spPr>
          <a:xfrm flipH="1" flipV="1">
            <a:off x="16989159" y="2791232"/>
            <a:ext cx="5800570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Line 10">
            <a:extLst>
              <a:ext uri="{FF2B5EF4-FFF2-40B4-BE49-F238E27FC236}">
                <a16:creationId xmlns:a16="http://schemas.microsoft.com/office/drawing/2014/main" id="{67627B7D-5BA4-B479-22CA-3181335AEF9E}"/>
              </a:ext>
            </a:extLst>
          </p:cNvPr>
          <p:cNvSpPr/>
          <p:nvPr/>
        </p:nvSpPr>
        <p:spPr>
          <a:xfrm flipH="1" flipV="1">
            <a:off x="16617695" y="2645119"/>
            <a:ext cx="6191084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Line 11">
            <a:extLst>
              <a:ext uri="{FF2B5EF4-FFF2-40B4-BE49-F238E27FC236}">
                <a16:creationId xmlns:a16="http://schemas.microsoft.com/office/drawing/2014/main" id="{061AB707-BC04-C938-1111-0F6D86831A80}"/>
              </a:ext>
            </a:extLst>
          </p:cNvPr>
          <p:cNvSpPr/>
          <p:nvPr/>
        </p:nvSpPr>
        <p:spPr>
          <a:xfrm flipH="1" flipV="1">
            <a:off x="16255755" y="2510243"/>
            <a:ext cx="6505401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Line 12">
            <a:extLst>
              <a:ext uri="{FF2B5EF4-FFF2-40B4-BE49-F238E27FC236}">
                <a16:creationId xmlns:a16="http://schemas.microsoft.com/office/drawing/2014/main" id="{4C71A988-DEF0-D25B-1724-F12E72A84965}"/>
              </a:ext>
            </a:extLst>
          </p:cNvPr>
          <p:cNvSpPr/>
          <p:nvPr/>
        </p:nvSpPr>
        <p:spPr>
          <a:xfrm flipH="1" flipV="1">
            <a:off x="15922390" y="2409087"/>
            <a:ext cx="6591123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Line 13">
            <a:extLst>
              <a:ext uri="{FF2B5EF4-FFF2-40B4-BE49-F238E27FC236}">
                <a16:creationId xmlns:a16="http://schemas.microsoft.com/office/drawing/2014/main" id="{7EE02606-8E3F-7FA2-F1EA-64047B92D65A}"/>
              </a:ext>
            </a:extLst>
          </p:cNvPr>
          <p:cNvSpPr/>
          <p:nvPr/>
        </p:nvSpPr>
        <p:spPr>
          <a:xfrm flipH="1" flipV="1">
            <a:off x="15589022" y="2307934"/>
            <a:ext cx="6676846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Line 14">
            <a:extLst>
              <a:ext uri="{FF2B5EF4-FFF2-40B4-BE49-F238E27FC236}">
                <a16:creationId xmlns:a16="http://schemas.microsoft.com/office/drawing/2014/main" id="{7926A3CC-CF0B-7416-A14C-DCF5518EF05D}"/>
              </a:ext>
            </a:extLst>
          </p:cNvPr>
          <p:cNvSpPr/>
          <p:nvPr/>
        </p:nvSpPr>
        <p:spPr>
          <a:xfrm flipH="1" flipV="1">
            <a:off x="15265180" y="2218018"/>
            <a:ext cx="6753044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Line 15">
            <a:extLst>
              <a:ext uri="{FF2B5EF4-FFF2-40B4-BE49-F238E27FC236}">
                <a16:creationId xmlns:a16="http://schemas.microsoft.com/office/drawing/2014/main" id="{FBEB0021-0632-2870-9A9D-22681D9414BE}"/>
              </a:ext>
            </a:extLst>
          </p:cNvPr>
          <p:cNvSpPr/>
          <p:nvPr/>
        </p:nvSpPr>
        <p:spPr>
          <a:xfrm flipH="1" flipV="1">
            <a:off x="14950866" y="2139339"/>
            <a:ext cx="6819717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7" name="Line 16">
            <a:extLst>
              <a:ext uri="{FF2B5EF4-FFF2-40B4-BE49-F238E27FC236}">
                <a16:creationId xmlns:a16="http://schemas.microsoft.com/office/drawing/2014/main" id="{F01E11ED-5457-3F08-4392-67F12F3ACF16}"/>
              </a:ext>
            </a:extLst>
          </p:cNvPr>
          <p:cNvSpPr/>
          <p:nvPr/>
        </p:nvSpPr>
        <p:spPr>
          <a:xfrm flipH="1" flipV="1">
            <a:off x="14646073" y="2071904"/>
            <a:ext cx="6876866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8" name="Line 17">
            <a:extLst>
              <a:ext uri="{FF2B5EF4-FFF2-40B4-BE49-F238E27FC236}">
                <a16:creationId xmlns:a16="http://schemas.microsoft.com/office/drawing/2014/main" id="{CC94D37D-A81B-A880-714A-9A838ED7A2C0}"/>
              </a:ext>
            </a:extLst>
          </p:cNvPr>
          <p:cNvSpPr/>
          <p:nvPr/>
        </p:nvSpPr>
        <p:spPr>
          <a:xfrm flipH="1" flipV="1">
            <a:off x="14350805" y="2015705"/>
            <a:ext cx="6924490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9" name="Line 18">
            <a:extLst>
              <a:ext uri="{FF2B5EF4-FFF2-40B4-BE49-F238E27FC236}">
                <a16:creationId xmlns:a16="http://schemas.microsoft.com/office/drawing/2014/main" id="{80DA48A2-3A39-6FA0-D4B5-4C25EFFBBC44}"/>
              </a:ext>
            </a:extLst>
          </p:cNvPr>
          <p:cNvSpPr/>
          <p:nvPr/>
        </p:nvSpPr>
        <p:spPr>
          <a:xfrm flipH="1" flipV="1">
            <a:off x="14055540" y="1959507"/>
            <a:ext cx="6972113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0" name="Line 19">
            <a:extLst>
              <a:ext uri="{FF2B5EF4-FFF2-40B4-BE49-F238E27FC236}">
                <a16:creationId xmlns:a16="http://schemas.microsoft.com/office/drawing/2014/main" id="{95C8ED47-441A-A289-A3EC-B24031DD35E6}"/>
              </a:ext>
            </a:extLst>
          </p:cNvPr>
          <p:cNvSpPr/>
          <p:nvPr/>
        </p:nvSpPr>
        <p:spPr>
          <a:xfrm flipH="1" flipV="1">
            <a:off x="13769796" y="1914549"/>
            <a:ext cx="7010212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1" name="Line 20">
            <a:extLst>
              <a:ext uri="{FF2B5EF4-FFF2-40B4-BE49-F238E27FC236}">
                <a16:creationId xmlns:a16="http://schemas.microsoft.com/office/drawing/2014/main" id="{3C08935D-1D91-6B5E-10C8-CFDDF225E849}"/>
              </a:ext>
            </a:extLst>
          </p:cNvPr>
          <p:cNvSpPr/>
          <p:nvPr/>
        </p:nvSpPr>
        <p:spPr>
          <a:xfrm flipH="1" flipV="1">
            <a:off x="13493578" y="1880831"/>
            <a:ext cx="7038786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Line 21">
            <a:extLst>
              <a:ext uri="{FF2B5EF4-FFF2-40B4-BE49-F238E27FC236}">
                <a16:creationId xmlns:a16="http://schemas.microsoft.com/office/drawing/2014/main" id="{24F69086-2583-A72C-EB41-96BDC191CDD8}"/>
              </a:ext>
            </a:extLst>
          </p:cNvPr>
          <p:cNvSpPr/>
          <p:nvPr/>
        </p:nvSpPr>
        <p:spPr>
          <a:xfrm flipH="1" flipV="1">
            <a:off x="13217362" y="1847114"/>
            <a:ext cx="7067361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3" name="Line 22">
            <a:extLst>
              <a:ext uri="{FF2B5EF4-FFF2-40B4-BE49-F238E27FC236}">
                <a16:creationId xmlns:a16="http://schemas.microsoft.com/office/drawing/2014/main" id="{CDD05BC3-AE48-1067-B9B5-588EA85A9650}"/>
              </a:ext>
            </a:extLst>
          </p:cNvPr>
          <p:cNvSpPr/>
          <p:nvPr/>
        </p:nvSpPr>
        <p:spPr>
          <a:xfrm flipH="1" flipV="1">
            <a:off x="12950668" y="1824633"/>
            <a:ext cx="708641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4" name="Line 23">
            <a:extLst>
              <a:ext uri="{FF2B5EF4-FFF2-40B4-BE49-F238E27FC236}">
                <a16:creationId xmlns:a16="http://schemas.microsoft.com/office/drawing/2014/main" id="{AE724076-3578-4E56-1945-B8E1F4D9D7C3}"/>
              </a:ext>
            </a:extLst>
          </p:cNvPr>
          <p:cNvSpPr/>
          <p:nvPr/>
        </p:nvSpPr>
        <p:spPr>
          <a:xfrm flipH="1" flipV="1">
            <a:off x="12683975" y="1802156"/>
            <a:ext cx="710546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5" name="Line 24">
            <a:extLst>
              <a:ext uri="{FF2B5EF4-FFF2-40B4-BE49-F238E27FC236}">
                <a16:creationId xmlns:a16="http://schemas.microsoft.com/office/drawing/2014/main" id="{5D7837D7-198B-6D66-434B-C8C91F0A2155}"/>
              </a:ext>
            </a:extLst>
          </p:cNvPr>
          <p:cNvSpPr/>
          <p:nvPr/>
        </p:nvSpPr>
        <p:spPr>
          <a:xfrm flipH="1" flipV="1">
            <a:off x="12417284" y="1779675"/>
            <a:ext cx="7124509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6" name="Line 25">
            <a:extLst>
              <a:ext uri="{FF2B5EF4-FFF2-40B4-BE49-F238E27FC236}">
                <a16:creationId xmlns:a16="http://schemas.microsoft.com/office/drawing/2014/main" id="{ACF2CBBD-673E-BC8B-ECE9-839EE61BDA55}"/>
              </a:ext>
            </a:extLst>
          </p:cNvPr>
          <p:cNvSpPr/>
          <p:nvPr/>
        </p:nvSpPr>
        <p:spPr>
          <a:xfrm flipH="1" flipV="1">
            <a:off x="12160113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7" name="Line 26">
            <a:extLst>
              <a:ext uri="{FF2B5EF4-FFF2-40B4-BE49-F238E27FC236}">
                <a16:creationId xmlns:a16="http://schemas.microsoft.com/office/drawing/2014/main" id="{DB5A73FD-C6DD-4838-B73F-9A63D0BDAF89}"/>
              </a:ext>
            </a:extLst>
          </p:cNvPr>
          <p:cNvSpPr/>
          <p:nvPr/>
        </p:nvSpPr>
        <p:spPr>
          <a:xfrm flipH="1" flipV="1">
            <a:off x="11912470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8" name="Line 27">
            <a:extLst>
              <a:ext uri="{FF2B5EF4-FFF2-40B4-BE49-F238E27FC236}">
                <a16:creationId xmlns:a16="http://schemas.microsoft.com/office/drawing/2014/main" id="{B72F2252-35C9-8847-1BE7-A61A01A15DAB}"/>
              </a:ext>
            </a:extLst>
          </p:cNvPr>
          <p:cNvSpPr/>
          <p:nvPr/>
        </p:nvSpPr>
        <p:spPr>
          <a:xfrm flipH="1" flipV="1">
            <a:off x="11664827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Path 39">
            <a:extLst>
              <a:ext uri="{FF2B5EF4-FFF2-40B4-BE49-F238E27FC236}">
                <a16:creationId xmlns:a16="http://schemas.microsoft.com/office/drawing/2014/main" id="{0575F47D-87B3-0CD5-3019-A7F60D963E13}"/>
              </a:ext>
            </a:extLst>
          </p:cNvPr>
          <p:cNvSpPr/>
          <p:nvPr/>
        </p:nvSpPr>
        <p:spPr>
          <a:xfrm flipH="1">
            <a:off x="11636253" y="4967121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Path 40">
            <a:extLst>
              <a:ext uri="{FF2B5EF4-FFF2-40B4-BE49-F238E27FC236}">
                <a16:creationId xmlns:a16="http://schemas.microsoft.com/office/drawing/2014/main" id="{3C46F685-265F-B290-2AA0-C267140BFC43}"/>
              </a:ext>
            </a:extLst>
          </p:cNvPr>
          <p:cNvSpPr/>
          <p:nvPr/>
        </p:nvSpPr>
        <p:spPr>
          <a:xfrm flipH="1">
            <a:off x="11636253" y="7243598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5" name="Path 41">
            <a:extLst>
              <a:ext uri="{FF2B5EF4-FFF2-40B4-BE49-F238E27FC236}">
                <a16:creationId xmlns:a16="http://schemas.microsoft.com/office/drawing/2014/main" id="{D560CC00-A6F4-F2C5-5045-37580C76D40E}"/>
              </a:ext>
            </a:extLst>
          </p:cNvPr>
          <p:cNvSpPr/>
          <p:nvPr/>
        </p:nvSpPr>
        <p:spPr>
          <a:xfrm flipH="1">
            <a:off x="11636252" y="8748548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Path 42">
            <a:extLst>
              <a:ext uri="{FF2B5EF4-FFF2-40B4-BE49-F238E27FC236}">
                <a16:creationId xmlns:a16="http://schemas.microsoft.com/office/drawing/2014/main" id="{2B31D0A8-1879-81AB-C06A-77B151A60E2F}"/>
              </a:ext>
            </a:extLst>
          </p:cNvPr>
          <p:cNvSpPr/>
          <p:nvPr/>
        </p:nvSpPr>
        <p:spPr>
          <a:xfrm flipH="1">
            <a:off x="11636254" y="1757198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7" name="Path 43">
            <a:extLst>
              <a:ext uri="{FF2B5EF4-FFF2-40B4-BE49-F238E27FC236}">
                <a16:creationId xmlns:a16="http://schemas.microsoft.com/office/drawing/2014/main" id="{0A19B1A3-92E9-477A-CE39-D493783D809B}"/>
              </a:ext>
            </a:extLst>
          </p:cNvPr>
          <p:cNvSpPr/>
          <p:nvPr/>
        </p:nvSpPr>
        <p:spPr>
          <a:xfrm flipH="1">
            <a:off x="11636253" y="4967121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8" name="Path 44">
            <a:extLst>
              <a:ext uri="{FF2B5EF4-FFF2-40B4-BE49-F238E27FC236}">
                <a16:creationId xmlns:a16="http://schemas.microsoft.com/office/drawing/2014/main" id="{0EB79480-39AD-F37B-3C6E-62916E379762}"/>
              </a:ext>
            </a:extLst>
          </p:cNvPr>
          <p:cNvSpPr/>
          <p:nvPr/>
        </p:nvSpPr>
        <p:spPr>
          <a:xfrm flipH="1">
            <a:off x="11636253" y="7243598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9" name="Path 45">
            <a:extLst>
              <a:ext uri="{FF2B5EF4-FFF2-40B4-BE49-F238E27FC236}">
                <a16:creationId xmlns:a16="http://schemas.microsoft.com/office/drawing/2014/main" id="{C72FC157-847C-7293-E7B3-5015C9C03AE2}"/>
              </a:ext>
            </a:extLst>
          </p:cNvPr>
          <p:cNvSpPr/>
          <p:nvPr/>
        </p:nvSpPr>
        <p:spPr>
          <a:xfrm flipH="1">
            <a:off x="11636252" y="8748548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12" name="Line 51">
            <a:extLst>
              <a:ext uri="{FF2B5EF4-FFF2-40B4-BE49-F238E27FC236}">
                <a16:creationId xmlns:a16="http://schemas.microsoft.com/office/drawing/2014/main" id="{E5140E49-C2E6-A1EA-9B9D-9C984DB91ABA}"/>
              </a:ext>
            </a:extLst>
          </p:cNvPr>
          <p:cNvSpPr/>
          <p:nvPr/>
        </p:nvSpPr>
        <p:spPr>
          <a:xfrm flipV="1">
            <a:off x="15040313" y="6009291"/>
            <a:ext cx="6356013" cy="273249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4" name="Line 53">
            <a:extLst>
              <a:ext uri="{FF2B5EF4-FFF2-40B4-BE49-F238E27FC236}">
                <a16:creationId xmlns:a16="http://schemas.microsoft.com/office/drawing/2014/main" id="{B936450E-99C6-C137-7354-DFBE37F07369}"/>
              </a:ext>
            </a:extLst>
          </p:cNvPr>
          <p:cNvSpPr/>
          <p:nvPr/>
        </p:nvSpPr>
        <p:spPr>
          <a:xfrm flipV="1">
            <a:off x="11785599" y="1761331"/>
            <a:ext cx="566738" cy="548640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90" name="TextBox 163">
            <a:extLst>
              <a:ext uri="{FF2B5EF4-FFF2-40B4-BE49-F238E27FC236}">
                <a16:creationId xmlns:a16="http://schemas.microsoft.com/office/drawing/2014/main" id="{E882B9A9-FDD2-7FEF-DCBD-E6428243091F}"/>
              </a:ext>
            </a:extLst>
          </p:cNvPr>
          <p:cNvSpPr txBox="1"/>
          <p:nvPr/>
        </p:nvSpPr>
        <p:spPr>
          <a:xfrm rot="3246037" flipH="1">
            <a:off x="12967891" y="8732452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Task-Specific TS</a:t>
            </a:r>
          </a:p>
          <a:p>
            <a:pPr algn="ctr"/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165" name="TextBox 165"/>
          <p:cNvSpPr txBox="1"/>
          <p:nvPr/>
        </p:nvSpPr>
        <p:spPr>
          <a:xfrm>
            <a:off x="11275003" y="9471820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Time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Series</a:t>
            </a:r>
          </a:p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Agent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Systems</a:t>
            </a:r>
            <a:endParaRPr lang="zh-CN" altLang="en-US" sz="3200" dirty="0"/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6D0BFDA7-709B-6DB7-9C98-A964836D9693}"/>
              </a:ext>
            </a:extLst>
          </p:cNvPr>
          <p:cNvSpPr/>
          <p:nvPr/>
        </p:nvSpPr>
        <p:spPr>
          <a:xfrm flipH="1" flipV="1">
            <a:off x="7660327" y="2312068"/>
            <a:ext cx="3008259" cy="6663624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Box 164">
            <a:extLst>
              <a:ext uri="{FF2B5EF4-FFF2-40B4-BE49-F238E27FC236}">
                <a16:creationId xmlns:a16="http://schemas.microsoft.com/office/drawing/2014/main" id="{3662D40A-027B-6C75-645B-C775F29A81B9}"/>
              </a:ext>
            </a:extLst>
          </p:cNvPr>
          <p:cNvSpPr txBox="1"/>
          <p:nvPr/>
        </p:nvSpPr>
        <p:spPr>
          <a:xfrm rot="18681888" flipH="1">
            <a:off x="8631784" y="8609485"/>
            <a:ext cx="1395034" cy="896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endParaRPr lang="en-US" altLang="zh-CN" sz="2800" b="1" dirty="0"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endParaRPr lang="zh-CN" altLang="en-US" sz="2800" dirty="0"/>
          </a:p>
        </p:txBody>
      </p:sp>
      <p:sp>
        <p:nvSpPr>
          <p:cNvPr id="289" name="TextBox 163">
            <a:extLst>
              <a:ext uri="{FF2B5EF4-FFF2-40B4-BE49-F238E27FC236}">
                <a16:creationId xmlns:a16="http://schemas.microsoft.com/office/drawing/2014/main" id="{E8970407-6FE4-7D4C-B601-0CC2233E21F7}"/>
              </a:ext>
            </a:extLst>
          </p:cNvPr>
          <p:cNvSpPr txBox="1"/>
          <p:nvPr/>
        </p:nvSpPr>
        <p:spPr>
          <a:xfrm rot="21413970" flipH="1">
            <a:off x="10498603" y="7564958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 TS</a:t>
            </a:r>
          </a:p>
          <a:p>
            <a:pPr algn="ctr"/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290" name="Line 53">
            <a:extLst>
              <a:ext uri="{FF2B5EF4-FFF2-40B4-BE49-F238E27FC236}">
                <a16:creationId xmlns:a16="http://schemas.microsoft.com/office/drawing/2014/main" id="{2488ECF0-E552-FF41-B20D-1A87DF73DABA}"/>
              </a:ext>
            </a:extLst>
          </p:cNvPr>
          <p:cNvSpPr/>
          <p:nvPr/>
        </p:nvSpPr>
        <p:spPr>
          <a:xfrm flipH="1" flipV="1">
            <a:off x="10299699" y="1828767"/>
            <a:ext cx="533401" cy="550455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1" name="Line 53">
            <a:extLst>
              <a:ext uri="{FF2B5EF4-FFF2-40B4-BE49-F238E27FC236}">
                <a16:creationId xmlns:a16="http://schemas.microsoft.com/office/drawing/2014/main" id="{4DBD9FB5-1AD1-9045-B0CD-A55ACCCC645B}"/>
              </a:ext>
            </a:extLst>
          </p:cNvPr>
          <p:cNvSpPr/>
          <p:nvPr/>
        </p:nvSpPr>
        <p:spPr>
          <a:xfrm flipV="1">
            <a:off x="12722700" y="2838093"/>
            <a:ext cx="4450485" cy="6145393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2" name="Line 51">
            <a:extLst>
              <a:ext uri="{FF2B5EF4-FFF2-40B4-BE49-F238E27FC236}">
                <a16:creationId xmlns:a16="http://schemas.microsoft.com/office/drawing/2014/main" id="{D5ACC9CB-425E-D64D-8BDB-226F641CEFF8}"/>
              </a:ext>
            </a:extLst>
          </p:cNvPr>
          <p:cNvSpPr/>
          <p:nvPr/>
        </p:nvSpPr>
        <p:spPr>
          <a:xfrm flipV="1">
            <a:off x="15430837" y="8090505"/>
            <a:ext cx="7053383" cy="1413507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3" name="Line 51">
            <a:extLst>
              <a:ext uri="{FF2B5EF4-FFF2-40B4-BE49-F238E27FC236}">
                <a16:creationId xmlns:a16="http://schemas.microsoft.com/office/drawing/2014/main" id="{978531A7-C7DD-334F-9E64-59749FFF3792}"/>
              </a:ext>
            </a:extLst>
          </p:cNvPr>
          <p:cNvSpPr/>
          <p:nvPr/>
        </p:nvSpPr>
        <p:spPr>
          <a:xfrm flipV="1">
            <a:off x="14487863" y="4160299"/>
            <a:ext cx="4927263" cy="399684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4" name="Line 53">
            <a:extLst>
              <a:ext uri="{FF2B5EF4-FFF2-40B4-BE49-F238E27FC236}">
                <a16:creationId xmlns:a16="http://schemas.microsoft.com/office/drawing/2014/main" id="{9A68BB62-0D4E-9E4B-98A0-BD2D242CC66E}"/>
              </a:ext>
            </a:extLst>
          </p:cNvPr>
          <p:cNvSpPr/>
          <p:nvPr/>
        </p:nvSpPr>
        <p:spPr>
          <a:xfrm flipV="1">
            <a:off x="12814300" y="2076039"/>
            <a:ext cx="1609724" cy="532043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6" name="TextBox 153">
            <a:extLst>
              <a:ext uri="{FF2B5EF4-FFF2-40B4-BE49-F238E27FC236}">
                <a16:creationId xmlns:a16="http://schemas.microsoft.com/office/drawing/2014/main" id="{784048D1-32C1-D041-BAED-6A8DC264AE54}"/>
              </a:ext>
            </a:extLst>
          </p:cNvPr>
          <p:cNvSpPr txBox="1"/>
          <p:nvPr/>
        </p:nvSpPr>
        <p:spPr>
          <a:xfrm rot="4185094">
            <a:off x="9272959" y="600312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Temporal Data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Management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297" name="TextBox 154">
            <a:extLst>
              <a:ext uri="{FF2B5EF4-FFF2-40B4-BE49-F238E27FC236}">
                <a16:creationId xmlns:a16="http://schemas.microsoft.com/office/drawing/2014/main" id="{4BD658D4-ADDC-7942-B6B8-5B83C120EBF0}"/>
              </a:ext>
            </a:extLst>
          </p:cNvPr>
          <p:cNvSpPr txBox="1"/>
          <p:nvPr/>
        </p:nvSpPr>
        <p:spPr>
          <a:xfrm rot="5065770">
            <a:off x="10458685" y="5849518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Temporal 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298" name="TextBox 157">
            <a:extLst>
              <a:ext uri="{FF2B5EF4-FFF2-40B4-BE49-F238E27FC236}">
                <a16:creationId xmlns:a16="http://schemas.microsoft.com/office/drawing/2014/main" id="{5ACF8B43-D108-EF49-BE68-21EBA732C1D8}"/>
              </a:ext>
            </a:extLst>
          </p:cNvPr>
          <p:cNvSpPr txBox="1"/>
          <p:nvPr/>
        </p:nvSpPr>
        <p:spPr>
          <a:xfrm rot="17591843">
            <a:off x="11741053" y="5970525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Temporal Context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And Memory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sp>
        <p:nvSpPr>
          <p:cNvPr id="299" name="TextBox 157">
            <a:extLst>
              <a:ext uri="{FF2B5EF4-FFF2-40B4-BE49-F238E27FC236}">
                <a16:creationId xmlns:a16="http://schemas.microsoft.com/office/drawing/2014/main" id="{FABFB9D0-9382-584C-8704-549EC9FE78D5}"/>
              </a:ext>
            </a:extLst>
          </p:cNvPr>
          <p:cNvSpPr txBox="1"/>
          <p:nvPr/>
        </p:nvSpPr>
        <p:spPr>
          <a:xfrm rot="18001808">
            <a:off x="12842070" y="6254694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Temporal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cs typeface="Times New Roman"/>
              </a:rPr>
              <a:t>Validation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301" name="TextBox 153">
            <a:extLst>
              <a:ext uri="{FF2B5EF4-FFF2-40B4-BE49-F238E27FC236}">
                <a16:creationId xmlns:a16="http://schemas.microsoft.com/office/drawing/2014/main" id="{504ED8A3-6D80-4D42-B28D-1BC13C836B8E}"/>
              </a:ext>
            </a:extLst>
          </p:cNvPr>
          <p:cNvSpPr txBox="1"/>
          <p:nvPr/>
        </p:nvSpPr>
        <p:spPr>
          <a:xfrm rot="19000811">
            <a:off x="14138849" y="6655456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Forecasting &amp;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Prediction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302" name="TextBox 154">
            <a:extLst>
              <a:ext uri="{FF2B5EF4-FFF2-40B4-BE49-F238E27FC236}">
                <a16:creationId xmlns:a16="http://schemas.microsoft.com/office/drawing/2014/main" id="{C49BE938-49CF-9D4C-B912-F683C32F21BD}"/>
              </a:ext>
            </a:extLst>
          </p:cNvPr>
          <p:cNvSpPr txBox="1"/>
          <p:nvPr/>
        </p:nvSpPr>
        <p:spPr>
          <a:xfrm rot="19763603">
            <a:off x="15081485" y="7466675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Data Augmentation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 Synthesis</a:t>
            </a:r>
          </a:p>
        </p:txBody>
      </p:sp>
      <p:sp>
        <p:nvSpPr>
          <p:cNvPr id="303" name="TextBox 157">
            <a:extLst>
              <a:ext uri="{FF2B5EF4-FFF2-40B4-BE49-F238E27FC236}">
                <a16:creationId xmlns:a16="http://schemas.microsoft.com/office/drawing/2014/main" id="{C473F852-E286-5C49-ACFF-0285C3BC8C08}"/>
              </a:ext>
            </a:extLst>
          </p:cNvPr>
          <p:cNvSpPr txBox="1"/>
          <p:nvPr/>
        </p:nvSpPr>
        <p:spPr>
          <a:xfrm rot="20378526">
            <a:off x="15690755" y="8424460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Anomaly Detection 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&amp; Diagnosis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sp>
        <p:nvSpPr>
          <p:cNvPr id="304" name="TextBox 157">
            <a:extLst>
              <a:ext uri="{FF2B5EF4-FFF2-40B4-BE49-F238E27FC236}">
                <a16:creationId xmlns:a16="http://schemas.microsoft.com/office/drawing/2014/main" id="{296B1574-7864-F144-99A9-39D41DBDD44C}"/>
              </a:ext>
            </a:extLst>
          </p:cNvPr>
          <p:cNvSpPr txBox="1"/>
          <p:nvPr/>
        </p:nvSpPr>
        <p:spPr>
          <a:xfrm rot="20975080">
            <a:off x="15766954" y="942443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Decision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Support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28210834-1365-054E-93A1-3237D70749BF}"/>
              </a:ext>
            </a:extLst>
          </p:cNvPr>
          <p:cNvGrpSpPr/>
          <p:nvPr/>
        </p:nvGrpSpPr>
        <p:grpSpPr>
          <a:xfrm>
            <a:off x="1340360" y="9643376"/>
            <a:ext cx="1790046" cy="285750"/>
            <a:chOff x="1270732" y="2418385"/>
            <a:chExt cx="1790046" cy="285750"/>
          </a:xfrm>
        </p:grpSpPr>
        <p:pic>
          <p:nvPicPr>
            <p:cNvPr id="311" name="Picture 4">
              <a:extLst>
                <a:ext uri="{FF2B5EF4-FFF2-40B4-BE49-F238E27FC236}">
                  <a16:creationId xmlns:a16="http://schemas.microsoft.com/office/drawing/2014/main" id="{AF68AE59-631D-D34C-94DE-83E4AD51E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2" name="TextBox 98">
              <a:extLst>
                <a:ext uri="{FF2B5EF4-FFF2-40B4-BE49-F238E27FC236}">
                  <a16:creationId xmlns:a16="http://schemas.microsoft.com/office/drawing/2014/main" id="{84947887-D1F3-F643-A6E0-36B071DEEB6C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13" name="TextBox 99">
              <a:extLst>
                <a:ext uri="{FF2B5EF4-FFF2-40B4-BE49-F238E27FC236}">
                  <a16:creationId xmlns:a16="http://schemas.microsoft.com/office/drawing/2014/main" id="{AB57696A-BA16-0F4C-B618-71C1BCBB4E33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A2CE273-ECEE-A54C-ACE2-8133E4B6C3EC}"/>
              </a:ext>
            </a:extLst>
          </p:cNvPr>
          <p:cNvGrpSpPr/>
          <p:nvPr/>
        </p:nvGrpSpPr>
        <p:grpSpPr>
          <a:xfrm rot="212439">
            <a:off x="1422065" y="9072361"/>
            <a:ext cx="1766972" cy="304902"/>
            <a:chOff x="280901" y="844671"/>
            <a:chExt cx="1766972" cy="304902"/>
          </a:xfrm>
        </p:grpSpPr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9BE39177-6612-C64B-A65B-AF9195428AF4}"/>
                </a:ext>
              </a:extLst>
            </p:cNvPr>
            <p:cNvGrpSpPr/>
            <p:nvPr/>
          </p:nvGrpSpPr>
          <p:grpSpPr>
            <a:xfrm>
              <a:off x="765174" y="863823"/>
              <a:ext cx="1282699" cy="285750"/>
              <a:chOff x="1745675" y="1999008"/>
              <a:chExt cx="1282699" cy="285750"/>
            </a:xfrm>
          </p:grpSpPr>
          <p:sp>
            <p:nvSpPr>
              <p:cNvPr id="320" name="TextBox 98">
                <a:extLst>
                  <a:ext uri="{FF2B5EF4-FFF2-40B4-BE49-F238E27FC236}">
                    <a16:creationId xmlns:a16="http://schemas.microsoft.com/office/drawing/2014/main" id="{2C27662F-1191-644E-B31E-A4B5A820B58F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21" name="TextBox 99">
                <a:extLst>
                  <a:ext uri="{FF2B5EF4-FFF2-40B4-BE49-F238E27FC236}">
                    <a16:creationId xmlns:a16="http://schemas.microsoft.com/office/drawing/2014/main" id="{22D9D65F-7C6E-0E43-AA4B-E4577BE84454}"/>
                  </a:ext>
                </a:extLst>
              </p:cNvPr>
              <p:cNvSpPr txBox="1"/>
              <p:nvPr/>
            </p:nvSpPr>
            <p:spPr>
              <a:xfrm>
                <a:off x="2571174" y="200856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73" name="Picture 6">
              <a:extLst>
                <a:ext uri="{FF2B5EF4-FFF2-40B4-BE49-F238E27FC236}">
                  <a16:creationId xmlns:a16="http://schemas.microsoft.com/office/drawing/2014/main" id="{496A371B-6EDE-5344-954F-C249BAD85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1" y="84467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AD0A713-4459-BB48-887D-995C42807D4F}"/>
              </a:ext>
            </a:extLst>
          </p:cNvPr>
          <p:cNvGrpSpPr/>
          <p:nvPr/>
        </p:nvGrpSpPr>
        <p:grpSpPr>
          <a:xfrm>
            <a:off x="57566" y="-400929"/>
            <a:ext cx="2405818" cy="285750"/>
            <a:chOff x="512006" y="1978254"/>
            <a:chExt cx="2405818" cy="285750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299DE0F6-AF8D-3D41-BBEB-376C02644612}"/>
                </a:ext>
              </a:extLst>
            </p:cNvPr>
            <p:cNvGrpSpPr/>
            <p:nvPr/>
          </p:nvGrpSpPr>
          <p:grpSpPr>
            <a:xfrm>
              <a:off x="971706" y="1978254"/>
              <a:ext cx="1946118" cy="285750"/>
              <a:chOff x="1648060" y="2418385"/>
              <a:chExt cx="1946118" cy="285750"/>
            </a:xfrm>
          </p:grpSpPr>
          <p:sp>
            <p:nvSpPr>
              <p:cNvPr id="326" name="TextBox 98">
                <a:extLst>
                  <a:ext uri="{FF2B5EF4-FFF2-40B4-BE49-F238E27FC236}">
                    <a16:creationId xmlns:a16="http://schemas.microsoft.com/office/drawing/2014/main" id="{3EAD9A8F-3822-BC46-84C7-33DED7E7D2A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TradingAgents</a:t>
                </a:r>
                <a:endParaRPr lang="zh-CN" altLang="en-US" sz="1700" dirty="0"/>
              </a:p>
            </p:txBody>
          </p:sp>
          <p:sp>
            <p:nvSpPr>
              <p:cNvPr id="327" name="TextBox 99">
                <a:extLst>
                  <a:ext uri="{FF2B5EF4-FFF2-40B4-BE49-F238E27FC236}">
                    <a16:creationId xmlns:a16="http://schemas.microsoft.com/office/drawing/2014/main" id="{EF1C4CA7-DDB4-B446-9167-0BBF0C21E884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75" name="Picture 8">
              <a:extLst>
                <a:ext uri="{FF2B5EF4-FFF2-40B4-BE49-F238E27FC236}">
                  <a16:creationId xmlns:a16="http://schemas.microsoft.com/office/drawing/2014/main" id="{C00B2CB2-D328-C247-966A-99972F73A4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DA358DB3-4830-5644-80BA-81797A239CFE}"/>
              </a:ext>
            </a:extLst>
          </p:cNvPr>
          <p:cNvGrpSpPr/>
          <p:nvPr/>
        </p:nvGrpSpPr>
        <p:grpSpPr>
          <a:xfrm>
            <a:off x="319510" y="-1266418"/>
            <a:ext cx="1790046" cy="285750"/>
            <a:chOff x="1270732" y="2418385"/>
            <a:chExt cx="1790046" cy="285750"/>
          </a:xfrm>
        </p:grpSpPr>
        <p:pic>
          <p:nvPicPr>
            <p:cNvPr id="350" name="Picture 4">
              <a:extLst>
                <a:ext uri="{FF2B5EF4-FFF2-40B4-BE49-F238E27FC236}">
                  <a16:creationId xmlns:a16="http://schemas.microsoft.com/office/drawing/2014/main" id="{800FFCAA-F07D-7649-A0B8-50C5698D9C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1" name="TextBox 98">
              <a:extLst>
                <a:ext uri="{FF2B5EF4-FFF2-40B4-BE49-F238E27FC236}">
                  <a16:creationId xmlns:a16="http://schemas.microsoft.com/office/drawing/2014/main" id="{558FDD20-CF89-E545-A649-92745CB66E59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52" name="TextBox 99">
              <a:extLst>
                <a:ext uri="{FF2B5EF4-FFF2-40B4-BE49-F238E27FC236}">
                  <a16:creationId xmlns:a16="http://schemas.microsoft.com/office/drawing/2014/main" id="{18C3F4FF-3B42-7345-8EC9-88C89B0AC63E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8AEE9E1B-3B56-F042-9042-2D57D5C854A7}"/>
              </a:ext>
            </a:extLst>
          </p:cNvPr>
          <p:cNvGrpSpPr/>
          <p:nvPr/>
        </p:nvGrpSpPr>
        <p:grpSpPr>
          <a:xfrm rot="463496">
            <a:off x="1018825" y="8318066"/>
            <a:ext cx="2405818" cy="285750"/>
            <a:chOff x="512006" y="1978254"/>
            <a:chExt cx="2405818" cy="285750"/>
          </a:xfrm>
        </p:grpSpPr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9A3B4915-8237-944B-B16A-0BF535FAB7FA}"/>
                </a:ext>
              </a:extLst>
            </p:cNvPr>
            <p:cNvGrpSpPr/>
            <p:nvPr/>
          </p:nvGrpSpPr>
          <p:grpSpPr>
            <a:xfrm>
              <a:off x="971706" y="1978254"/>
              <a:ext cx="1946118" cy="285750"/>
              <a:chOff x="1648060" y="2418385"/>
              <a:chExt cx="1946118" cy="285750"/>
            </a:xfrm>
          </p:grpSpPr>
          <p:sp>
            <p:nvSpPr>
              <p:cNvPr id="361" name="TextBox 98">
                <a:extLst>
                  <a:ext uri="{FF2B5EF4-FFF2-40B4-BE49-F238E27FC236}">
                    <a16:creationId xmlns:a16="http://schemas.microsoft.com/office/drawing/2014/main" id="{1A6A74E3-1D88-8241-8152-8D806B8906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TradingAgents</a:t>
                </a:r>
                <a:endParaRPr lang="zh-CN" altLang="en-US" sz="1700" dirty="0"/>
              </a:p>
            </p:txBody>
          </p:sp>
          <p:sp>
            <p:nvSpPr>
              <p:cNvPr id="362" name="TextBox 99">
                <a:extLst>
                  <a:ext uri="{FF2B5EF4-FFF2-40B4-BE49-F238E27FC236}">
                    <a16:creationId xmlns:a16="http://schemas.microsoft.com/office/drawing/2014/main" id="{66ADABA5-174A-AA44-99E5-C55DC4D159C6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360" name="Picture 8">
              <a:extLst>
                <a:ext uri="{FF2B5EF4-FFF2-40B4-BE49-F238E27FC236}">
                  <a16:creationId xmlns:a16="http://schemas.microsoft.com/office/drawing/2014/main" id="{3EBD2D51-B33E-CB45-BCB0-576A5804AC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106535F0-694F-C44E-9D21-ADA494C5FEE5}"/>
              </a:ext>
            </a:extLst>
          </p:cNvPr>
          <p:cNvGrpSpPr/>
          <p:nvPr/>
        </p:nvGrpSpPr>
        <p:grpSpPr>
          <a:xfrm rot="494857">
            <a:off x="1926683" y="7614486"/>
            <a:ext cx="1790046" cy="285750"/>
            <a:chOff x="1270732" y="2418385"/>
            <a:chExt cx="1790046" cy="285750"/>
          </a:xfrm>
        </p:grpSpPr>
        <p:pic>
          <p:nvPicPr>
            <p:cNvPr id="364" name="Picture 4">
              <a:extLst>
                <a:ext uri="{FF2B5EF4-FFF2-40B4-BE49-F238E27FC236}">
                  <a16:creationId xmlns:a16="http://schemas.microsoft.com/office/drawing/2014/main" id="{9DCAD9BE-CFBA-D148-9390-45491A74D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98">
              <a:extLst>
                <a:ext uri="{FF2B5EF4-FFF2-40B4-BE49-F238E27FC236}">
                  <a16:creationId xmlns:a16="http://schemas.microsoft.com/office/drawing/2014/main" id="{EDA07CFC-9CFE-F646-BDCF-55787319FEF1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66" name="TextBox 99">
              <a:extLst>
                <a:ext uri="{FF2B5EF4-FFF2-40B4-BE49-F238E27FC236}">
                  <a16:creationId xmlns:a16="http://schemas.microsoft.com/office/drawing/2014/main" id="{FE214E53-1F95-F947-860B-5D7F3EFE1A68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B790D7B4-CBE5-6442-9DE7-26AE91D6188C}"/>
              </a:ext>
            </a:extLst>
          </p:cNvPr>
          <p:cNvGrpSpPr/>
          <p:nvPr/>
        </p:nvGrpSpPr>
        <p:grpSpPr>
          <a:xfrm rot="841776">
            <a:off x="2277953" y="7125188"/>
            <a:ext cx="1766972" cy="304902"/>
            <a:chOff x="280901" y="844671"/>
            <a:chExt cx="1766972" cy="304902"/>
          </a:xfrm>
        </p:grpSpPr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924E8774-98FC-554E-8BC2-ADC3BD3D8CFF}"/>
                </a:ext>
              </a:extLst>
            </p:cNvPr>
            <p:cNvGrpSpPr/>
            <p:nvPr/>
          </p:nvGrpSpPr>
          <p:grpSpPr>
            <a:xfrm>
              <a:off x="765174" y="863823"/>
              <a:ext cx="1282699" cy="285750"/>
              <a:chOff x="1745675" y="1999008"/>
              <a:chExt cx="1282699" cy="285750"/>
            </a:xfrm>
          </p:grpSpPr>
          <p:sp>
            <p:nvSpPr>
              <p:cNvPr id="370" name="TextBox 98">
                <a:extLst>
                  <a:ext uri="{FF2B5EF4-FFF2-40B4-BE49-F238E27FC236}">
                    <a16:creationId xmlns:a16="http://schemas.microsoft.com/office/drawing/2014/main" id="{3169BDB4-E1A7-104B-8613-44DDD5028D89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71" name="TextBox 99">
                <a:extLst>
                  <a:ext uri="{FF2B5EF4-FFF2-40B4-BE49-F238E27FC236}">
                    <a16:creationId xmlns:a16="http://schemas.microsoft.com/office/drawing/2014/main" id="{0B46717B-E788-ED42-BEA5-8FB88B22475D}"/>
                  </a:ext>
                </a:extLst>
              </p:cNvPr>
              <p:cNvSpPr txBox="1"/>
              <p:nvPr/>
            </p:nvSpPr>
            <p:spPr>
              <a:xfrm>
                <a:off x="2571174" y="200856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69" name="Picture 6">
              <a:extLst>
                <a:ext uri="{FF2B5EF4-FFF2-40B4-BE49-F238E27FC236}">
                  <a16:creationId xmlns:a16="http://schemas.microsoft.com/office/drawing/2014/main" id="{63FBC7E4-50FC-0B4F-BEC2-D31E03BAF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1" y="84467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6CC0620-0843-9847-8407-414D80F5A08F}"/>
              </a:ext>
            </a:extLst>
          </p:cNvPr>
          <p:cNvGrpSpPr/>
          <p:nvPr/>
        </p:nvGrpSpPr>
        <p:grpSpPr>
          <a:xfrm rot="1574595">
            <a:off x="3006257" y="5414237"/>
            <a:ext cx="2279775" cy="299619"/>
            <a:chOff x="218949" y="283653"/>
            <a:chExt cx="2279775" cy="299619"/>
          </a:xfrm>
        </p:grpSpPr>
        <p:grpSp>
          <p:nvGrpSpPr>
            <p:cNvPr id="373" name="组合 372">
              <a:extLst>
                <a:ext uri="{FF2B5EF4-FFF2-40B4-BE49-F238E27FC236}">
                  <a16:creationId xmlns:a16="http://schemas.microsoft.com/office/drawing/2014/main" id="{E54268EC-C85A-2E4E-8252-FE0E372E4CE4}"/>
                </a:ext>
              </a:extLst>
            </p:cNvPr>
            <p:cNvGrpSpPr/>
            <p:nvPr/>
          </p:nvGrpSpPr>
          <p:grpSpPr>
            <a:xfrm>
              <a:off x="552606" y="283653"/>
              <a:ext cx="1946118" cy="285750"/>
              <a:chOff x="1648060" y="2418385"/>
              <a:chExt cx="1946118" cy="285750"/>
            </a:xfrm>
          </p:grpSpPr>
          <p:sp>
            <p:nvSpPr>
              <p:cNvPr id="375" name="TextBox 98">
                <a:extLst>
                  <a:ext uri="{FF2B5EF4-FFF2-40B4-BE49-F238E27FC236}">
                    <a16:creationId xmlns:a16="http://schemas.microsoft.com/office/drawing/2014/main" id="{06FD09A1-B339-8445-9CFB-7DB877BCBBC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TimeSage</a:t>
                </a:r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-MT</a:t>
                </a:r>
                <a:endParaRPr lang="zh-CN" altLang="en-US" sz="1700" dirty="0"/>
              </a:p>
            </p:txBody>
          </p:sp>
          <p:sp>
            <p:nvSpPr>
              <p:cNvPr id="376" name="TextBox 99">
                <a:extLst>
                  <a:ext uri="{FF2B5EF4-FFF2-40B4-BE49-F238E27FC236}">
                    <a16:creationId xmlns:a16="http://schemas.microsoft.com/office/drawing/2014/main" id="{B568B858-232E-9941-9A6C-BD23977CF06D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87" name="Picture 10">
              <a:extLst>
                <a:ext uri="{FF2B5EF4-FFF2-40B4-BE49-F238E27FC236}">
                  <a16:creationId xmlns:a16="http://schemas.microsoft.com/office/drawing/2014/main" id="{FD1DB794-A06A-CD46-8093-755839CB3F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9" y="316872"/>
              <a:ext cx="241425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60" name="组合 959">
            <a:extLst>
              <a:ext uri="{FF2B5EF4-FFF2-40B4-BE49-F238E27FC236}">
                <a16:creationId xmlns:a16="http://schemas.microsoft.com/office/drawing/2014/main" id="{9254D0E5-EB6B-A24E-A5B7-3F2B99D885C3}"/>
              </a:ext>
            </a:extLst>
          </p:cNvPr>
          <p:cNvGrpSpPr/>
          <p:nvPr/>
        </p:nvGrpSpPr>
        <p:grpSpPr>
          <a:xfrm rot="1263108">
            <a:off x="2986919" y="5697858"/>
            <a:ext cx="2038632" cy="290630"/>
            <a:chOff x="219112" y="2124621"/>
            <a:chExt cx="2038632" cy="290630"/>
          </a:xfrm>
        </p:grpSpPr>
        <p:grpSp>
          <p:nvGrpSpPr>
            <p:cNvPr id="380" name="组合 379">
              <a:extLst>
                <a:ext uri="{FF2B5EF4-FFF2-40B4-BE49-F238E27FC236}">
                  <a16:creationId xmlns:a16="http://schemas.microsoft.com/office/drawing/2014/main" id="{E88E4B9F-8C70-9D4E-BD33-993BFAC0B5BB}"/>
                </a:ext>
              </a:extLst>
            </p:cNvPr>
            <p:cNvGrpSpPr/>
            <p:nvPr/>
          </p:nvGrpSpPr>
          <p:grpSpPr>
            <a:xfrm>
              <a:off x="577961" y="2124621"/>
              <a:ext cx="1679783" cy="290630"/>
              <a:chOff x="1648060" y="2418385"/>
              <a:chExt cx="1679783" cy="290630"/>
            </a:xfrm>
          </p:grpSpPr>
          <p:sp>
            <p:nvSpPr>
              <p:cNvPr id="382" name="TextBox 98">
                <a:extLst>
                  <a:ext uri="{FF2B5EF4-FFF2-40B4-BE49-F238E27FC236}">
                    <a16:creationId xmlns:a16="http://schemas.microsoft.com/office/drawing/2014/main" id="{6276FCC5-2554-144E-9EA6-323224E37BD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MetaCaster</a:t>
                </a:r>
                <a:endParaRPr lang="zh-CN" altLang="en-US" sz="1700" dirty="0"/>
              </a:p>
            </p:txBody>
          </p:sp>
          <p:sp>
            <p:nvSpPr>
              <p:cNvPr id="383" name="TextBox 99">
                <a:extLst>
                  <a:ext uri="{FF2B5EF4-FFF2-40B4-BE49-F238E27FC236}">
                    <a16:creationId xmlns:a16="http://schemas.microsoft.com/office/drawing/2014/main" id="{EAEBB12A-2AB9-5447-84A5-82B7550157C2}"/>
                  </a:ext>
                </a:extLst>
              </p:cNvPr>
              <p:cNvSpPr txBox="1"/>
              <p:nvPr/>
            </p:nvSpPr>
            <p:spPr>
              <a:xfrm>
                <a:off x="2870643" y="247089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91" name="Picture 12">
              <a:extLst>
                <a:ext uri="{FF2B5EF4-FFF2-40B4-BE49-F238E27FC236}">
                  <a16:creationId xmlns:a16="http://schemas.microsoft.com/office/drawing/2014/main" id="{B676DCBB-9350-CB48-985E-ED83E262F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2559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0B1FADC0-39FC-2749-9C23-584922D84189}"/>
              </a:ext>
            </a:extLst>
          </p:cNvPr>
          <p:cNvGrpSpPr/>
          <p:nvPr/>
        </p:nvGrpSpPr>
        <p:grpSpPr>
          <a:xfrm rot="1647848">
            <a:off x="3590902" y="4903259"/>
            <a:ext cx="2165313" cy="298243"/>
            <a:chOff x="219112" y="2172180"/>
            <a:chExt cx="2165313" cy="298243"/>
          </a:xfrm>
        </p:grpSpPr>
        <p:grpSp>
          <p:nvGrpSpPr>
            <p:cNvPr id="431" name="组合 430">
              <a:extLst>
                <a:ext uri="{FF2B5EF4-FFF2-40B4-BE49-F238E27FC236}">
                  <a16:creationId xmlns:a16="http://schemas.microsoft.com/office/drawing/2014/main" id="{95FBBBE5-9B94-1747-B781-4B067F062344}"/>
                </a:ext>
              </a:extLst>
            </p:cNvPr>
            <p:cNvGrpSpPr/>
            <p:nvPr/>
          </p:nvGrpSpPr>
          <p:grpSpPr>
            <a:xfrm>
              <a:off x="639754" y="2184673"/>
              <a:ext cx="1744671" cy="285750"/>
              <a:chOff x="1648060" y="2418385"/>
              <a:chExt cx="1744671" cy="285750"/>
            </a:xfrm>
          </p:grpSpPr>
          <p:sp>
            <p:nvSpPr>
              <p:cNvPr id="433" name="TextBox 98">
                <a:extLst>
                  <a:ext uri="{FF2B5EF4-FFF2-40B4-BE49-F238E27FC236}">
                    <a16:creationId xmlns:a16="http://schemas.microsoft.com/office/drawing/2014/main" id="{538CB43E-906B-D74A-8D3D-A73AE9C6546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FLAIRR-TS</a:t>
                </a:r>
                <a:endParaRPr lang="zh-CN" altLang="en-US" sz="1700" dirty="0"/>
              </a:p>
            </p:txBody>
          </p:sp>
          <p:sp>
            <p:nvSpPr>
              <p:cNvPr id="434" name="TextBox 99">
                <a:extLst>
                  <a:ext uri="{FF2B5EF4-FFF2-40B4-BE49-F238E27FC236}">
                    <a16:creationId xmlns:a16="http://schemas.microsoft.com/office/drawing/2014/main" id="{7EB6F329-7AD8-6F49-989E-9AB905E8BC4D}"/>
                  </a:ext>
                </a:extLst>
              </p:cNvPr>
              <p:cNvSpPr txBox="1"/>
              <p:nvPr/>
            </p:nvSpPr>
            <p:spPr>
              <a:xfrm>
                <a:off x="2935531" y="24449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32" name="Picture 16">
              <a:extLst>
                <a:ext uri="{FF2B5EF4-FFF2-40B4-BE49-F238E27FC236}">
                  <a16:creationId xmlns:a16="http://schemas.microsoft.com/office/drawing/2014/main" id="{D1FBAF1A-D4F5-3D48-9074-43AA91735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B9AF8996-B2E8-094B-B397-701E17C39416}"/>
              </a:ext>
            </a:extLst>
          </p:cNvPr>
          <p:cNvGrpSpPr/>
          <p:nvPr/>
        </p:nvGrpSpPr>
        <p:grpSpPr>
          <a:xfrm rot="1887047">
            <a:off x="3715368" y="5176615"/>
            <a:ext cx="1821135" cy="298910"/>
            <a:chOff x="423213" y="2997683"/>
            <a:chExt cx="1821135" cy="298910"/>
          </a:xfrm>
        </p:grpSpPr>
        <p:grpSp>
          <p:nvGrpSpPr>
            <p:cNvPr id="436" name="组合 435">
              <a:extLst>
                <a:ext uri="{FF2B5EF4-FFF2-40B4-BE49-F238E27FC236}">
                  <a16:creationId xmlns:a16="http://schemas.microsoft.com/office/drawing/2014/main" id="{DE5118D0-26CF-9841-84BA-A500F850B597}"/>
                </a:ext>
              </a:extLst>
            </p:cNvPr>
            <p:cNvGrpSpPr/>
            <p:nvPr/>
          </p:nvGrpSpPr>
          <p:grpSpPr>
            <a:xfrm>
              <a:off x="842106" y="3010843"/>
              <a:ext cx="1402242" cy="285750"/>
              <a:chOff x="1648060" y="2418385"/>
              <a:chExt cx="1402242" cy="285750"/>
            </a:xfrm>
          </p:grpSpPr>
          <p:sp>
            <p:nvSpPr>
              <p:cNvPr id="438" name="TextBox 98">
                <a:extLst>
                  <a:ext uri="{FF2B5EF4-FFF2-40B4-BE49-F238E27FC236}">
                    <a16:creationId xmlns:a16="http://schemas.microsoft.com/office/drawing/2014/main" id="{E69A55C9-7A0D-594A-BCAC-A446EF29826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FinCon</a:t>
                </a:r>
                <a:endParaRPr lang="zh-CN" altLang="en-US" sz="1700" dirty="0"/>
              </a:p>
            </p:txBody>
          </p:sp>
          <p:sp>
            <p:nvSpPr>
              <p:cNvPr id="439" name="TextBox 99">
                <a:extLst>
                  <a:ext uri="{FF2B5EF4-FFF2-40B4-BE49-F238E27FC236}">
                    <a16:creationId xmlns:a16="http://schemas.microsoft.com/office/drawing/2014/main" id="{DF21C38F-E9DF-BC46-B767-117D0BFBCDB1}"/>
                  </a:ext>
                </a:extLst>
              </p:cNvPr>
              <p:cNvSpPr txBox="1"/>
              <p:nvPr/>
            </p:nvSpPr>
            <p:spPr>
              <a:xfrm>
                <a:off x="2593102" y="245640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37" name="Picture 18">
              <a:extLst>
                <a:ext uri="{FF2B5EF4-FFF2-40B4-BE49-F238E27FC236}">
                  <a16:creationId xmlns:a16="http://schemas.microsoft.com/office/drawing/2014/main" id="{D7DD25D6-20CD-5B49-8067-4332354CB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13" y="299768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4952BEC0-EBD3-8F4F-BC36-DD0A12287972}"/>
              </a:ext>
            </a:extLst>
          </p:cNvPr>
          <p:cNvGrpSpPr/>
          <p:nvPr/>
        </p:nvGrpSpPr>
        <p:grpSpPr>
          <a:xfrm rot="1917534">
            <a:off x="3958975" y="4708161"/>
            <a:ext cx="2062628" cy="291571"/>
            <a:chOff x="435095" y="3665599"/>
            <a:chExt cx="2062628" cy="291571"/>
          </a:xfrm>
        </p:grpSpPr>
        <p:grpSp>
          <p:nvGrpSpPr>
            <p:cNvPr id="441" name="组合 440">
              <a:extLst>
                <a:ext uri="{FF2B5EF4-FFF2-40B4-BE49-F238E27FC236}">
                  <a16:creationId xmlns:a16="http://schemas.microsoft.com/office/drawing/2014/main" id="{3BA0B912-6762-9E4A-9435-26F0CDEB342E}"/>
                </a:ext>
              </a:extLst>
            </p:cNvPr>
            <p:cNvGrpSpPr/>
            <p:nvPr/>
          </p:nvGrpSpPr>
          <p:grpSpPr>
            <a:xfrm>
              <a:off x="817420" y="3671420"/>
              <a:ext cx="1680303" cy="285750"/>
              <a:chOff x="1648060" y="2418385"/>
              <a:chExt cx="1680303" cy="285750"/>
            </a:xfrm>
          </p:grpSpPr>
          <p:sp>
            <p:nvSpPr>
              <p:cNvPr id="443" name="TextBox 98">
                <a:extLst>
                  <a:ext uri="{FF2B5EF4-FFF2-40B4-BE49-F238E27FC236}">
                    <a16:creationId xmlns:a16="http://schemas.microsoft.com/office/drawing/2014/main" id="{65843F3C-CBEF-3741-8ADA-2EED527ACC5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TS-Scientist</a:t>
                </a:r>
                <a:endParaRPr lang="zh-CN" altLang="en-US" sz="1700" dirty="0"/>
              </a:p>
            </p:txBody>
          </p:sp>
          <p:sp>
            <p:nvSpPr>
              <p:cNvPr id="444" name="TextBox 99">
                <a:extLst>
                  <a:ext uri="{FF2B5EF4-FFF2-40B4-BE49-F238E27FC236}">
                    <a16:creationId xmlns:a16="http://schemas.microsoft.com/office/drawing/2014/main" id="{6D88F725-317F-3843-8A26-7F898A51A966}"/>
                  </a:ext>
                </a:extLst>
              </p:cNvPr>
              <p:cNvSpPr txBox="1"/>
              <p:nvPr/>
            </p:nvSpPr>
            <p:spPr>
              <a:xfrm>
                <a:off x="2871163" y="244542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42" name="Picture 20">
              <a:extLst>
                <a:ext uri="{FF2B5EF4-FFF2-40B4-BE49-F238E27FC236}">
                  <a16:creationId xmlns:a16="http://schemas.microsoft.com/office/drawing/2014/main" id="{08E64662-1F3B-7046-BDC3-222FEE21C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95" y="366559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07D37882-BD1A-B741-B9F2-BE2C0B3F1E43}"/>
              </a:ext>
            </a:extLst>
          </p:cNvPr>
          <p:cNvGrpSpPr/>
          <p:nvPr/>
        </p:nvGrpSpPr>
        <p:grpSpPr>
          <a:xfrm rot="2830740">
            <a:off x="6240248" y="3585828"/>
            <a:ext cx="1971705" cy="301985"/>
            <a:chOff x="269856" y="3650635"/>
            <a:chExt cx="1971705" cy="301985"/>
          </a:xfrm>
        </p:grpSpPr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604E1C84-547A-034D-9DD7-497E919228A3}"/>
                </a:ext>
              </a:extLst>
            </p:cNvPr>
            <p:cNvGrpSpPr/>
            <p:nvPr/>
          </p:nvGrpSpPr>
          <p:grpSpPr>
            <a:xfrm>
              <a:off x="701978" y="3650635"/>
              <a:ext cx="1539583" cy="285750"/>
              <a:chOff x="1648060" y="2418387"/>
              <a:chExt cx="1539583" cy="285750"/>
            </a:xfrm>
          </p:grpSpPr>
          <p:sp>
            <p:nvSpPr>
              <p:cNvPr id="460" name="TextBox 98">
                <a:extLst>
                  <a:ext uri="{FF2B5EF4-FFF2-40B4-BE49-F238E27FC236}">
                    <a16:creationId xmlns:a16="http://schemas.microsoft.com/office/drawing/2014/main" id="{6E7EFDA6-B4AC-8045-8AB0-4936E16B1614}"/>
                  </a:ext>
                </a:extLst>
              </p:cNvPr>
              <p:cNvSpPr txBox="1"/>
              <p:nvPr/>
            </p:nvSpPr>
            <p:spPr>
              <a:xfrm>
                <a:off x="1648060" y="2418387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1" name="TextBox 99">
                <a:extLst>
                  <a:ext uri="{FF2B5EF4-FFF2-40B4-BE49-F238E27FC236}">
                    <a16:creationId xmlns:a16="http://schemas.microsoft.com/office/drawing/2014/main" id="{249F94A4-24AE-3F48-98B3-BA39CA58C098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9" name="Picture 22">
              <a:extLst>
                <a:ext uri="{FF2B5EF4-FFF2-40B4-BE49-F238E27FC236}">
                  <a16:creationId xmlns:a16="http://schemas.microsoft.com/office/drawing/2014/main" id="{16F544C0-B3FD-2E4A-BBC3-42F942002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856" y="368622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F01A44EF-0BD0-F74D-8195-C71A40CEB1BA}"/>
              </a:ext>
            </a:extLst>
          </p:cNvPr>
          <p:cNvGrpSpPr/>
          <p:nvPr/>
        </p:nvGrpSpPr>
        <p:grpSpPr>
          <a:xfrm rot="3022238">
            <a:off x="6890099" y="3385328"/>
            <a:ext cx="1930859" cy="356400"/>
            <a:chOff x="321655" y="4102037"/>
            <a:chExt cx="1930859" cy="356400"/>
          </a:xfrm>
        </p:grpSpPr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261CA0CD-509F-5542-A0FF-D284DA31BBC0}"/>
                </a:ext>
              </a:extLst>
            </p:cNvPr>
            <p:cNvGrpSpPr/>
            <p:nvPr/>
          </p:nvGrpSpPr>
          <p:grpSpPr>
            <a:xfrm>
              <a:off x="712931" y="4131403"/>
              <a:ext cx="1539583" cy="285750"/>
              <a:chOff x="1648060" y="2418385"/>
              <a:chExt cx="1539583" cy="285750"/>
            </a:xfrm>
          </p:grpSpPr>
          <p:sp>
            <p:nvSpPr>
              <p:cNvPr id="465" name="TextBox 98">
                <a:extLst>
                  <a:ext uri="{FF2B5EF4-FFF2-40B4-BE49-F238E27FC236}">
                    <a16:creationId xmlns:a16="http://schemas.microsoft.com/office/drawing/2014/main" id="{0CEB0715-C1F9-8043-AD83-D9BD65320A7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6" name="TextBox 99">
                <a:extLst>
                  <a:ext uri="{FF2B5EF4-FFF2-40B4-BE49-F238E27FC236}">
                    <a16:creationId xmlns:a16="http://schemas.microsoft.com/office/drawing/2014/main" id="{79B420E3-72A5-B348-B804-357558B3F2B3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64" name="Picture 24">
              <a:extLst>
                <a:ext uri="{FF2B5EF4-FFF2-40B4-BE49-F238E27FC236}">
                  <a16:creationId xmlns:a16="http://schemas.microsoft.com/office/drawing/2014/main" id="{9C30C6E2-E166-7B47-9B09-2AFF55510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55" y="4102037"/>
              <a:ext cx="356400" cy="35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6" name="组合 505">
            <a:extLst>
              <a:ext uri="{FF2B5EF4-FFF2-40B4-BE49-F238E27FC236}">
                <a16:creationId xmlns:a16="http://schemas.microsoft.com/office/drawing/2014/main" id="{F87DCFF1-DA27-9848-990C-EE743F44DE75}"/>
              </a:ext>
            </a:extLst>
          </p:cNvPr>
          <p:cNvGrpSpPr/>
          <p:nvPr/>
        </p:nvGrpSpPr>
        <p:grpSpPr>
          <a:xfrm rot="1916655">
            <a:off x="4391909" y="4338216"/>
            <a:ext cx="2141484" cy="285750"/>
            <a:chOff x="3222924" y="-919683"/>
            <a:chExt cx="2141484" cy="285750"/>
          </a:xfrm>
        </p:grpSpPr>
        <p:grpSp>
          <p:nvGrpSpPr>
            <p:cNvPr id="468" name="组合 467">
              <a:extLst>
                <a:ext uri="{FF2B5EF4-FFF2-40B4-BE49-F238E27FC236}">
                  <a16:creationId xmlns:a16="http://schemas.microsoft.com/office/drawing/2014/main" id="{FDE12567-F435-194B-BD5F-CF5C82AD5F96}"/>
                </a:ext>
              </a:extLst>
            </p:cNvPr>
            <p:cNvGrpSpPr/>
            <p:nvPr/>
          </p:nvGrpSpPr>
          <p:grpSpPr>
            <a:xfrm>
              <a:off x="3595441" y="-919683"/>
              <a:ext cx="1768967" cy="285750"/>
              <a:chOff x="1648060" y="2418385"/>
              <a:chExt cx="1768967" cy="285750"/>
            </a:xfrm>
          </p:grpSpPr>
          <p:sp>
            <p:nvSpPr>
              <p:cNvPr id="470" name="TextBox 98">
                <a:extLst>
                  <a:ext uri="{FF2B5EF4-FFF2-40B4-BE49-F238E27FC236}">
                    <a16:creationId xmlns:a16="http://schemas.microsoft.com/office/drawing/2014/main" id="{C5B64B7A-1557-B949-BD09-E79E1FD28475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BatteryLake</a:t>
                </a:r>
                <a:endParaRPr lang="zh-CN" altLang="en-US" sz="1700" dirty="0"/>
              </a:p>
            </p:txBody>
          </p:sp>
          <p:sp>
            <p:nvSpPr>
              <p:cNvPr id="471" name="TextBox 99">
                <a:extLst>
                  <a:ext uri="{FF2B5EF4-FFF2-40B4-BE49-F238E27FC236}">
                    <a16:creationId xmlns:a16="http://schemas.microsoft.com/office/drawing/2014/main" id="{832CD4C0-60CE-A941-896C-CBB65BF675F2}"/>
                  </a:ext>
                </a:extLst>
              </p:cNvPr>
              <p:cNvSpPr txBox="1"/>
              <p:nvPr/>
            </p:nvSpPr>
            <p:spPr>
              <a:xfrm>
                <a:off x="2959827" y="24297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4" name="Picture 26">
              <a:extLst>
                <a:ext uri="{FF2B5EF4-FFF2-40B4-BE49-F238E27FC236}">
                  <a16:creationId xmlns:a16="http://schemas.microsoft.com/office/drawing/2014/main" id="{ADE69DDB-354A-024E-B5F6-7ACB1C551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2924" y="-9169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93305D74-A344-9C49-AC2D-6D0E28077A28}"/>
              </a:ext>
            </a:extLst>
          </p:cNvPr>
          <p:cNvGrpSpPr/>
          <p:nvPr/>
        </p:nvGrpSpPr>
        <p:grpSpPr>
          <a:xfrm rot="408676">
            <a:off x="1469299" y="8789732"/>
            <a:ext cx="1794209" cy="285750"/>
            <a:chOff x="512006" y="1978254"/>
            <a:chExt cx="1794209" cy="285750"/>
          </a:xfrm>
        </p:grpSpPr>
        <p:grpSp>
          <p:nvGrpSpPr>
            <p:cNvPr id="474" name="组合 473">
              <a:extLst>
                <a:ext uri="{FF2B5EF4-FFF2-40B4-BE49-F238E27FC236}">
                  <a16:creationId xmlns:a16="http://schemas.microsoft.com/office/drawing/2014/main" id="{D3E177D8-41D3-4F44-8E12-BE986115E7CF}"/>
                </a:ext>
              </a:extLst>
            </p:cNvPr>
            <p:cNvGrpSpPr/>
            <p:nvPr/>
          </p:nvGrpSpPr>
          <p:grpSpPr>
            <a:xfrm>
              <a:off x="971706" y="1978254"/>
              <a:ext cx="1334509" cy="285750"/>
              <a:chOff x="1648060" y="2418385"/>
              <a:chExt cx="1334509" cy="285750"/>
            </a:xfrm>
          </p:grpSpPr>
          <p:sp>
            <p:nvSpPr>
              <p:cNvPr id="476" name="TextBox 98">
                <a:extLst>
                  <a:ext uri="{FF2B5EF4-FFF2-40B4-BE49-F238E27FC236}">
                    <a16:creationId xmlns:a16="http://schemas.microsoft.com/office/drawing/2014/main" id="{CC264B3C-7F66-4549-8DF0-4187CC32048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TS-Skill</a:t>
                </a:r>
                <a:endParaRPr lang="zh-CN" altLang="en-US" sz="1700" dirty="0"/>
              </a:p>
            </p:txBody>
          </p:sp>
          <p:sp>
            <p:nvSpPr>
              <p:cNvPr id="477" name="TextBox 99">
                <a:extLst>
                  <a:ext uri="{FF2B5EF4-FFF2-40B4-BE49-F238E27FC236}">
                    <a16:creationId xmlns:a16="http://schemas.microsoft.com/office/drawing/2014/main" id="{CF54C653-3B4B-FE47-9A87-2604AED72A72}"/>
                  </a:ext>
                </a:extLst>
              </p:cNvPr>
              <p:cNvSpPr txBox="1"/>
              <p:nvPr/>
            </p:nvSpPr>
            <p:spPr>
              <a:xfrm>
                <a:off x="2525369" y="243460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5" name="Picture 8">
              <a:extLst>
                <a:ext uri="{FF2B5EF4-FFF2-40B4-BE49-F238E27FC236}">
                  <a16:creationId xmlns:a16="http://schemas.microsoft.com/office/drawing/2014/main" id="{B18A7C8E-06F9-F840-B9FF-053A5941B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F6C45CD8-89AA-2749-B8C5-583B4B920DE1}"/>
              </a:ext>
            </a:extLst>
          </p:cNvPr>
          <p:cNvGrpSpPr/>
          <p:nvPr/>
        </p:nvGrpSpPr>
        <p:grpSpPr>
          <a:xfrm rot="155201">
            <a:off x="1156465" y="9346066"/>
            <a:ext cx="1993886" cy="298243"/>
            <a:chOff x="219112" y="2172180"/>
            <a:chExt cx="1993886" cy="298243"/>
          </a:xfrm>
        </p:grpSpPr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17A38953-899A-B94D-87E7-DFC68A0DC6AB}"/>
                </a:ext>
              </a:extLst>
            </p:cNvPr>
            <p:cNvGrpSpPr/>
            <p:nvPr/>
          </p:nvGrpSpPr>
          <p:grpSpPr>
            <a:xfrm>
              <a:off x="639754" y="2184673"/>
              <a:ext cx="1573244" cy="285750"/>
              <a:chOff x="1648060" y="2418385"/>
              <a:chExt cx="1573244" cy="285750"/>
            </a:xfrm>
          </p:grpSpPr>
          <p:sp>
            <p:nvSpPr>
              <p:cNvPr id="481" name="TextBox 98">
                <a:extLst>
                  <a:ext uri="{FF2B5EF4-FFF2-40B4-BE49-F238E27FC236}">
                    <a16:creationId xmlns:a16="http://schemas.microsoft.com/office/drawing/2014/main" id="{40CB61B5-DC6F-9B49-84AD-6BE085CF1E9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TFRBench</a:t>
                </a:r>
                <a:endParaRPr lang="zh-CN" altLang="en-US" sz="1700" dirty="0"/>
              </a:p>
            </p:txBody>
          </p:sp>
          <p:sp>
            <p:nvSpPr>
              <p:cNvPr id="482" name="TextBox 99">
                <a:extLst>
                  <a:ext uri="{FF2B5EF4-FFF2-40B4-BE49-F238E27FC236}">
                    <a16:creationId xmlns:a16="http://schemas.microsoft.com/office/drawing/2014/main" id="{D0F5BE51-E256-EE44-8A5B-8179B5AF09DE}"/>
                  </a:ext>
                </a:extLst>
              </p:cNvPr>
              <p:cNvSpPr txBox="1"/>
              <p:nvPr/>
            </p:nvSpPr>
            <p:spPr>
              <a:xfrm>
                <a:off x="2764104" y="245248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80" name="Picture 16">
              <a:extLst>
                <a:ext uri="{FF2B5EF4-FFF2-40B4-BE49-F238E27FC236}">
                  <a16:creationId xmlns:a16="http://schemas.microsoft.com/office/drawing/2014/main" id="{0C608EE8-4791-4748-89F9-8BD9A96B6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C8A8CE96-0502-E34A-BE1F-22835F8F21A5}"/>
              </a:ext>
            </a:extLst>
          </p:cNvPr>
          <p:cNvGrpSpPr/>
          <p:nvPr/>
        </p:nvGrpSpPr>
        <p:grpSpPr>
          <a:xfrm>
            <a:off x="1363680" y="9919371"/>
            <a:ext cx="1724882" cy="301393"/>
            <a:chOff x="-1368052" y="5606245"/>
            <a:chExt cx="1724882" cy="301393"/>
          </a:xfrm>
        </p:grpSpPr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F109B9CF-DAA6-BE45-9300-3445D067E6C9}"/>
                </a:ext>
              </a:extLst>
            </p:cNvPr>
            <p:cNvGrpSpPr/>
            <p:nvPr/>
          </p:nvGrpSpPr>
          <p:grpSpPr>
            <a:xfrm>
              <a:off x="-1007782" y="5606245"/>
              <a:ext cx="1364612" cy="285750"/>
              <a:chOff x="1648060" y="2418385"/>
              <a:chExt cx="1364612" cy="285750"/>
            </a:xfrm>
          </p:grpSpPr>
          <p:sp>
            <p:nvSpPr>
              <p:cNvPr id="486" name="TextBox 98">
                <a:extLst>
                  <a:ext uri="{FF2B5EF4-FFF2-40B4-BE49-F238E27FC236}">
                    <a16:creationId xmlns:a16="http://schemas.microsoft.com/office/drawing/2014/main" id="{17245670-97A9-0944-9D64-13FCD0264B4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ARGOS</a:t>
                </a:r>
                <a:endParaRPr lang="zh-CN" altLang="en-US" sz="1700" dirty="0"/>
              </a:p>
            </p:txBody>
          </p:sp>
          <p:sp>
            <p:nvSpPr>
              <p:cNvPr id="487" name="TextBox 99">
                <a:extLst>
                  <a:ext uri="{FF2B5EF4-FFF2-40B4-BE49-F238E27FC236}">
                    <a16:creationId xmlns:a16="http://schemas.microsoft.com/office/drawing/2014/main" id="{C76BBA18-CE9E-524E-B988-AF8199FD8852}"/>
                  </a:ext>
                </a:extLst>
              </p:cNvPr>
              <p:cNvSpPr txBox="1"/>
              <p:nvPr/>
            </p:nvSpPr>
            <p:spPr>
              <a:xfrm>
                <a:off x="2555472" y="245354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55" name="Picture 28">
              <a:extLst>
                <a:ext uri="{FF2B5EF4-FFF2-40B4-BE49-F238E27FC236}">
                  <a16:creationId xmlns:a16="http://schemas.microsoft.com/office/drawing/2014/main" id="{7C4C6C3C-1FA6-664F-BB04-CDA3350A6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68052" y="564123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4067A2E5-6492-C24A-96ED-7CA5EEB69217}"/>
              </a:ext>
            </a:extLst>
          </p:cNvPr>
          <p:cNvGrpSpPr/>
          <p:nvPr/>
        </p:nvGrpSpPr>
        <p:grpSpPr>
          <a:xfrm rot="657604">
            <a:off x="1971045" y="7351377"/>
            <a:ext cx="1879594" cy="290582"/>
            <a:chOff x="-1073192" y="5700907"/>
            <a:chExt cx="1879594" cy="290582"/>
          </a:xfrm>
        </p:grpSpPr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9DE0DD9D-D6B6-F544-8B6C-2FA85B912014}"/>
                </a:ext>
              </a:extLst>
            </p:cNvPr>
            <p:cNvGrpSpPr/>
            <p:nvPr/>
          </p:nvGrpSpPr>
          <p:grpSpPr>
            <a:xfrm>
              <a:off x="-733181" y="5700907"/>
              <a:ext cx="1539583" cy="285750"/>
              <a:chOff x="1648060" y="2418385"/>
              <a:chExt cx="1539583" cy="285750"/>
            </a:xfrm>
          </p:grpSpPr>
          <p:sp>
            <p:nvSpPr>
              <p:cNvPr id="448" name="TextBox 98">
                <a:extLst>
                  <a:ext uri="{FF2B5EF4-FFF2-40B4-BE49-F238E27FC236}">
                    <a16:creationId xmlns:a16="http://schemas.microsoft.com/office/drawing/2014/main" id="{1E9EA0B6-1940-4F4E-B2A5-111F694959C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MarsTSC</a:t>
                </a:r>
                <a:endParaRPr lang="zh-CN" altLang="en-US" sz="1700" dirty="0"/>
              </a:p>
            </p:txBody>
          </p:sp>
          <p:sp>
            <p:nvSpPr>
              <p:cNvPr id="449" name="TextBox 99">
                <a:extLst>
                  <a:ext uri="{FF2B5EF4-FFF2-40B4-BE49-F238E27FC236}">
                    <a16:creationId xmlns:a16="http://schemas.microsoft.com/office/drawing/2014/main" id="{19A46BE5-F1BD-E04D-B45B-58407050FEEF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2" name="Picture 30">
              <a:extLst>
                <a:ext uri="{FF2B5EF4-FFF2-40B4-BE49-F238E27FC236}">
                  <a16:creationId xmlns:a16="http://schemas.microsoft.com/office/drawing/2014/main" id="{D716970D-28D9-5249-B26C-308CC6F37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73192" y="572508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5CBDD920-9E72-944C-9BFE-02B0B8456A83}"/>
              </a:ext>
            </a:extLst>
          </p:cNvPr>
          <p:cNvGrpSpPr/>
          <p:nvPr/>
        </p:nvGrpSpPr>
        <p:grpSpPr>
          <a:xfrm rot="472910">
            <a:off x="1623490" y="8060722"/>
            <a:ext cx="1912939" cy="288864"/>
            <a:chOff x="339575" y="4131403"/>
            <a:chExt cx="1912939" cy="288864"/>
          </a:xfrm>
        </p:grpSpPr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7A93F5B3-2408-5746-A1A9-2C40BB6506D7}"/>
                </a:ext>
              </a:extLst>
            </p:cNvPr>
            <p:cNvGrpSpPr/>
            <p:nvPr/>
          </p:nvGrpSpPr>
          <p:grpSpPr>
            <a:xfrm>
              <a:off x="712931" y="4131403"/>
              <a:ext cx="1539583" cy="285750"/>
              <a:chOff x="1648060" y="2418385"/>
              <a:chExt cx="1539583" cy="285750"/>
            </a:xfrm>
          </p:grpSpPr>
          <p:sp>
            <p:nvSpPr>
              <p:cNvPr id="452" name="TextBox 98">
                <a:extLst>
                  <a:ext uri="{FF2B5EF4-FFF2-40B4-BE49-F238E27FC236}">
                    <a16:creationId xmlns:a16="http://schemas.microsoft.com/office/drawing/2014/main" id="{5EEA6FCC-2CE3-9040-A044-9FD1CB33A0A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TimeCAP</a:t>
                </a:r>
                <a:endParaRPr lang="zh-CN" altLang="en-US" sz="1700" dirty="0"/>
              </a:p>
            </p:txBody>
          </p:sp>
          <p:sp>
            <p:nvSpPr>
              <p:cNvPr id="453" name="TextBox 99">
                <a:extLst>
                  <a:ext uri="{FF2B5EF4-FFF2-40B4-BE49-F238E27FC236}">
                    <a16:creationId xmlns:a16="http://schemas.microsoft.com/office/drawing/2014/main" id="{193DECB5-109D-4D4F-B9F3-037ACF692E9F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89" name="Picture 32">
              <a:extLst>
                <a:ext uri="{FF2B5EF4-FFF2-40B4-BE49-F238E27FC236}">
                  <a16:creationId xmlns:a16="http://schemas.microsoft.com/office/drawing/2014/main" id="{A9893944-C8F3-2D47-BF40-E2E4E3743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75" y="415386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81031937-2A58-AC4F-AB2D-39FE7C3B8911}"/>
              </a:ext>
            </a:extLst>
          </p:cNvPr>
          <p:cNvGrpSpPr/>
          <p:nvPr/>
        </p:nvGrpSpPr>
        <p:grpSpPr>
          <a:xfrm rot="505116">
            <a:off x="2181857" y="7882944"/>
            <a:ext cx="1447610" cy="294300"/>
            <a:chOff x="-1221138" y="4914540"/>
            <a:chExt cx="1447610" cy="294300"/>
          </a:xfrm>
        </p:grpSpPr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4D5886E1-AB9C-D44B-B753-A795DEB50F68}"/>
                </a:ext>
              </a:extLst>
            </p:cNvPr>
            <p:cNvGrpSpPr/>
            <p:nvPr/>
          </p:nvGrpSpPr>
          <p:grpSpPr>
            <a:xfrm>
              <a:off x="-886554" y="4923090"/>
              <a:ext cx="1113026" cy="285750"/>
              <a:chOff x="1648060" y="2418385"/>
              <a:chExt cx="1113026" cy="285750"/>
            </a:xfrm>
          </p:grpSpPr>
          <p:sp>
            <p:nvSpPr>
              <p:cNvPr id="421" name="TextBox 98">
                <a:extLst>
                  <a:ext uri="{FF2B5EF4-FFF2-40B4-BE49-F238E27FC236}">
                    <a16:creationId xmlns:a16="http://schemas.microsoft.com/office/drawing/2014/main" id="{602591FD-EB32-FF44-9BE0-AB582F1CFAE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FETA</a:t>
                </a:r>
                <a:endParaRPr lang="zh-CN" altLang="en-US" sz="1700" dirty="0"/>
              </a:p>
            </p:txBody>
          </p:sp>
          <p:sp>
            <p:nvSpPr>
              <p:cNvPr id="422" name="TextBox 99">
                <a:extLst>
                  <a:ext uri="{FF2B5EF4-FFF2-40B4-BE49-F238E27FC236}">
                    <a16:creationId xmlns:a16="http://schemas.microsoft.com/office/drawing/2014/main" id="{5D2647DA-F468-4B43-9803-7FB96B0D697C}"/>
                  </a:ext>
                </a:extLst>
              </p:cNvPr>
              <p:cNvSpPr txBox="1"/>
              <p:nvPr/>
            </p:nvSpPr>
            <p:spPr>
              <a:xfrm>
                <a:off x="2303886" y="242397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1" name="Picture 34">
              <a:extLst>
                <a:ext uri="{FF2B5EF4-FFF2-40B4-BE49-F238E27FC236}">
                  <a16:creationId xmlns:a16="http://schemas.microsoft.com/office/drawing/2014/main" id="{5A4014C7-4242-2740-9F04-F1A371845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21138" y="491454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4" name="组合 493">
            <a:extLst>
              <a:ext uri="{FF2B5EF4-FFF2-40B4-BE49-F238E27FC236}">
                <a16:creationId xmlns:a16="http://schemas.microsoft.com/office/drawing/2014/main" id="{8E797B09-EE4E-BA43-9B75-1365951B36D9}"/>
              </a:ext>
            </a:extLst>
          </p:cNvPr>
          <p:cNvGrpSpPr/>
          <p:nvPr/>
        </p:nvGrpSpPr>
        <p:grpSpPr>
          <a:xfrm rot="1065157">
            <a:off x="2677842" y="5973485"/>
            <a:ext cx="2097749" cy="291398"/>
            <a:chOff x="480898" y="2656523"/>
            <a:chExt cx="2097749" cy="291398"/>
          </a:xfrm>
        </p:grpSpPr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C7AC150A-E9E6-9842-B3BA-E2C4BB4F6B72}"/>
                </a:ext>
              </a:extLst>
            </p:cNvPr>
            <p:cNvGrpSpPr/>
            <p:nvPr/>
          </p:nvGrpSpPr>
          <p:grpSpPr>
            <a:xfrm>
              <a:off x="829331" y="2656523"/>
              <a:ext cx="1749316" cy="285750"/>
              <a:chOff x="1648060" y="2418385"/>
              <a:chExt cx="1749316" cy="285750"/>
            </a:xfrm>
          </p:grpSpPr>
          <p:sp>
            <p:nvSpPr>
              <p:cNvPr id="414" name="TextBox 98">
                <a:extLst>
                  <a:ext uri="{FF2B5EF4-FFF2-40B4-BE49-F238E27FC236}">
                    <a16:creationId xmlns:a16="http://schemas.microsoft.com/office/drawing/2014/main" id="{70A727EA-78C3-214B-87C3-DF04168182E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MoiraiAgent</a:t>
                </a:r>
                <a:endParaRPr lang="zh-CN" altLang="en-US" sz="1700" dirty="0"/>
              </a:p>
            </p:txBody>
          </p:sp>
          <p:sp>
            <p:nvSpPr>
              <p:cNvPr id="415" name="TextBox 99">
                <a:extLst>
                  <a:ext uri="{FF2B5EF4-FFF2-40B4-BE49-F238E27FC236}">
                    <a16:creationId xmlns:a16="http://schemas.microsoft.com/office/drawing/2014/main" id="{145CBB2D-EE77-E442-92AB-371E8835359A}"/>
                  </a:ext>
                </a:extLst>
              </p:cNvPr>
              <p:cNvSpPr txBox="1"/>
              <p:nvPr/>
            </p:nvSpPr>
            <p:spPr>
              <a:xfrm>
                <a:off x="2940176" y="244595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93" name="Picture 36">
              <a:extLst>
                <a:ext uri="{FF2B5EF4-FFF2-40B4-BE49-F238E27FC236}">
                  <a16:creationId xmlns:a16="http://schemas.microsoft.com/office/drawing/2014/main" id="{F4BAEE1C-E6BA-2541-8004-F89A16A3C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98" y="268152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CF70BFA6-66F4-B847-8896-FEFAA9B6DDDE}"/>
              </a:ext>
            </a:extLst>
          </p:cNvPr>
          <p:cNvGrpSpPr/>
          <p:nvPr/>
        </p:nvGrpSpPr>
        <p:grpSpPr>
          <a:xfrm rot="893864">
            <a:off x="2554983" y="6227787"/>
            <a:ext cx="1989023" cy="356400"/>
            <a:chOff x="321655" y="4102037"/>
            <a:chExt cx="1989023" cy="356400"/>
          </a:xfrm>
        </p:grpSpPr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3EDECDE0-0F4E-2343-A094-5DE9B4908F10}"/>
                </a:ext>
              </a:extLst>
            </p:cNvPr>
            <p:cNvGrpSpPr/>
            <p:nvPr/>
          </p:nvGrpSpPr>
          <p:grpSpPr>
            <a:xfrm>
              <a:off x="712931" y="4131403"/>
              <a:ext cx="1597747" cy="285750"/>
              <a:chOff x="1648060" y="2418385"/>
              <a:chExt cx="1597747" cy="285750"/>
            </a:xfrm>
          </p:grpSpPr>
          <p:sp>
            <p:nvSpPr>
              <p:cNvPr id="501" name="TextBox 98">
                <a:extLst>
                  <a:ext uri="{FF2B5EF4-FFF2-40B4-BE49-F238E27FC236}">
                    <a16:creationId xmlns:a16="http://schemas.microsoft.com/office/drawing/2014/main" id="{81123F94-744D-2C45-85B0-985C6D6A8F4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CRAFTER</a:t>
                </a:r>
                <a:endParaRPr lang="zh-CN" altLang="en-US" sz="1700" dirty="0"/>
              </a:p>
            </p:txBody>
          </p:sp>
          <p:sp>
            <p:nvSpPr>
              <p:cNvPr id="502" name="TextBox 99">
                <a:extLst>
                  <a:ext uri="{FF2B5EF4-FFF2-40B4-BE49-F238E27FC236}">
                    <a16:creationId xmlns:a16="http://schemas.microsoft.com/office/drawing/2014/main" id="{E05AF9A9-A664-664C-92DC-59A52B733F3A}"/>
                  </a:ext>
                </a:extLst>
              </p:cNvPr>
              <p:cNvSpPr txBox="1"/>
              <p:nvPr/>
            </p:nvSpPr>
            <p:spPr>
              <a:xfrm>
                <a:off x="2788607" y="24481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0" name="Picture 24">
              <a:extLst>
                <a:ext uri="{FF2B5EF4-FFF2-40B4-BE49-F238E27FC236}">
                  <a16:creationId xmlns:a16="http://schemas.microsoft.com/office/drawing/2014/main" id="{032EEF93-396D-6C41-BB57-AFFC9E573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55" y="4102037"/>
              <a:ext cx="356400" cy="35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6" name="组合 495">
            <a:extLst>
              <a:ext uri="{FF2B5EF4-FFF2-40B4-BE49-F238E27FC236}">
                <a16:creationId xmlns:a16="http://schemas.microsoft.com/office/drawing/2014/main" id="{AEC7997A-7D3D-CB46-9FD1-AFC5B0B95FDE}"/>
              </a:ext>
            </a:extLst>
          </p:cNvPr>
          <p:cNvGrpSpPr/>
          <p:nvPr/>
        </p:nvGrpSpPr>
        <p:grpSpPr>
          <a:xfrm rot="793359">
            <a:off x="2677270" y="6478990"/>
            <a:ext cx="1664849" cy="320632"/>
            <a:chOff x="209991" y="2157675"/>
            <a:chExt cx="1664849" cy="320632"/>
          </a:xfrm>
        </p:grpSpPr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CA936F4B-2381-A34D-98F3-D29216CD458E}"/>
                </a:ext>
              </a:extLst>
            </p:cNvPr>
            <p:cNvGrpSpPr/>
            <p:nvPr/>
          </p:nvGrpSpPr>
          <p:grpSpPr>
            <a:xfrm>
              <a:off x="639754" y="2184673"/>
              <a:ext cx="1235086" cy="293634"/>
              <a:chOff x="1648060" y="2418385"/>
              <a:chExt cx="1235086" cy="293634"/>
            </a:xfrm>
          </p:grpSpPr>
          <p:sp>
            <p:nvSpPr>
              <p:cNvPr id="407" name="TextBox 98">
                <a:extLst>
                  <a:ext uri="{FF2B5EF4-FFF2-40B4-BE49-F238E27FC236}">
                    <a16:creationId xmlns:a16="http://schemas.microsoft.com/office/drawing/2014/main" id="{ACF20936-03DE-954A-950B-938777207D9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HFMD</a:t>
                </a:r>
                <a:endParaRPr lang="zh-CN" altLang="en-US" sz="1700" dirty="0"/>
              </a:p>
            </p:txBody>
          </p:sp>
          <p:sp>
            <p:nvSpPr>
              <p:cNvPr id="408" name="TextBox 99">
                <a:extLst>
                  <a:ext uri="{FF2B5EF4-FFF2-40B4-BE49-F238E27FC236}">
                    <a16:creationId xmlns:a16="http://schemas.microsoft.com/office/drawing/2014/main" id="{30C30A46-29C1-BC47-B78F-66CAB44C4F79}"/>
                  </a:ext>
                </a:extLst>
              </p:cNvPr>
              <p:cNvSpPr txBox="1"/>
              <p:nvPr/>
            </p:nvSpPr>
            <p:spPr>
              <a:xfrm>
                <a:off x="2425946" y="2445619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5" name="Picture 38" descr="Tsinghua University - Wikipedia">
              <a:extLst>
                <a:ext uri="{FF2B5EF4-FFF2-40B4-BE49-F238E27FC236}">
                  <a16:creationId xmlns:a16="http://schemas.microsoft.com/office/drawing/2014/main" id="{42499A21-77A5-194A-A271-CB02965D7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991" y="2157675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3" name="组合 502">
            <a:extLst>
              <a:ext uri="{FF2B5EF4-FFF2-40B4-BE49-F238E27FC236}">
                <a16:creationId xmlns:a16="http://schemas.microsoft.com/office/drawing/2014/main" id="{5FD16547-7CFF-424B-8DB8-B28216C5A604}"/>
              </a:ext>
            </a:extLst>
          </p:cNvPr>
          <p:cNvGrpSpPr/>
          <p:nvPr/>
        </p:nvGrpSpPr>
        <p:grpSpPr>
          <a:xfrm rot="934131">
            <a:off x="2412940" y="6735157"/>
            <a:ext cx="1803626" cy="312743"/>
            <a:chOff x="272460" y="1347061"/>
            <a:chExt cx="1803626" cy="312743"/>
          </a:xfrm>
        </p:grpSpPr>
        <p:grpSp>
          <p:nvGrpSpPr>
            <p:cNvPr id="398" name="组合 397">
              <a:extLst>
                <a:ext uri="{FF2B5EF4-FFF2-40B4-BE49-F238E27FC236}">
                  <a16:creationId xmlns:a16="http://schemas.microsoft.com/office/drawing/2014/main" id="{2AD69F3C-4202-E24A-8BBB-15E278B6518C}"/>
                </a:ext>
              </a:extLst>
            </p:cNvPr>
            <p:cNvGrpSpPr/>
            <p:nvPr/>
          </p:nvGrpSpPr>
          <p:grpSpPr>
            <a:xfrm>
              <a:off x="628454" y="1347061"/>
              <a:ext cx="1447632" cy="285750"/>
              <a:chOff x="1648060" y="2418385"/>
              <a:chExt cx="1447632" cy="285750"/>
            </a:xfrm>
          </p:grpSpPr>
          <p:sp>
            <p:nvSpPr>
              <p:cNvPr id="400" name="TextBox 98">
                <a:extLst>
                  <a:ext uri="{FF2B5EF4-FFF2-40B4-BE49-F238E27FC236}">
                    <a16:creationId xmlns:a16="http://schemas.microsoft.com/office/drawing/2014/main" id="{FC01287A-1003-4A43-9A3F-009F4095BA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FinAgent</a:t>
                </a:r>
                <a:endParaRPr lang="zh-CN" altLang="en-US" sz="1700" dirty="0"/>
              </a:p>
            </p:txBody>
          </p:sp>
          <p:sp>
            <p:nvSpPr>
              <p:cNvPr id="401" name="TextBox 99">
                <a:extLst>
                  <a:ext uri="{FF2B5EF4-FFF2-40B4-BE49-F238E27FC236}">
                    <a16:creationId xmlns:a16="http://schemas.microsoft.com/office/drawing/2014/main" id="{B3381DAA-9F3D-4041-9FC6-F651A82C8965}"/>
                  </a:ext>
                </a:extLst>
              </p:cNvPr>
              <p:cNvSpPr txBox="1"/>
              <p:nvPr/>
            </p:nvSpPr>
            <p:spPr>
              <a:xfrm>
                <a:off x="2638492" y="245835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97" name="Picture 40">
              <a:extLst>
                <a:ext uri="{FF2B5EF4-FFF2-40B4-BE49-F238E27FC236}">
                  <a16:creationId xmlns:a16="http://schemas.microsoft.com/office/drawing/2014/main" id="{A4D2BCBF-6626-FB49-8F80-35241C592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460" y="13934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5" name="组合 504">
            <a:extLst>
              <a:ext uri="{FF2B5EF4-FFF2-40B4-BE49-F238E27FC236}">
                <a16:creationId xmlns:a16="http://schemas.microsoft.com/office/drawing/2014/main" id="{FE26D415-8A56-C045-8FDF-64E730DB381E}"/>
              </a:ext>
            </a:extLst>
          </p:cNvPr>
          <p:cNvGrpSpPr/>
          <p:nvPr/>
        </p:nvGrpSpPr>
        <p:grpSpPr>
          <a:xfrm rot="2011438">
            <a:off x="5301117" y="4376878"/>
            <a:ext cx="1443711" cy="285750"/>
            <a:chOff x="311460" y="598360"/>
            <a:chExt cx="1443711" cy="285750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01EF3269-94BB-A944-9273-98E136BBEA9B}"/>
                </a:ext>
              </a:extLst>
            </p:cNvPr>
            <p:cNvGrpSpPr/>
            <p:nvPr/>
          </p:nvGrpSpPr>
          <p:grpSpPr>
            <a:xfrm>
              <a:off x="600008" y="598360"/>
              <a:ext cx="1155163" cy="285750"/>
              <a:chOff x="1648060" y="2418385"/>
              <a:chExt cx="1155163" cy="285750"/>
            </a:xfrm>
          </p:grpSpPr>
          <p:sp>
            <p:nvSpPr>
              <p:cNvPr id="394" name="TextBox 98">
                <a:extLst>
                  <a:ext uri="{FF2B5EF4-FFF2-40B4-BE49-F238E27FC236}">
                    <a16:creationId xmlns:a16="http://schemas.microsoft.com/office/drawing/2014/main" id="{2639BCEF-009B-9D43-B685-8EC5AC19C6A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AURA</a:t>
                </a:r>
                <a:endParaRPr lang="zh-CN" altLang="en-US" sz="1700" dirty="0"/>
              </a:p>
            </p:txBody>
          </p:sp>
          <p:sp>
            <p:nvSpPr>
              <p:cNvPr id="395" name="TextBox 99">
                <a:extLst>
                  <a:ext uri="{FF2B5EF4-FFF2-40B4-BE49-F238E27FC236}">
                    <a16:creationId xmlns:a16="http://schemas.microsoft.com/office/drawing/2014/main" id="{70F2B465-D9AA-F34B-A34A-907DFD8D6023}"/>
                  </a:ext>
                </a:extLst>
              </p:cNvPr>
              <p:cNvSpPr txBox="1"/>
              <p:nvPr/>
            </p:nvSpPr>
            <p:spPr>
              <a:xfrm>
                <a:off x="2346023" y="24374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4" name="Picture 42">
              <a:extLst>
                <a:ext uri="{FF2B5EF4-FFF2-40B4-BE49-F238E27FC236}">
                  <a16:creationId xmlns:a16="http://schemas.microsoft.com/office/drawing/2014/main" id="{AFE4551D-4C3E-C54E-8AB9-CA7975A5A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60" y="59836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45E23EDF-49FF-2546-BA8A-A04FE93EA809}"/>
              </a:ext>
            </a:extLst>
          </p:cNvPr>
          <p:cNvGrpSpPr/>
          <p:nvPr/>
        </p:nvGrpSpPr>
        <p:grpSpPr>
          <a:xfrm rot="1647848">
            <a:off x="4559429" y="4649706"/>
            <a:ext cx="1662585" cy="298243"/>
            <a:chOff x="219112" y="2172180"/>
            <a:chExt cx="1662585" cy="298243"/>
          </a:xfrm>
        </p:grpSpPr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075EAAB5-9882-B54B-A89E-E5112E870F18}"/>
                </a:ext>
              </a:extLst>
            </p:cNvPr>
            <p:cNvGrpSpPr/>
            <p:nvPr/>
          </p:nvGrpSpPr>
          <p:grpSpPr>
            <a:xfrm>
              <a:off x="639754" y="2184673"/>
              <a:ext cx="1241943" cy="285750"/>
              <a:chOff x="1648060" y="2418385"/>
              <a:chExt cx="1241943" cy="285750"/>
            </a:xfrm>
          </p:grpSpPr>
          <p:sp>
            <p:nvSpPr>
              <p:cNvPr id="513" name="TextBox 98">
                <a:extLst>
                  <a:ext uri="{FF2B5EF4-FFF2-40B4-BE49-F238E27FC236}">
                    <a16:creationId xmlns:a16="http://schemas.microsoft.com/office/drawing/2014/main" id="{8BC2C867-E1AF-7942-971B-8B4C1BF3903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CALM</a:t>
                </a:r>
                <a:endParaRPr lang="zh-CN" altLang="en-US" sz="1700" dirty="0"/>
              </a:p>
            </p:txBody>
          </p:sp>
          <p:sp>
            <p:nvSpPr>
              <p:cNvPr id="514" name="TextBox 99">
                <a:extLst>
                  <a:ext uri="{FF2B5EF4-FFF2-40B4-BE49-F238E27FC236}">
                    <a16:creationId xmlns:a16="http://schemas.microsoft.com/office/drawing/2014/main" id="{A5D3E186-6CA9-BF45-A2AF-6C7D5F29773F}"/>
                  </a:ext>
                </a:extLst>
              </p:cNvPr>
              <p:cNvSpPr txBox="1"/>
              <p:nvPr/>
            </p:nvSpPr>
            <p:spPr>
              <a:xfrm>
                <a:off x="2432803" y="245760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512" name="Picture 16">
              <a:extLst>
                <a:ext uri="{FF2B5EF4-FFF2-40B4-BE49-F238E27FC236}">
                  <a16:creationId xmlns:a16="http://schemas.microsoft.com/office/drawing/2014/main" id="{620AC5B7-D079-C846-ADAB-DB5DCE4CE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609847A8-45ED-7B41-BF94-5537E9131056}"/>
              </a:ext>
            </a:extLst>
          </p:cNvPr>
          <p:cNvGrpSpPr/>
          <p:nvPr/>
        </p:nvGrpSpPr>
        <p:grpSpPr>
          <a:xfrm rot="2762504">
            <a:off x="6531130" y="3476438"/>
            <a:ext cx="1991358" cy="355600"/>
            <a:chOff x="305251" y="1098924"/>
            <a:chExt cx="1991358" cy="355600"/>
          </a:xfrm>
        </p:grpSpPr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1B3147DE-1D66-7645-8635-D65800FAA3A7}"/>
                </a:ext>
              </a:extLst>
            </p:cNvPr>
            <p:cNvGrpSpPr/>
            <p:nvPr/>
          </p:nvGrpSpPr>
          <p:grpSpPr>
            <a:xfrm>
              <a:off x="700711" y="1135838"/>
              <a:ext cx="1595898" cy="285750"/>
              <a:chOff x="1648060" y="2418385"/>
              <a:chExt cx="1595898" cy="285750"/>
            </a:xfrm>
          </p:grpSpPr>
          <p:sp>
            <p:nvSpPr>
              <p:cNvPr id="389" name="TextBox 98">
                <a:extLst>
                  <a:ext uri="{FF2B5EF4-FFF2-40B4-BE49-F238E27FC236}">
                    <a16:creationId xmlns:a16="http://schemas.microsoft.com/office/drawing/2014/main" id="{80870B52-A0B7-DB47-89FB-36E81DD7EBC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TimeRLM</a:t>
                </a:r>
                <a:endParaRPr lang="zh-CN" altLang="en-US" sz="1700" dirty="0"/>
              </a:p>
            </p:txBody>
          </p:sp>
          <p:sp>
            <p:nvSpPr>
              <p:cNvPr id="390" name="TextBox 99">
                <a:extLst>
                  <a:ext uri="{FF2B5EF4-FFF2-40B4-BE49-F238E27FC236}">
                    <a16:creationId xmlns:a16="http://schemas.microsoft.com/office/drawing/2014/main" id="{CBFF7ACC-0D9E-AC4A-9D04-726CF1AEDDE4}"/>
                  </a:ext>
                </a:extLst>
              </p:cNvPr>
              <p:cNvSpPr txBox="1"/>
              <p:nvPr/>
            </p:nvSpPr>
            <p:spPr>
              <a:xfrm>
                <a:off x="2786758" y="2433746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7" name="Picture 44">
              <a:extLst>
                <a:ext uri="{FF2B5EF4-FFF2-40B4-BE49-F238E27FC236}">
                  <a16:creationId xmlns:a16="http://schemas.microsoft.com/office/drawing/2014/main" id="{846BE2D8-E57D-B645-B31B-E55BE785C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251" y="1098924"/>
              <a:ext cx="355600" cy="35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DDC0C514-FD4D-BE48-AB16-364896D38517}"/>
              </a:ext>
            </a:extLst>
          </p:cNvPr>
          <p:cNvGrpSpPr/>
          <p:nvPr/>
        </p:nvGrpSpPr>
        <p:grpSpPr>
          <a:xfrm rot="2614327">
            <a:off x="6079866" y="3751328"/>
            <a:ext cx="1775100" cy="298243"/>
            <a:chOff x="219112" y="2172180"/>
            <a:chExt cx="1775100" cy="298243"/>
          </a:xfrm>
        </p:grpSpPr>
        <p:grpSp>
          <p:nvGrpSpPr>
            <p:cNvPr id="518" name="组合 517">
              <a:extLst>
                <a:ext uri="{FF2B5EF4-FFF2-40B4-BE49-F238E27FC236}">
                  <a16:creationId xmlns:a16="http://schemas.microsoft.com/office/drawing/2014/main" id="{95E0DD5E-D8F9-7446-AF9C-5EEA5F7C4775}"/>
                </a:ext>
              </a:extLst>
            </p:cNvPr>
            <p:cNvGrpSpPr/>
            <p:nvPr/>
          </p:nvGrpSpPr>
          <p:grpSpPr>
            <a:xfrm>
              <a:off x="639754" y="2184673"/>
              <a:ext cx="1354458" cy="285750"/>
              <a:chOff x="1648060" y="2418385"/>
              <a:chExt cx="1354458" cy="285750"/>
            </a:xfrm>
          </p:grpSpPr>
          <p:sp>
            <p:nvSpPr>
              <p:cNvPr id="520" name="TextBox 98">
                <a:extLst>
                  <a:ext uri="{FF2B5EF4-FFF2-40B4-BE49-F238E27FC236}">
                    <a16:creationId xmlns:a16="http://schemas.microsoft.com/office/drawing/2014/main" id="{17161525-FC51-0143-817E-C11CCAF43A0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STRIDE</a:t>
                </a:r>
                <a:endParaRPr lang="zh-CN" altLang="en-US" sz="1700" dirty="0"/>
              </a:p>
            </p:txBody>
          </p:sp>
          <p:sp>
            <p:nvSpPr>
              <p:cNvPr id="521" name="TextBox 99">
                <a:extLst>
                  <a:ext uri="{FF2B5EF4-FFF2-40B4-BE49-F238E27FC236}">
                    <a16:creationId xmlns:a16="http://schemas.microsoft.com/office/drawing/2014/main" id="{A1155EF3-5369-3049-830F-D236A196296B}"/>
                  </a:ext>
                </a:extLst>
              </p:cNvPr>
              <p:cNvSpPr txBox="1"/>
              <p:nvPr/>
            </p:nvSpPr>
            <p:spPr>
              <a:xfrm>
                <a:off x="2545318" y="245215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9" name="Picture 16">
              <a:extLst>
                <a:ext uri="{FF2B5EF4-FFF2-40B4-BE49-F238E27FC236}">
                  <a16:creationId xmlns:a16="http://schemas.microsoft.com/office/drawing/2014/main" id="{62464DE2-3A93-C749-864E-67D39B38D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9CBF69F7-B3BF-6247-A60F-4F5F70EE45BB}"/>
              </a:ext>
            </a:extLst>
          </p:cNvPr>
          <p:cNvGrpSpPr/>
          <p:nvPr/>
        </p:nvGrpSpPr>
        <p:grpSpPr>
          <a:xfrm rot="2603915">
            <a:off x="5663776" y="3722241"/>
            <a:ext cx="1898732" cy="359119"/>
            <a:chOff x="837421" y="2145127"/>
            <a:chExt cx="1898732" cy="359119"/>
          </a:xfrm>
        </p:grpSpPr>
        <p:grpSp>
          <p:nvGrpSpPr>
            <p:cNvPr id="523" name="组合 522">
              <a:extLst>
                <a:ext uri="{FF2B5EF4-FFF2-40B4-BE49-F238E27FC236}">
                  <a16:creationId xmlns:a16="http://schemas.microsoft.com/office/drawing/2014/main" id="{54FBC736-E8F7-9F4F-B91F-5291600A3369}"/>
                </a:ext>
              </a:extLst>
            </p:cNvPr>
            <p:cNvGrpSpPr/>
            <p:nvPr/>
          </p:nvGrpSpPr>
          <p:grpSpPr>
            <a:xfrm rot="155201">
              <a:off x="1254034" y="2218496"/>
              <a:ext cx="1482119" cy="285750"/>
              <a:chOff x="1648060" y="2418385"/>
              <a:chExt cx="1482119" cy="285750"/>
            </a:xfrm>
          </p:grpSpPr>
          <p:sp>
            <p:nvSpPr>
              <p:cNvPr id="525" name="TextBox 98">
                <a:extLst>
                  <a:ext uri="{FF2B5EF4-FFF2-40B4-BE49-F238E27FC236}">
                    <a16:creationId xmlns:a16="http://schemas.microsoft.com/office/drawing/2014/main" id="{B033A9EA-EBDC-8543-87C7-C869D9041C7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S2S-FDD</a:t>
                </a:r>
                <a:endParaRPr lang="zh-CN" altLang="en-US" sz="1700" dirty="0"/>
              </a:p>
            </p:txBody>
          </p:sp>
          <p:sp>
            <p:nvSpPr>
              <p:cNvPr id="526" name="TextBox 99">
                <a:extLst>
                  <a:ext uri="{FF2B5EF4-FFF2-40B4-BE49-F238E27FC236}">
                    <a16:creationId xmlns:a16="http://schemas.microsoft.com/office/drawing/2014/main" id="{7E0E4262-0601-D947-8D70-3CEA7E03E8D7}"/>
                  </a:ext>
                </a:extLst>
              </p:cNvPr>
              <p:cNvSpPr txBox="1"/>
              <p:nvPr/>
            </p:nvSpPr>
            <p:spPr>
              <a:xfrm>
                <a:off x="2672979" y="245525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9" name="Picture 46" descr="Zhejiang University - Wikipedia">
              <a:extLst>
                <a:ext uri="{FF2B5EF4-FFF2-40B4-BE49-F238E27FC236}">
                  <a16:creationId xmlns:a16="http://schemas.microsoft.com/office/drawing/2014/main" id="{E63597DD-6177-4C41-BA41-C413F0DA4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421" y="2145127"/>
              <a:ext cx="322700" cy="322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7" name="组合 526">
            <a:extLst>
              <a:ext uri="{FF2B5EF4-FFF2-40B4-BE49-F238E27FC236}">
                <a16:creationId xmlns:a16="http://schemas.microsoft.com/office/drawing/2014/main" id="{B4786B17-49AD-B24C-BCCF-8E980401F4D4}"/>
              </a:ext>
            </a:extLst>
          </p:cNvPr>
          <p:cNvGrpSpPr/>
          <p:nvPr/>
        </p:nvGrpSpPr>
        <p:grpSpPr>
          <a:xfrm rot="2761794">
            <a:off x="5236503" y="3857319"/>
            <a:ext cx="2048524" cy="286316"/>
            <a:chOff x="434428" y="2926988"/>
            <a:chExt cx="2048524" cy="286316"/>
          </a:xfrm>
        </p:grpSpPr>
        <p:grpSp>
          <p:nvGrpSpPr>
            <p:cNvPr id="354" name="组合 353">
              <a:extLst>
                <a:ext uri="{FF2B5EF4-FFF2-40B4-BE49-F238E27FC236}">
                  <a16:creationId xmlns:a16="http://schemas.microsoft.com/office/drawing/2014/main" id="{3E11680E-CD52-484D-BFA9-ACDF0FC0AEA0}"/>
                </a:ext>
              </a:extLst>
            </p:cNvPr>
            <p:cNvGrpSpPr/>
            <p:nvPr/>
          </p:nvGrpSpPr>
          <p:grpSpPr>
            <a:xfrm>
              <a:off x="794329" y="2926988"/>
              <a:ext cx="1688623" cy="285750"/>
              <a:chOff x="1745675" y="1999008"/>
              <a:chExt cx="1688623" cy="285750"/>
            </a:xfrm>
          </p:grpSpPr>
          <p:sp>
            <p:nvSpPr>
              <p:cNvPr id="356" name="TextBox 98">
                <a:extLst>
                  <a:ext uri="{FF2B5EF4-FFF2-40B4-BE49-F238E27FC236}">
                    <a16:creationId xmlns:a16="http://schemas.microsoft.com/office/drawing/2014/main" id="{034E2E57-5177-A145-A7A4-772142107BDD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ReasonCast</a:t>
                </a:r>
                <a:endParaRPr lang="zh-CN" altLang="en-US" sz="1700" dirty="0"/>
              </a:p>
            </p:txBody>
          </p:sp>
          <p:sp>
            <p:nvSpPr>
              <p:cNvPr id="357" name="TextBox 99">
                <a:extLst>
                  <a:ext uri="{FF2B5EF4-FFF2-40B4-BE49-F238E27FC236}">
                    <a16:creationId xmlns:a16="http://schemas.microsoft.com/office/drawing/2014/main" id="{73079A94-1F32-4841-B6CB-B9C5A058BAEC}"/>
                  </a:ext>
                </a:extLst>
              </p:cNvPr>
              <p:cNvSpPr txBox="1"/>
              <p:nvPr/>
            </p:nvSpPr>
            <p:spPr>
              <a:xfrm>
                <a:off x="2977098" y="202118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6" name="Picture 48" descr="Alibaba Group - YouTube">
              <a:extLst>
                <a:ext uri="{FF2B5EF4-FFF2-40B4-BE49-F238E27FC236}">
                  <a16:creationId xmlns:a16="http://schemas.microsoft.com/office/drawing/2014/main" id="{FE042F1F-5DF9-2248-89F0-3385180BC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428" y="29469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731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460374" y="1761333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ine 3"/>
          <p:cNvSpPr/>
          <p:nvPr/>
        </p:nvSpPr>
        <p:spPr>
          <a:xfrm flipV="1">
            <a:off x="1403349" y="4604925"/>
            <a:ext cx="186690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Line 4"/>
          <p:cNvSpPr/>
          <p:nvPr/>
        </p:nvSpPr>
        <p:spPr>
          <a:xfrm flipV="1">
            <a:off x="1031876" y="4042950"/>
            <a:ext cx="2962275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 flipV="1">
            <a:off x="822324" y="3672046"/>
            <a:ext cx="37338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ine 6"/>
          <p:cNvSpPr/>
          <p:nvPr/>
        </p:nvSpPr>
        <p:spPr>
          <a:xfrm flipV="1">
            <a:off x="679449" y="3391061"/>
            <a:ext cx="4362450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 flipV="1">
            <a:off x="584201" y="3155029"/>
            <a:ext cx="4905375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 flipV="1">
            <a:off x="527049" y="2963958"/>
            <a:ext cx="5372100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Line 9"/>
          <p:cNvSpPr/>
          <p:nvPr/>
        </p:nvSpPr>
        <p:spPr>
          <a:xfrm flipV="1">
            <a:off x="488951" y="2795367"/>
            <a:ext cx="5800725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 flipV="1">
            <a:off x="469899" y="2649254"/>
            <a:ext cx="6191250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 flipV="1">
            <a:off x="517526" y="2514378"/>
            <a:ext cx="6505575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 flipV="1">
            <a:off x="765174" y="2413222"/>
            <a:ext cx="6591300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 flipV="1">
            <a:off x="1012826" y="2312069"/>
            <a:ext cx="6677025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 flipV="1">
            <a:off x="1260476" y="2222153"/>
            <a:ext cx="6753225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1508124" y="2143474"/>
            <a:ext cx="6819900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1755774" y="2076039"/>
            <a:ext cx="6877050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2003426" y="2019840"/>
            <a:ext cx="6924675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 flipV="1">
            <a:off x="2251074" y="1963642"/>
            <a:ext cx="6972300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2498724" y="1918684"/>
            <a:ext cx="7010400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V="1">
            <a:off x="2746376" y="1884966"/>
            <a:ext cx="7038975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4024" y="1851249"/>
            <a:ext cx="7067550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3241674" y="1828768"/>
            <a:ext cx="708660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3489324" y="1806291"/>
            <a:ext cx="710565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3736974" y="1783810"/>
            <a:ext cx="7124700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398462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23227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4479926" y="1772573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 flipV="1">
            <a:off x="8747124" y="2031079"/>
            <a:ext cx="2895600" cy="341680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 flipV="1">
            <a:off x="9090024" y="2323306"/>
            <a:ext cx="2552700" cy="301218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 flipV="1">
            <a:off x="9413874" y="2615535"/>
            <a:ext cx="2228850" cy="263004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 flipV="1">
            <a:off x="9728201" y="2907760"/>
            <a:ext cx="1914525" cy="22591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 flipV="1">
            <a:off x="10023474" y="3199989"/>
            <a:ext cx="1619250" cy="191071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 flipV="1">
            <a:off x="10309224" y="3492214"/>
            <a:ext cx="1333500" cy="157353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 flipV="1">
            <a:off x="10585451" y="3784441"/>
            <a:ext cx="1057275" cy="12475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 flipV="1">
            <a:off x="10861674" y="4076670"/>
            <a:ext cx="781050" cy="92163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 flipV="1">
            <a:off x="11128374" y="4368897"/>
            <a:ext cx="514350" cy="60693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 flipV="1">
            <a:off x="11385551" y="4661124"/>
            <a:ext cx="257175" cy="3034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 flipV="1">
            <a:off x="11633201" y="4953349"/>
            <a:ext cx="9525" cy="112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Path 39"/>
          <p:cNvSpPr/>
          <p:nvPr/>
        </p:nvSpPr>
        <p:spPr>
          <a:xfrm>
            <a:off x="4708524" y="4971256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ath 40"/>
          <p:cNvSpPr/>
          <p:nvPr/>
        </p:nvSpPr>
        <p:spPr>
          <a:xfrm>
            <a:off x="7756524" y="7247733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ath 41"/>
          <p:cNvSpPr/>
          <p:nvPr/>
        </p:nvSpPr>
        <p:spPr>
          <a:xfrm>
            <a:off x="9747251" y="8752683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ath 42"/>
          <p:cNvSpPr/>
          <p:nvPr/>
        </p:nvSpPr>
        <p:spPr>
          <a:xfrm>
            <a:off x="460374" y="1761333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Path 43"/>
          <p:cNvSpPr/>
          <p:nvPr/>
        </p:nvSpPr>
        <p:spPr>
          <a:xfrm>
            <a:off x="4708524" y="4971256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" name="Path 44"/>
          <p:cNvSpPr/>
          <p:nvPr/>
        </p:nvSpPr>
        <p:spPr>
          <a:xfrm>
            <a:off x="7756524" y="7247733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" name="Path 45"/>
          <p:cNvSpPr/>
          <p:nvPr/>
        </p:nvSpPr>
        <p:spPr>
          <a:xfrm>
            <a:off x="9747251" y="8752683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H="1" flipV="1">
            <a:off x="698500" y="7990682"/>
            <a:ext cx="7030824" cy="141350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H="1" flipV="1">
            <a:off x="1841500" y="5923756"/>
            <a:ext cx="6429375" cy="2799184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 flipH="1" flipV="1">
            <a:off x="3632200" y="4161632"/>
            <a:ext cx="5193300" cy="390886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 flipH="1" flipV="1">
            <a:off x="5984875" y="2809082"/>
            <a:ext cx="3679427" cy="480059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 flipV="1">
            <a:off x="8718550" y="1951831"/>
            <a:ext cx="1906630" cy="5372100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57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1736724" y="9790906"/>
            <a:ext cx="266700" cy="266700"/>
          </a:xfrm>
          <a:prstGeom prst="rect">
            <a:avLst/>
          </a:prstGeom>
        </p:spPr>
      </p:pic>
      <p:pic>
        <p:nvPicPr>
          <p:cNvPr id="58" name="washington"/>
          <p:cNvPicPr/>
          <p:nvPr/>
        </p:nvPicPr>
        <p:blipFill>
          <a:blip r:embed="rId4"/>
          <a:stretch>
            <a:fillRect/>
          </a:stretch>
        </p:blipFill>
        <p:spPr>
          <a:xfrm>
            <a:off x="1422399" y="9343231"/>
            <a:ext cx="266700" cy="266700"/>
          </a:xfrm>
          <a:prstGeom prst="rect">
            <a:avLst/>
          </a:prstGeom>
        </p:spPr>
      </p:pic>
      <p:pic>
        <p:nvPicPr>
          <p:cNvPr id="59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1851024" y="8914606"/>
            <a:ext cx="266700" cy="266700"/>
          </a:xfrm>
          <a:prstGeom prst="rect">
            <a:avLst/>
          </a:prstGeom>
        </p:spPr>
      </p:pic>
      <p:pic>
        <p:nvPicPr>
          <p:cNvPr id="60" name="seal"/>
          <p:cNvPicPr/>
          <p:nvPr/>
        </p:nvPicPr>
        <p:blipFill>
          <a:blip r:embed="rId6"/>
          <a:stretch>
            <a:fillRect/>
          </a:stretch>
        </p:blipFill>
        <p:spPr>
          <a:xfrm>
            <a:off x="1851024" y="8476456"/>
            <a:ext cx="266700" cy="266700"/>
          </a:xfrm>
          <a:prstGeom prst="rect">
            <a:avLst/>
          </a:prstGeom>
        </p:spPr>
      </p:pic>
      <p:pic>
        <p:nvPicPr>
          <p:cNvPr id="61" name="uber"/>
          <p:cNvPicPr/>
          <p:nvPr/>
        </p:nvPicPr>
        <p:blipFill>
          <a:blip r:embed="rId7"/>
          <a:stretch>
            <a:fillRect/>
          </a:stretch>
        </p:blipFill>
        <p:spPr>
          <a:xfrm>
            <a:off x="2117724" y="8000206"/>
            <a:ext cx="266700" cy="266700"/>
          </a:xfrm>
          <a:prstGeom prst="rect">
            <a:avLst/>
          </a:prstGeom>
        </p:spPr>
      </p:pic>
      <p:pic>
        <p:nvPicPr>
          <p:cNvPr id="62" name="agentgym"/>
          <p:cNvPicPr/>
          <p:nvPr/>
        </p:nvPicPr>
        <p:blipFill>
          <a:blip r:embed="rId8"/>
          <a:stretch>
            <a:fillRect/>
          </a:stretch>
        </p:blipFill>
        <p:spPr>
          <a:xfrm>
            <a:off x="1917699" y="7676356"/>
            <a:ext cx="266700" cy="266700"/>
          </a:xfrm>
          <a:prstGeom prst="rect">
            <a:avLst/>
          </a:prstGeom>
        </p:spPr>
      </p:pic>
      <p:pic>
        <p:nvPicPr>
          <p:cNvPr id="63" name="tsinghua"/>
          <p:cNvPicPr/>
          <p:nvPr/>
        </p:nvPicPr>
        <p:blipFill>
          <a:blip r:embed="rId9"/>
          <a:stretch>
            <a:fillRect/>
          </a:stretch>
        </p:blipFill>
        <p:spPr>
          <a:xfrm>
            <a:off x="1917699" y="7381081"/>
            <a:ext cx="266700" cy="266700"/>
          </a:xfrm>
          <a:prstGeom prst="rect">
            <a:avLst/>
          </a:prstGeom>
        </p:spPr>
      </p:pic>
      <p:pic>
        <p:nvPicPr>
          <p:cNvPr id="64" name="rzero"/>
          <p:cNvPicPr/>
          <p:nvPr/>
        </p:nvPicPr>
        <p:blipFill>
          <a:blip r:embed="rId10"/>
          <a:stretch>
            <a:fillRect/>
          </a:stretch>
        </p:blipFill>
        <p:spPr>
          <a:xfrm>
            <a:off x="2432049" y="7057231"/>
            <a:ext cx="266700" cy="266700"/>
          </a:xfrm>
          <a:prstGeom prst="rect">
            <a:avLst/>
          </a:prstGeom>
        </p:spPr>
      </p:pic>
      <p:pic>
        <p:nvPicPr>
          <p:cNvPr id="65" name="alibaba"/>
          <p:cNvPicPr/>
          <p:nvPr/>
        </p:nvPicPr>
        <p:blipFill>
          <a:blip r:embed="rId11"/>
          <a:stretch>
            <a:fillRect/>
          </a:stretch>
        </p:blipFill>
        <p:spPr>
          <a:xfrm>
            <a:off x="1622424" y="6752431"/>
            <a:ext cx="266700" cy="266700"/>
          </a:xfrm>
          <a:prstGeom prst="rect">
            <a:avLst/>
          </a:prstGeom>
        </p:spPr>
      </p:pic>
      <p:pic>
        <p:nvPicPr>
          <p:cNvPr id="66" name="northeastern"/>
          <p:cNvPicPr/>
          <p:nvPr/>
        </p:nvPicPr>
        <p:blipFill>
          <a:blip r:embed="rId12"/>
          <a:stretch>
            <a:fillRect/>
          </a:stretch>
        </p:blipFill>
        <p:spPr>
          <a:xfrm>
            <a:off x="3327399" y="6266656"/>
            <a:ext cx="266700" cy="266700"/>
          </a:xfrm>
          <a:prstGeom prst="rect">
            <a:avLst/>
          </a:prstGeom>
        </p:spPr>
      </p:pic>
      <p:pic>
        <p:nvPicPr>
          <p:cNvPr id="67" name="nvidia"/>
          <p:cNvPicPr/>
          <p:nvPr/>
        </p:nvPicPr>
        <p:blipFill>
          <a:blip r:embed="rId13"/>
          <a:stretch>
            <a:fillRect/>
          </a:stretch>
        </p:blipFill>
        <p:spPr>
          <a:xfrm>
            <a:off x="2927349" y="5990431"/>
            <a:ext cx="266700" cy="266700"/>
          </a:xfrm>
          <a:prstGeom prst="rect">
            <a:avLst/>
          </a:prstGeom>
        </p:spPr>
      </p:pic>
      <p:pic>
        <p:nvPicPr>
          <p:cNvPr id="68" name="tsinghua"/>
          <p:cNvPicPr/>
          <p:nvPr/>
        </p:nvPicPr>
        <p:blipFill>
          <a:blip r:embed="rId9"/>
          <a:stretch>
            <a:fillRect/>
          </a:stretch>
        </p:blipFill>
        <p:spPr>
          <a:xfrm>
            <a:off x="3279774" y="5714206"/>
            <a:ext cx="266700" cy="266700"/>
          </a:xfrm>
          <a:prstGeom prst="rect">
            <a:avLst/>
          </a:prstGeom>
        </p:spPr>
      </p:pic>
      <p:pic>
        <p:nvPicPr>
          <p:cNvPr id="69" name="rutgers"/>
          <p:cNvPicPr/>
          <p:nvPr/>
        </p:nvPicPr>
        <p:blipFill>
          <a:blip r:embed="rId14"/>
          <a:stretch>
            <a:fillRect/>
          </a:stretch>
        </p:blipFill>
        <p:spPr>
          <a:xfrm>
            <a:off x="3479799" y="5457031"/>
            <a:ext cx="266700" cy="266700"/>
          </a:xfrm>
          <a:prstGeom prst="rect">
            <a:avLst/>
          </a:prstGeom>
        </p:spPr>
      </p:pic>
      <p:pic>
        <p:nvPicPr>
          <p:cNvPr id="70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3717924" y="5180806"/>
            <a:ext cx="266700" cy="266700"/>
          </a:xfrm>
          <a:prstGeom prst="rect">
            <a:avLst/>
          </a:prstGeom>
        </p:spPr>
      </p:pic>
      <p:pic>
        <p:nvPicPr>
          <p:cNvPr id="71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5118099" y="4942681"/>
            <a:ext cx="266700" cy="266700"/>
          </a:xfrm>
          <a:prstGeom prst="rect">
            <a:avLst/>
          </a:prstGeom>
        </p:spPr>
      </p:pic>
      <p:pic>
        <p:nvPicPr>
          <p:cNvPr id="72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5013324" y="4590256"/>
            <a:ext cx="266700" cy="266700"/>
          </a:xfrm>
          <a:prstGeom prst="rect">
            <a:avLst/>
          </a:prstGeom>
        </p:spPr>
      </p:pic>
      <p:pic>
        <p:nvPicPr>
          <p:cNvPr id="76" name="unc"/>
          <p:cNvPicPr/>
          <p:nvPr/>
        </p:nvPicPr>
        <p:blipFill>
          <a:blip r:embed="rId15"/>
          <a:stretch>
            <a:fillRect/>
          </a:stretch>
        </p:blipFill>
        <p:spPr>
          <a:xfrm>
            <a:off x="6899274" y="2599531"/>
            <a:ext cx="266700" cy="266700"/>
          </a:xfrm>
          <a:prstGeom prst="rect">
            <a:avLst/>
          </a:prstGeom>
        </p:spPr>
      </p:pic>
      <p:pic>
        <p:nvPicPr>
          <p:cNvPr id="77" name="microsoft"/>
          <p:cNvPicPr/>
          <p:nvPr/>
        </p:nvPicPr>
        <p:blipFill>
          <a:blip r:embed="rId16"/>
          <a:stretch>
            <a:fillRect/>
          </a:stretch>
        </p:blipFill>
        <p:spPr>
          <a:xfrm>
            <a:off x="7956549" y="4761706"/>
            <a:ext cx="266700" cy="266700"/>
          </a:xfrm>
          <a:prstGeom prst="rect">
            <a:avLst/>
          </a:prstGeom>
        </p:spPr>
      </p:pic>
      <p:pic>
        <p:nvPicPr>
          <p:cNvPr id="78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9147174" y="2199481"/>
            <a:ext cx="266700" cy="266700"/>
          </a:xfrm>
          <a:prstGeom prst="rect">
            <a:avLst/>
          </a:prstGeom>
        </p:spPr>
      </p:pic>
      <p:pic>
        <p:nvPicPr>
          <p:cNvPr id="79" name="minnesota"/>
          <p:cNvPicPr/>
          <p:nvPr/>
        </p:nvPicPr>
        <p:blipFill>
          <a:blip r:embed="rId17"/>
          <a:stretch>
            <a:fillRect/>
          </a:stretch>
        </p:blipFill>
        <p:spPr>
          <a:xfrm>
            <a:off x="9680574" y="2704306"/>
            <a:ext cx="266700" cy="266700"/>
          </a:xfrm>
          <a:prstGeom prst="rect">
            <a:avLst/>
          </a:prstGeom>
        </p:spPr>
      </p:pic>
      <p:pic>
        <p:nvPicPr>
          <p:cNvPr id="80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9537699" y="3609181"/>
            <a:ext cx="266700" cy="266700"/>
          </a:xfrm>
          <a:prstGeom prst="rect">
            <a:avLst/>
          </a:prstGeom>
        </p:spPr>
      </p:pic>
      <p:pic>
        <p:nvPicPr>
          <p:cNvPr id="81" name="microsoft"/>
          <p:cNvPicPr/>
          <p:nvPr/>
        </p:nvPicPr>
        <p:blipFill>
          <a:blip r:embed="rId16"/>
          <a:stretch>
            <a:fillRect/>
          </a:stretch>
        </p:blipFill>
        <p:spPr>
          <a:xfrm>
            <a:off x="9928224" y="4075906"/>
            <a:ext cx="266700" cy="266700"/>
          </a:xfrm>
          <a:prstGeom prst="rect">
            <a:avLst/>
          </a:prstGeom>
        </p:spPr>
      </p:pic>
      <p:pic>
        <p:nvPicPr>
          <p:cNvPr id="82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6946899" y="3123406"/>
            <a:ext cx="266700" cy="266700"/>
          </a:xfrm>
          <a:prstGeom prst="rect">
            <a:avLst/>
          </a:prstGeom>
        </p:spPr>
      </p:pic>
      <p:pic>
        <p:nvPicPr>
          <p:cNvPr id="83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7213599" y="3694906"/>
            <a:ext cx="266700" cy="266700"/>
          </a:xfrm>
          <a:prstGeom prst="rect">
            <a:avLst/>
          </a:prstGeom>
        </p:spPr>
      </p:pic>
      <p:pic>
        <p:nvPicPr>
          <p:cNvPr id="84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7527924" y="4228306"/>
            <a:ext cx="266700" cy="266700"/>
          </a:xfrm>
          <a:prstGeom prst="rect">
            <a:avLst/>
          </a:prstGeom>
        </p:spPr>
      </p:pic>
      <p:pic>
        <p:nvPicPr>
          <p:cNvPr id="85" name="aiscientist"/>
          <p:cNvPicPr/>
          <p:nvPr/>
        </p:nvPicPr>
        <p:blipFill>
          <a:blip r:embed="rId19"/>
          <a:stretch>
            <a:fillRect/>
          </a:stretch>
        </p:blipFill>
        <p:spPr>
          <a:xfrm>
            <a:off x="9890124" y="4552156"/>
            <a:ext cx="266700" cy="266700"/>
          </a:xfrm>
          <a:prstGeom prst="rect">
            <a:avLst/>
          </a:prstGeom>
        </p:spPr>
      </p:pic>
      <p:sp>
        <p:nvSpPr>
          <p:cNvPr id="92" name="TextBox 92"/>
          <p:cNvSpPr txBox="1"/>
          <p:nvPr/>
        </p:nvSpPr>
        <p:spPr>
          <a:xfrm>
            <a:off x="2079626" y="9800431"/>
            <a:ext cx="638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lang="zh-CN" altLang="en-US" sz="1700"/>
          </a:p>
        </p:txBody>
      </p:sp>
      <p:sp>
        <p:nvSpPr>
          <p:cNvPr id="93" name="TextBox 93"/>
          <p:cNvSpPr txBox="1"/>
          <p:nvPr/>
        </p:nvSpPr>
        <p:spPr>
          <a:xfrm>
            <a:off x="2765424" y="98385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94" name="TextBox 94"/>
          <p:cNvSpPr txBox="1"/>
          <p:nvPr/>
        </p:nvSpPr>
        <p:spPr>
          <a:xfrm>
            <a:off x="1774824" y="9362281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  <a:endParaRPr lang="zh-CN" altLang="en-US" sz="1700"/>
          </a:p>
        </p:txBody>
      </p:sp>
      <p:sp>
        <p:nvSpPr>
          <p:cNvPr id="95" name="TextBox 95"/>
          <p:cNvSpPr txBox="1"/>
          <p:nvPr/>
        </p:nvSpPr>
        <p:spPr>
          <a:xfrm>
            <a:off x="3098799" y="94003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96" name="TextBox 96"/>
          <p:cNvSpPr txBox="1"/>
          <p:nvPr/>
        </p:nvSpPr>
        <p:spPr>
          <a:xfrm>
            <a:off x="2193926" y="8933656"/>
            <a:ext cx="5810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ReST</a:t>
            </a:r>
            <a:endParaRPr lang="zh-CN" altLang="en-US" sz="1700"/>
          </a:p>
        </p:txBody>
      </p:sp>
      <p:sp>
        <p:nvSpPr>
          <p:cNvPr id="97" name="TextBox 97"/>
          <p:cNvSpPr txBox="1"/>
          <p:nvPr/>
        </p:nvSpPr>
        <p:spPr>
          <a:xfrm>
            <a:off x="2822574" y="897175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98" name="TextBox 98"/>
          <p:cNvSpPr txBox="1"/>
          <p:nvPr/>
        </p:nvSpPr>
        <p:spPr>
          <a:xfrm>
            <a:off x="2193924" y="8505031"/>
            <a:ext cx="5905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SEAL</a:t>
            </a:r>
            <a:endParaRPr lang="zh-CN" altLang="en-US" sz="1700"/>
          </a:p>
        </p:txBody>
      </p:sp>
      <p:sp>
        <p:nvSpPr>
          <p:cNvPr id="99" name="TextBox 99"/>
          <p:cNvSpPr txBox="1"/>
          <p:nvPr/>
        </p:nvSpPr>
        <p:spPr>
          <a:xfrm>
            <a:off x="2832099" y="85431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0" name="TextBox 100"/>
          <p:cNvSpPr txBox="1"/>
          <p:nvPr/>
        </p:nvSpPr>
        <p:spPr>
          <a:xfrm>
            <a:off x="2460624" y="8019256"/>
            <a:ext cx="628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POET</a:t>
            </a:r>
            <a:endParaRPr lang="zh-CN" altLang="en-US" sz="1700"/>
          </a:p>
        </p:txBody>
      </p:sp>
      <p:sp>
        <p:nvSpPr>
          <p:cNvPr id="101" name="TextBox 101"/>
          <p:cNvSpPr txBox="1"/>
          <p:nvPr/>
        </p:nvSpPr>
        <p:spPr>
          <a:xfrm>
            <a:off x="3136899" y="805735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2019</a:t>
            </a:r>
            <a:endParaRPr lang="zh-CN" altLang="en-US" sz="1250"/>
          </a:p>
        </p:txBody>
      </p:sp>
      <p:sp>
        <p:nvSpPr>
          <p:cNvPr id="102" name="TextBox 102"/>
          <p:cNvSpPr txBox="1"/>
          <p:nvPr/>
        </p:nvSpPr>
        <p:spPr>
          <a:xfrm>
            <a:off x="2270124" y="7704931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AgentGym</a:t>
            </a:r>
            <a:endParaRPr lang="zh-CN" altLang="en-US" sz="1700"/>
          </a:p>
        </p:txBody>
      </p:sp>
      <p:sp>
        <p:nvSpPr>
          <p:cNvPr id="103" name="TextBox 103"/>
          <p:cNvSpPr txBox="1"/>
          <p:nvPr/>
        </p:nvSpPr>
        <p:spPr>
          <a:xfrm>
            <a:off x="3365499" y="77430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4" name="TextBox 104"/>
          <p:cNvSpPr txBox="1"/>
          <p:nvPr/>
        </p:nvSpPr>
        <p:spPr>
          <a:xfrm>
            <a:off x="2270124" y="7400131"/>
            <a:ext cx="13716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Absolute Zero</a:t>
            </a:r>
            <a:endParaRPr lang="zh-CN" altLang="en-US" sz="1700"/>
          </a:p>
        </p:txBody>
      </p:sp>
      <p:sp>
        <p:nvSpPr>
          <p:cNvPr id="105" name="TextBox 105"/>
          <p:cNvSpPr txBox="1"/>
          <p:nvPr/>
        </p:nvSpPr>
        <p:spPr>
          <a:xfrm>
            <a:off x="3689349" y="74382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6" name="TextBox 106"/>
          <p:cNvSpPr txBox="1"/>
          <p:nvPr/>
        </p:nvSpPr>
        <p:spPr>
          <a:xfrm>
            <a:off x="2765426" y="7095331"/>
            <a:ext cx="752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R-Zero</a:t>
            </a:r>
            <a:endParaRPr lang="zh-CN" altLang="en-US" sz="1700"/>
          </a:p>
        </p:txBody>
      </p:sp>
      <p:sp>
        <p:nvSpPr>
          <p:cNvPr id="107" name="TextBox 107"/>
          <p:cNvSpPr txBox="1"/>
          <p:nvPr/>
        </p:nvSpPr>
        <p:spPr>
          <a:xfrm>
            <a:off x="3565524" y="71334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8" name="TextBox 108"/>
          <p:cNvSpPr txBox="1"/>
          <p:nvPr/>
        </p:nvSpPr>
        <p:spPr>
          <a:xfrm>
            <a:off x="1984374" y="6771481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AgentEvolver</a:t>
            </a:r>
            <a:endParaRPr lang="zh-CN" altLang="en-US" sz="1700"/>
          </a:p>
        </p:txBody>
      </p:sp>
      <p:sp>
        <p:nvSpPr>
          <p:cNvPr id="109" name="TextBox 109"/>
          <p:cNvSpPr txBox="1"/>
          <p:nvPr/>
        </p:nvSpPr>
        <p:spPr>
          <a:xfrm>
            <a:off x="3365499" y="68095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10" name="TextBox 110"/>
          <p:cNvSpPr txBox="1"/>
          <p:nvPr/>
        </p:nvSpPr>
        <p:spPr>
          <a:xfrm>
            <a:off x="3679824" y="6285706"/>
            <a:ext cx="9906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Reflexion</a:t>
            </a:r>
            <a:endParaRPr lang="zh-CN" altLang="en-US" sz="1700"/>
          </a:p>
        </p:txBody>
      </p:sp>
      <p:sp>
        <p:nvSpPr>
          <p:cNvPr id="111" name="TextBox 111"/>
          <p:cNvSpPr txBox="1"/>
          <p:nvPr/>
        </p:nvSpPr>
        <p:spPr>
          <a:xfrm>
            <a:off x="4718049" y="63238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2" name="TextBox 112"/>
          <p:cNvSpPr txBox="1"/>
          <p:nvPr/>
        </p:nvSpPr>
        <p:spPr>
          <a:xfrm>
            <a:off x="3279776" y="5980906"/>
            <a:ext cx="8477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Voyager</a:t>
            </a:r>
            <a:endParaRPr lang="zh-CN" altLang="en-US" sz="1700"/>
          </a:p>
        </p:txBody>
      </p:sp>
      <p:sp>
        <p:nvSpPr>
          <p:cNvPr id="113" name="TextBox 113"/>
          <p:cNvSpPr txBox="1"/>
          <p:nvPr/>
        </p:nvSpPr>
        <p:spPr>
          <a:xfrm>
            <a:off x="4175124" y="60190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4" name="TextBox 114"/>
          <p:cNvSpPr txBox="1"/>
          <p:nvPr/>
        </p:nvSpPr>
        <p:spPr>
          <a:xfrm>
            <a:off x="3622676" y="5714206"/>
            <a:ext cx="6762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ExpeL</a:t>
            </a:r>
            <a:endParaRPr lang="zh-CN" altLang="en-US" sz="1700"/>
          </a:p>
        </p:txBody>
      </p:sp>
      <p:sp>
        <p:nvSpPr>
          <p:cNvPr id="115" name="TextBox 115"/>
          <p:cNvSpPr txBox="1"/>
          <p:nvPr/>
        </p:nvSpPr>
        <p:spPr>
          <a:xfrm>
            <a:off x="4346574" y="57523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6" name="TextBox 116"/>
          <p:cNvSpPr txBox="1"/>
          <p:nvPr/>
        </p:nvSpPr>
        <p:spPr>
          <a:xfrm>
            <a:off x="3756024" y="5466556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A-MEM</a:t>
            </a:r>
            <a:endParaRPr lang="zh-CN" altLang="en-US" sz="1700"/>
          </a:p>
        </p:txBody>
      </p:sp>
      <p:sp>
        <p:nvSpPr>
          <p:cNvPr id="117" name="TextBox 117"/>
          <p:cNvSpPr txBox="1"/>
          <p:nvPr/>
        </p:nvSpPr>
        <p:spPr>
          <a:xfrm>
            <a:off x="4679949" y="550465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18" name="TextBox 118"/>
          <p:cNvSpPr txBox="1"/>
          <p:nvPr/>
        </p:nvSpPr>
        <p:spPr>
          <a:xfrm>
            <a:off x="4079876" y="5199856"/>
            <a:ext cx="4857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ACE</a:t>
            </a:r>
            <a:endParaRPr lang="zh-CN" altLang="en-US" sz="1700"/>
          </a:p>
        </p:txBody>
      </p:sp>
      <p:sp>
        <p:nvSpPr>
          <p:cNvPr id="119" name="TextBox 119"/>
          <p:cNvSpPr txBox="1"/>
          <p:nvPr/>
        </p:nvSpPr>
        <p:spPr>
          <a:xfrm>
            <a:off x="4613274" y="523795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20" name="TextBox 120"/>
          <p:cNvSpPr txBox="1"/>
          <p:nvPr/>
        </p:nvSpPr>
        <p:spPr>
          <a:xfrm>
            <a:off x="5470524" y="4942681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OPRO</a:t>
            </a:r>
            <a:endParaRPr lang="zh-CN" altLang="en-US" sz="1700"/>
          </a:p>
        </p:txBody>
      </p:sp>
      <p:sp>
        <p:nvSpPr>
          <p:cNvPr id="121" name="TextBox 121"/>
          <p:cNvSpPr txBox="1"/>
          <p:nvPr/>
        </p:nvSpPr>
        <p:spPr>
          <a:xfrm>
            <a:off x="6242049" y="49807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22" name="TextBox 122"/>
          <p:cNvSpPr txBox="1"/>
          <p:nvPr/>
        </p:nvSpPr>
        <p:spPr>
          <a:xfrm>
            <a:off x="5356226" y="4571206"/>
            <a:ext cx="638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DSPy</a:t>
            </a:r>
            <a:endParaRPr lang="zh-CN" altLang="en-US" sz="1700"/>
          </a:p>
        </p:txBody>
      </p:sp>
      <p:sp>
        <p:nvSpPr>
          <p:cNvPr id="123" name="TextBox 123"/>
          <p:cNvSpPr txBox="1"/>
          <p:nvPr/>
        </p:nvSpPr>
        <p:spPr>
          <a:xfrm>
            <a:off x="6042024" y="46093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24" name="TextBox 124"/>
          <p:cNvSpPr txBox="1"/>
          <p:nvPr/>
        </p:nvSpPr>
        <p:spPr>
          <a:xfrm>
            <a:off x="5365749" y="4218781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ADAS</a:t>
            </a:r>
            <a:endParaRPr lang="zh-CN" altLang="en-US" sz="1700"/>
          </a:p>
        </p:txBody>
      </p:sp>
      <p:sp>
        <p:nvSpPr>
          <p:cNvPr id="125" name="TextBox 125"/>
          <p:cNvSpPr txBox="1"/>
          <p:nvPr/>
        </p:nvSpPr>
        <p:spPr>
          <a:xfrm>
            <a:off x="6099174" y="42568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26" name="TextBox 126"/>
          <p:cNvSpPr txBox="1"/>
          <p:nvPr/>
        </p:nvSpPr>
        <p:spPr>
          <a:xfrm>
            <a:off x="5356226" y="3847306"/>
            <a:ext cx="6000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DGM</a:t>
            </a:r>
            <a:endParaRPr lang="zh-CN" altLang="en-US" sz="1700"/>
          </a:p>
        </p:txBody>
      </p:sp>
      <p:sp>
        <p:nvSpPr>
          <p:cNvPr id="127" name="TextBox 127"/>
          <p:cNvSpPr txBox="1"/>
          <p:nvPr/>
        </p:nvSpPr>
        <p:spPr>
          <a:xfrm>
            <a:off x="6003924" y="38854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28" name="TextBox 128"/>
          <p:cNvSpPr txBox="1"/>
          <p:nvPr/>
        </p:nvSpPr>
        <p:spPr>
          <a:xfrm>
            <a:off x="5365749" y="3475831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GEPA</a:t>
            </a:r>
            <a:endParaRPr lang="zh-CN" altLang="en-US" sz="1700"/>
          </a:p>
        </p:txBody>
      </p:sp>
      <p:sp>
        <p:nvSpPr>
          <p:cNvPr id="129" name="TextBox 129"/>
          <p:cNvSpPr txBox="1"/>
          <p:nvPr/>
        </p:nvSpPr>
        <p:spPr>
          <a:xfrm>
            <a:off x="6080124" y="35139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30" name="TextBox 130"/>
          <p:cNvSpPr txBox="1"/>
          <p:nvPr/>
        </p:nvSpPr>
        <p:spPr>
          <a:xfrm>
            <a:off x="7251699" y="2599531"/>
            <a:ext cx="895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CREAM</a:t>
            </a:r>
            <a:endParaRPr lang="zh-CN" altLang="en-US" sz="1700"/>
          </a:p>
        </p:txBody>
      </p:sp>
      <p:sp>
        <p:nvSpPr>
          <p:cNvPr id="131" name="TextBox 131"/>
          <p:cNvSpPr txBox="1"/>
          <p:nvPr/>
        </p:nvSpPr>
        <p:spPr>
          <a:xfrm>
            <a:off x="8194674" y="263763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32" name="TextBox 132"/>
          <p:cNvSpPr txBox="1"/>
          <p:nvPr/>
        </p:nvSpPr>
        <p:spPr>
          <a:xfrm>
            <a:off x="8299449" y="4790281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CRITIC</a:t>
            </a:r>
            <a:endParaRPr lang="zh-CN" altLang="en-US" sz="1700"/>
          </a:p>
        </p:txBody>
      </p:sp>
      <p:sp>
        <p:nvSpPr>
          <p:cNvPr id="133" name="TextBox 133"/>
          <p:cNvSpPr txBox="1"/>
          <p:nvPr/>
        </p:nvSpPr>
        <p:spPr>
          <a:xfrm>
            <a:off x="9223374" y="48283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34" name="TextBox 134"/>
          <p:cNvSpPr txBox="1"/>
          <p:nvPr/>
        </p:nvSpPr>
        <p:spPr>
          <a:xfrm>
            <a:off x="9509126" y="2209006"/>
            <a:ext cx="1514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  <a:endParaRPr lang="zh-CN" altLang="en-US" sz="1700"/>
          </a:p>
        </p:txBody>
      </p:sp>
      <p:sp>
        <p:nvSpPr>
          <p:cNvPr id="135" name="TextBox 135"/>
          <p:cNvSpPr txBox="1"/>
          <p:nvPr/>
        </p:nvSpPr>
        <p:spPr>
          <a:xfrm>
            <a:off x="11071224" y="22471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36" name="TextBox 136"/>
          <p:cNvSpPr txBox="1"/>
          <p:nvPr/>
        </p:nvSpPr>
        <p:spPr>
          <a:xfrm>
            <a:off x="10032999" y="2704306"/>
            <a:ext cx="628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Metaⁿ</a:t>
            </a:r>
            <a:endParaRPr lang="zh-CN" altLang="en-US" sz="1700"/>
          </a:p>
        </p:txBody>
      </p:sp>
      <p:sp>
        <p:nvSpPr>
          <p:cNvPr id="137" name="TextBox 137"/>
          <p:cNvSpPr txBox="1"/>
          <p:nvPr/>
        </p:nvSpPr>
        <p:spPr>
          <a:xfrm>
            <a:off x="10709274" y="274240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38" name="TextBox 138"/>
          <p:cNvSpPr txBox="1"/>
          <p:nvPr/>
        </p:nvSpPr>
        <p:spPr>
          <a:xfrm>
            <a:off x="9880599" y="3609181"/>
            <a:ext cx="1257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  <a:endParaRPr lang="zh-CN" altLang="en-US" sz="1700"/>
          </a:p>
        </p:txBody>
      </p:sp>
      <p:sp>
        <p:nvSpPr>
          <p:cNvPr id="139" name="TextBox 139"/>
          <p:cNvSpPr txBox="1"/>
          <p:nvPr/>
        </p:nvSpPr>
        <p:spPr>
          <a:xfrm>
            <a:off x="11185524" y="3647283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40" name="TextBox 140"/>
          <p:cNvSpPr txBox="1"/>
          <p:nvPr/>
        </p:nvSpPr>
        <p:spPr>
          <a:xfrm>
            <a:off x="10271124" y="4094956"/>
            <a:ext cx="6477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STOP</a:t>
            </a:r>
            <a:endParaRPr lang="zh-CN" altLang="en-US" sz="1700"/>
          </a:p>
        </p:txBody>
      </p:sp>
      <p:sp>
        <p:nvSpPr>
          <p:cNvPr id="141" name="TextBox 141"/>
          <p:cNvSpPr txBox="1"/>
          <p:nvPr/>
        </p:nvSpPr>
        <p:spPr>
          <a:xfrm>
            <a:off x="10966449" y="4133058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42" name="TextBox 142"/>
          <p:cNvSpPr txBox="1"/>
          <p:nvPr/>
        </p:nvSpPr>
        <p:spPr>
          <a:xfrm>
            <a:off x="7318374" y="3009108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Self-Taught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Evaluators</a:t>
            </a:r>
            <a:endParaRPr lang="zh-CN" altLang="en-US" sz="1700"/>
          </a:p>
        </p:txBody>
      </p:sp>
      <p:sp>
        <p:nvSpPr>
          <p:cNvPr id="143" name="TextBox 143"/>
          <p:cNvSpPr txBox="1"/>
          <p:nvPr/>
        </p:nvSpPr>
        <p:spPr>
          <a:xfrm>
            <a:off x="8509001" y="3332958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4" name="TextBox 144"/>
          <p:cNvSpPr txBox="1"/>
          <p:nvPr/>
        </p:nvSpPr>
        <p:spPr>
          <a:xfrm>
            <a:off x="7575549" y="3532983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45" name="TextBox 145"/>
          <p:cNvSpPr txBox="1"/>
          <p:nvPr/>
        </p:nvSpPr>
        <p:spPr>
          <a:xfrm>
            <a:off x="8775701" y="3856833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6" name="TextBox 146"/>
          <p:cNvSpPr txBox="1"/>
          <p:nvPr/>
        </p:nvSpPr>
        <p:spPr>
          <a:xfrm>
            <a:off x="7851774" y="4085433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47" name="TextBox 147"/>
          <p:cNvSpPr txBox="1"/>
          <p:nvPr/>
        </p:nvSpPr>
        <p:spPr>
          <a:xfrm>
            <a:off x="9061451" y="4409283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8" name="TextBox 148"/>
          <p:cNvSpPr txBox="1"/>
          <p:nvPr/>
        </p:nvSpPr>
        <p:spPr>
          <a:xfrm>
            <a:off x="9766301" y="3028158"/>
            <a:ext cx="1362075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Bilevel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Autoresearch</a:t>
            </a:r>
            <a:endParaRPr lang="zh-CN" altLang="en-US" sz="1700"/>
          </a:p>
        </p:txBody>
      </p:sp>
      <p:sp>
        <p:nvSpPr>
          <p:cNvPr id="149" name="TextBox 149"/>
          <p:cNvSpPr txBox="1"/>
          <p:nvPr/>
        </p:nvSpPr>
        <p:spPr>
          <a:xfrm>
            <a:off x="11233151" y="3352008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91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50" name="TextBox 150"/>
          <p:cNvSpPr txBox="1"/>
          <p:nvPr/>
        </p:nvSpPr>
        <p:spPr>
          <a:xfrm>
            <a:off x="10233026" y="4437858"/>
            <a:ext cx="1038225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Scientist</a:t>
            </a:r>
            <a:endParaRPr lang="zh-CN" altLang="en-US" sz="1700"/>
          </a:p>
        </p:txBody>
      </p:sp>
      <p:sp>
        <p:nvSpPr>
          <p:cNvPr id="151" name="TextBox 151"/>
          <p:cNvSpPr txBox="1"/>
          <p:nvPr/>
        </p:nvSpPr>
        <p:spPr>
          <a:xfrm>
            <a:off x="11233151" y="4761708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52" name="TextBox 152"/>
          <p:cNvSpPr txBox="1"/>
          <p:nvPr/>
        </p:nvSpPr>
        <p:spPr>
          <a:xfrm>
            <a:off x="9423401" y="3190081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000" b="1">
                <a:solidFill>
                  <a:srgbClr val="656575"/>
                </a:solidFill>
                <a:latin typeface="Times New Roman"/>
                <a:ea typeface="Times New Roman"/>
                <a:cs typeface="Times New Roman"/>
              </a:rPr>
              <a:t>Ind.</a:t>
            </a:r>
            <a:endParaRPr lang="zh-CN" altLang="en-US" sz="1000"/>
          </a:p>
        </p:txBody>
      </p:sp>
      <p:sp>
        <p:nvSpPr>
          <p:cNvPr id="153" name="TextBox 153"/>
          <p:cNvSpPr txBox="1"/>
          <p:nvPr/>
        </p:nvSpPr>
        <p:spPr>
          <a:xfrm rot="300000">
            <a:off x="5499099" y="9371806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Interaction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154" name="TextBox 154"/>
          <p:cNvSpPr txBox="1"/>
          <p:nvPr/>
        </p:nvSpPr>
        <p:spPr>
          <a:xfrm rot="900000">
            <a:off x="5937251" y="8390731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Context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155" name="TextBox 155"/>
          <p:cNvSpPr txBox="1"/>
          <p:nvPr/>
        </p:nvSpPr>
        <p:spPr>
          <a:xfrm rot="1560000">
            <a:off x="6575424" y="7371556"/>
            <a:ext cx="19431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endParaRPr lang="zh-CN" altLang="en-US" sz="2400" dirty="0">
              <a:solidFill>
                <a:srgbClr val="3B7FA5"/>
              </a:solidFill>
            </a:endParaRPr>
          </a:p>
        </p:txBody>
      </p:sp>
      <p:sp>
        <p:nvSpPr>
          <p:cNvPr id="156" name="TextBox 156"/>
          <p:cNvSpPr txBox="1"/>
          <p:nvPr/>
        </p:nvSpPr>
        <p:spPr>
          <a:xfrm rot="2580000">
            <a:off x="7640838" y="6592102"/>
            <a:ext cx="149542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Verification,</a:t>
            </a:r>
          </a:p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&amp; Feedback</a:t>
            </a:r>
            <a:endParaRPr lang="zh-CN" altLang="en-US" sz="2400" dirty="0">
              <a:solidFill>
                <a:srgbClr val="B96D5B"/>
              </a:solidFill>
            </a:endParaRPr>
          </a:p>
        </p:txBody>
      </p:sp>
      <p:sp>
        <p:nvSpPr>
          <p:cNvPr id="157" name="TextBox 157"/>
          <p:cNvSpPr txBox="1"/>
          <p:nvPr/>
        </p:nvSpPr>
        <p:spPr>
          <a:xfrm rot="3600000">
            <a:off x="8709024" y="609520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&amp; Workflow 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158" name="TextBox 158"/>
          <p:cNvSpPr txBox="1"/>
          <p:nvPr/>
        </p:nvSpPr>
        <p:spPr>
          <a:xfrm rot="4800000">
            <a:off x="9956799" y="5809456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&amp; Evolution</a:t>
            </a:r>
            <a:endParaRPr lang="zh-CN" altLang="en-US" sz="2400" dirty="0">
              <a:solidFill>
                <a:srgbClr val="3E8790"/>
              </a:solidFill>
            </a:endParaRPr>
          </a:p>
        </p:txBody>
      </p:sp>
      <p:sp>
        <p:nvSpPr>
          <p:cNvPr id="963" name="Path 2">
            <a:extLst>
              <a:ext uri="{FF2B5EF4-FFF2-40B4-BE49-F238E27FC236}">
                <a16:creationId xmlns:a16="http://schemas.microsoft.com/office/drawing/2014/main" id="{8DE7A1E4-7FA2-AC0C-A549-C7EA2FB2D229}"/>
              </a:ext>
            </a:extLst>
          </p:cNvPr>
          <p:cNvSpPr/>
          <p:nvPr/>
        </p:nvSpPr>
        <p:spPr>
          <a:xfrm flipH="1">
            <a:off x="11636254" y="1757198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Line 3">
            <a:extLst>
              <a:ext uri="{FF2B5EF4-FFF2-40B4-BE49-F238E27FC236}">
                <a16:creationId xmlns:a16="http://schemas.microsoft.com/office/drawing/2014/main" id="{0AFFD544-6DDF-BE5A-434E-823390179AC3}"/>
              </a:ext>
            </a:extLst>
          </p:cNvPr>
          <p:cNvSpPr/>
          <p:nvPr/>
        </p:nvSpPr>
        <p:spPr>
          <a:xfrm flipH="1" flipV="1">
            <a:off x="20008504" y="4600790"/>
            <a:ext cx="186685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5" name="Line 4">
            <a:extLst>
              <a:ext uri="{FF2B5EF4-FFF2-40B4-BE49-F238E27FC236}">
                <a16:creationId xmlns:a16="http://schemas.microsoft.com/office/drawing/2014/main" id="{6555B338-AE6B-0EBD-D72A-624F4757970D}"/>
              </a:ext>
            </a:extLst>
          </p:cNvPr>
          <p:cNvSpPr/>
          <p:nvPr/>
        </p:nvSpPr>
        <p:spPr>
          <a:xfrm flipH="1" flipV="1">
            <a:off x="19284623" y="4038815"/>
            <a:ext cx="2962196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6" name="Line 5">
            <a:extLst>
              <a:ext uri="{FF2B5EF4-FFF2-40B4-BE49-F238E27FC236}">
                <a16:creationId xmlns:a16="http://schemas.microsoft.com/office/drawing/2014/main" id="{2390C95F-2F55-0C3E-2C16-CB24528B8D43}"/>
              </a:ext>
            </a:extLst>
          </p:cNvPr>
          <p:cNvSpPr/>
          <p:nvPr/>
        </p:nvSpPr>
        <p:spPr>
          <a:xfrm flipH="1" flipV="1">
            <a:off x="18722664" y="3667911"/>
            <a:ext cx="37337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7" name="Line 6">
            <a:extLst>
              <a:ext uri="{FF2B5EF4-FFF2-40B4-BE49-F238E27FC236}">
                <a16:creationId xmlns:a16="http://schemas.microsoft.com/office/drawing/2014/main" id="{927CE2AD-044C-8B0E-2A2E-27A0E14D4176}"/>
              </a:ext>
            </a:extLst>
          </p:cNvPr>
          <p:cNvSpPr/>
          <p:nvPr/>
        </p:nvSpPr>
        <p:spPr>
          <a:xfrm flipH="1" flipV="1">
            <a:off x="18236903" y="3386926"/>
            <a:ext cx="4362333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8" name="Line 7">
            <a:extLst>
              <a:ext uri="{FF2B5EF4-FFF2-40B4-BE49-F238E27FC236}">
                <a16:creationId xmlns:a16="http://schemas.microsoft.com/office/drawing/2014/main" id="{FBF7ADEB-CAD6-D956-0C23-B784713D6A5E}"/>
              </a:ext>
            </a:extLst>
          </p:cNvPr>
          <p:cNvSpPr/>
          <p:nvPr/>
        </p:nvSpPr>
        <p:spPr>
          <a:xfrm flipH="1" flipV="1">
            <a:off x="17789238" y="3150894"/>
            <a:ext cx="4905244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9" name="Line 8">
            <a:extLst>
              <a:ext uri="{FF2B5EF4-FFF2-40B4-BE49-F238E27FC236}">
                <a16:creationId xmlns:a16="http://schemas.microsoft.com/office/drawing/2014/main" id="{953AB6BC-71B9-3420-D545-FCA7855E06E2}"/>
              </a:ext>
            </a:extLst>
          </p:cNvPr>
          <p:cNvSpPr/>
          <p:nvPr/>
        </p:nvSpPr>
        <p:spPr>
          <a:xfrm flipH="1" flipV="1">
            <a:off x="17379675" y="2959823"/>
            <a:ext cx="5371956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0" name="Line 9">
            <a:extLst>
              <a:ext uri="{FF2B5EF4-FFF2-40B4-BE49-F238E27FC236}">
                <a16:creationId xmlns:a16="http://schemas.microsoft.com/office/drawing/2014/main" id="{2EA5E771-D92A-147A-1793-C1DBC1B95F5A}"/>
              </a:ext>
            </a:extLst>
          </p:cNvPr>
          <p:cNvSpPr/>
          <p:nvPr/>
        </p:nvSpPr>
        <p:spPr>
          <a:xfrm flipH="1" flipV="1">
            <a:off x="16989159" y="2791232"/>
            <a:ext cx="5800570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Line 10">
            <a:extLst>
              <a:ext uri="{FF2B5EF4-FFF2-40B4-BE49-F238E27FC236}">
                <a16:creationId xmlns:a16="http://schemas.microsoft.com/office/drawing/2014/main" id="{67627B7D-5BA4-B479-22CA-3181335AEF9E}"/>
              </a:ext>
            </a:extLst>
          </p:cNvPr>
          <p:cNvSpPr/>
          <p:nvPr/>
        </p:nvSpPr>
        <p:spPr>
          <a:xfrm flipH="1" flipV="1">
            <a:off x="16617695" y="2645119"/>
            <a:ext cx="6191084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Line 11">
            <a:extLst>
              <a:ext uri="{FF2B5EF4-FFF2-40B4-BE49-F238E27FC236}">
                <a16:creationId xmlns:a16="http://schemas.microsoft.com/office/drawing/2014/main" id="{061AB707-BC04-C938-1111-0F6D86831A80}"/>
              </a:ext>
            </a:extLst>
          </p:cNvPr>
          <p:cNvSpPr/>
          <p:nvPr/>
        </p:nvSpPr>
        <p:spPr>
          <a:xfrm flipH="1" flipV="1">
            <a:off x="16255755" y="2510243"/>
            <a:ext cx="6505401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Line 12">
            <a:extLst>
              <a:ext uri="{FF2B5EF4-FFF2-40B4-BE49-F238E27FC236}">
                <a16:creationId xmlns:a16="http://schemas.microsoft.com/office/drawing/2014/main" id="{4C71A988-DEF0-D25B-1724-F12E72A84965}"/>
              </a:ext>
            </a:extLst>
          </p:cNvPr>
          <p:cNvSpPr/>
          <p:nvPr/>
        </p:nvSpPr>
        <p:spPr>
          <a:xfrm flipH="1" flipV="1">
            <a:off x="15922390" y="2409087"/>
            <a:ext cx="6591123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Line 13">
            <a:extLst>
              <a:ext uri="{FF2B5EF4-FFF2-40B4-BE49-F238E27FC236}">
                <a16:creationId xmlns:a16="http://schemas.microsoft.com/office/drawing/2014/main" id="{7EE02606-8E3F-7FA2-F1EA-64047B92D65A}"/>
              </a:ext>
            </a:extLst>
          </p:cNvPr>
          <p:cNvSpPr/>
          <p:nvPr/>
        </p:nvSpPr>
        <p:spPr>
          <a:xfrm flipH="1" flipV="1">
            <a:off x="15589022" y="2307934"/>
            <a:ext cx="6676846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Line 14">
            <a:extLst>
              <a:ext uri="{FF2B5EF4-FFF2-40B4-BE49-F238E27FC236}">
                <a16:creationId xmlns:a16="http://schemas.microsoft.com/office/drawing/2014/main" id="{7926A3CC-CF0B-7416-A14C-DCF5518EF05D}"/>
              </a:ext>
            </a:extLst>
          </p:cNvPr>
          <p:cNvSpPr/>
          <p:nvPr/>
        </p:nvSpPr>
        <p:spPr>
          <a:xfrm flipH="1" flipV="1">
            <a:off x="15265180" y="2218018"/>
            <a:ext cx="6753044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Line 15">
            <a:extLst>
              <a:ext uri="{FF2B5EF4-FFF2-40B4-BE49-F238E27FC236}">
                <a16:creationId xmlns:a16="http://schemas.microsoft.com/office/drawing/2014/main" id="{FBEB0021-0632-2870-9A9D-22681D9414BE}"/>
              </a:ext>
            </a:extLst>
          </p:cNvPr>
          <p:cNvSpPr/>
          <p:nvPr/>
        </p:nvSpPr>
        <p:spPr>
          <a:xfrm flipH="1" flipV="1">
            <a:off x="14950866" y="2139339"/>
            <a:ext cx="6819717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7" name="Line 16">
            <a:extLst>
              <a:ext uri="{FF2B5EF4-FFF2-40B4-BE49-F238E27FC236}">
                <a16:creationId xmlns:a16="http://schemas.microsoft.com/office/drawing/2014/main" id="{F01E11ED-5457-3F08-4392-67F12F3ACF16}"/>
              </a:ext>
            </a:extLst>
          </p:cNvPr>
          <p:cNvSpPr/>
          <p:nvPr/>
        </p:nvSpPr>
        <p:spPr>
          <a:xfrm flipH="1" flipV="1">
            <a:off x="14646073" y="2071904"/>
            <a:ext cx="6876866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8" name="Line 17">
            <a:extLst>
              <a:ext uri="{FF2B5EF4-FFF2-40B4-BE49-F238E27FC236}">
                <a16:creationId xmlns:a16="http://schemas.microsoft.com/office/drawing/2014/main" id="{CC94D37D-A81B-A880-714A-9A838ED7A2C0}"/>
              </a:ext>
            </a:extLst>
          </p:cNvPr>
          <p:cNvSpPr/>
          <p:nvPr/>
        </p:nvSpPr>
        <p:spPr>
          <a:xfrm flipH="1" flipV="1">
            <a:off x="14350805" y="2015705"/>
            <a:ext cx="6924490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9" name="Line 18">
            <a:extLst>
              <a:ext uri="{FF2B5EF4-FFF2-40B4-BE49-F238E27FC236}">
                <a16:creationId xmlns:a16="http://schemas.microsoft.com/office/drawing/2014/main" id="{80DA48A2-3A39-6FA0-D4B5-4C25EFFBBC44}"/>
              </a:ext>
            </a:extLst>
          </p:cNvPr>
          <p:cNvSpPr/>
          <p:nvPr/>
        </p:nvSpPr>
        <p:spPr>
          <a:xfrm flipH="1" flipV="1">
            <a:off x="14055540" y="1959507"/>
            <a:ext cx="6972113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0" name="Line 19">
            <a:extLst>
              <a:ext uri="{FF2B5EF4-FFF2-40B4-BE49-F238E27FC236}">
                <a16:creationId xmlns:a16="http://schemas.microsoft.com/office/drawing/2014/main" id="{95C8ED47-441A-A289-A3EC-B24031DD35E6}"/>
              </a:ext>
            </a:extLst>
          </p:cNvPr>
          <p:cNvSpPr/>
          <p:nvPr/>
        </p:nvSpPr>
        <p:spPr>
          <a:xfrm flipH="1" flipV="1">
            <a:off x="13769796" y="1914549"/>
            <a:ext cx="7010212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1" name="Line 20">
            <a:extLst>
              <a:ext uri="{FF2B5EF4-FFF2-40B4-BE49-F238E27FC236}">
                <a16:creationId xmlns:a16="http://schemas.microsoft.com/office/drawing/2014/main" id="{3C08935D-1D91-6B5E-10C8-CFDDF225E849}"/>
              </a:ext>
            </a:extLst>
          </p:cNvPr>
          <p:cNvSpPr/>
          <p:nvPr/>
        </p:nvSpPr>
        <p:spPr>
          <a:xfrm flipH="1" flipV="1">
            <a:off x="13493578" y="1880831"/>
            <a:ext cx="7038786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Line 21">
            <a:extLst>
              <a:ext uri="{FF2B5EF4-FFF2-40B4-BE49-F238E27FC236}">
                <a16:creationId xmlns:a16="http://schemas.microsoft.com/office/drawing/2014/main" id="{24F69086-2583-A72C-EB41-96BDC191CDD8}"/>
              </a:ext>
            </a:extLst>
          </p:cNvPr>
          <p:cNvSpPr/>
          <p:nvPr/>
        </p:nvSpPr>
        <p:spPr>
          <a:xfrm flipH="1" flipV="1">
            <a:off x="13217362" y="1847114"/>
            <a:ext cx="7067361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3" name="Line 22">
            <a:extLst>
              <a:ext uri="{FF2B5EF4-FFF2-40B4-BE49-F238E27FC236}">
                <a16:creationId xmlns:a16="http://schemas.microsoft.com/office/drawing/2014/main" id="{CDD05BC3-AE48-1067-B9B5-588EA85A9650}"/>
              </a:ext>
            </a:extLst>
          </p:cNvPr>
          <p:cNvSpPr/>
          <p:nvPr/>
        </p:nvSpPr>
        <p:spPr>
          <a:xfrm flipH="1" flipV="1">
            <a:off x="12950668" y="1824633"/>
            <a:ext cx="708641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4" name="Line 23">
            <a:extLst>
              <a:ext uri="{FF2B5EF4-FFF2-40B4-BE49-F238E27FC236}">
                <a16:creationId xmlns:a16="http://schemas.microsoft.com/office/drawing/2014/main" id="{AE724076-3578-4E56-1945-B8E1F4D9D7C3}"/>
              </a:ext>
            </a:extLst>
          </p:cNvPr>
          <p:cNvSpPr/>
          <p:nvPr/>
        </p:nvSpPr>
        <p:spPr>
          <a:xfrm flipH="1" flipV="1">
            <a:off x="12683975" y="1802156"/>
            <a:ext cx="710546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5" name="Line 24">
            <a:extLst>
              <a:ext uri="{FF2B5EF4-FFF2-40B4-BE49-F238E27FC236}">
                <a16:creationId xmlns:a16="http://schemas.microsoft.com/office/drawing/2014/main" id="{5D7837D7-198B-6D66-434B-C8C91F0A2155}"/>
              </a:ext>
            </a:extLst>
          </p:cNvPr>
          <p:cNvSpPr/>
          <p:nvPr/>
        </p:nvSpPr>
        <p:spPr>
          <a:xfrm flipH="1" flipV="1">
            <a:off x="12417284" y="1779675"/>
            <a:ext cx="7124509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6" name="Line 25">
            <a:extLst>
              <a:ext uri="{FF2B5EF4-FFF2-40B4-BE49-F238E27FC236}">
                <a16:creationId xmlns:a16="http://schemas.microsoft.com/office/drawing/2014/main" id="{ACF2CBBD-673E-BC8B-ECE9-839EE61BDA55}"/>
              </a:ext>
            </a:extLst>
          </p:cNvPr>
          <p:cNvSpPr/>
          <p:nvPr/>
        </p:nvSpPr>
        <p:spPr>
          <a:xfrm flipH="1" flipV="1">
            <a:off x="12160113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7" name="Line 26">
            <a:extLst>
              <a:ext uri="{FF2B5EF4-FFF2-40B4-BE49-F238E27FC236}">
                <a16:creationId xmlns:a16="http://schemas.microsoft.com/office/drawing/2014/main" id="{DB5A73FD-C6DD-4838-B73F-9A63D0BDAF89}"/>
              </a:ext>
            </a:extLst>
          </p:cNvPr>
          <p:cNvSpPr/>
          <p:nvPr/>
        </p:nvSpPr>
        <p:spPr>
          <a:xfrm flipH="1" flipV="1">
            <a:off x="11912470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8" name="Line 27">
            <a:extLst>
              <a:ext uri="{FF2B5EF4-FFF2-40B4-BE49-F238E27FC236}">
                <a16:creationId xmlns:a16="http://schemas.microsoft.com/office/drawing/2014/main" id="{B72F2252-35C9-8847-1BE7-A61A01A15DAB}"/>
              </a:ext>
            </a:extLst>
          </p:cNvPr>
          <p:cNvSpPr/>
          <p:nvPr/>
        </p:nvSpPr>
        <p:spPr>
          <a:xfrm flipH="1" flipV="1">
            <a:off x="11664827" y="1768438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9" name="Line 28">
            <a:extLst>
              <a:ext uri="{FF2B5EF4-FFF2-40B4-BE49-F238E27FC236}">
                <a16:creationId xmlns:a16="http://schemas.microsoft.com/office/drawing/2014/main" id="{092AA341-F509-5210-987B-DBAC970DFEB2}"/>
              </a:ext>
            </a:extLst>
          </p:cNvPr>
          <p:cNvSpPr/>
          <p:nvPr/>
        </p:nvSpPr>
        <p:spPr>
          <a:xfrm flipH="1" flipV="1">
            <a:off x="11636253" y="2026944"/>
            <a:ext cx="2895522" cy="341680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0" name="Line 29">
            <a:extLst>
              <a:ext uri="{FF2B5EF4-FFF2-40B4-BE49-F238E27FC236}">
                <a16:creationId xmlns:a16="http://schemas.microsoft.com/office/drawing/2014/main" id="{5700EFBF-3087-34F3-2181-1D07BF25854A}"/>
              </a:ext>
            </a:extLst>
          </p:cNvPr>
          <p:cNvSpPr/>
          <p:nvPr/>
        </p:nvSpPr>
        <p:spPr>
          <a:xfrm flipH="1" flipV="1">
            <a:off x="11636253" y="2319171"/>
            <a:ext cx="2552632" cy="301218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1" name="Line 30">
            <a:extLst>
              <a:ext uri="{FF2B5EF4-FFF2-40B4-BE49-F238E27FC236}">
                <a16:creationId xmlns:a16="http://schemas.microsoft.com/office/drawing/2014/main" id="{BEA237D0-41B1-3F52-45BD-AD969A076CDE}"/>
              </a:ext>
            </a:extLst>
          </p:cNvPr>
          <p:cNvSpPr/>
          <p:nvPr/>
        </p:nvSpPr>
        <p:spPr>
          <a:xfrm flipH="1" flipV="1">
            <a:off x="11636253" y="2611400"/>
            <a:ext cx="2228790" cy="263004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2" name="Line 31">
            <a:extLst>
              <a:ext uri="{FF2B5EF4-FFF2-40B4-BE49-F238E27FC236}">
                <a16:creationId xmlns:a16="http://schemas.microsoft.com/office/drawing/2014/main" id="{79F8D721-7BBC-FFC7-9164-913E1A555A32}"/>
              </a:ext>
            </a:extLst>
          </p:cNvPr>
          <p:cNvSpPr/>
          <p:nvPr/>
        </p:nvSpPr>
        <p:spPr>
          <a:xfrm flipH="1" flipV="1">
            <a:off x="11636252" y="2903625"/>
            <a:ext cx="1914474" cy="22591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3" name="Line 32">
            <a:extLst>
              <a:ext uri="{FF2B5EF4-FFF2-40B4-BE49-F238E27FC236}">
                <a16:creationId xmlns:a16="http://schemas.microsoft.com/office/drawing/2014/main" id="{49C404DB-3566-9891-0567-F53A2B135D0E}"/>
              </a:ext>
            </a:extLst>
          </p:cNvPr>
          <p:cNvSpPr/>
          <p:nvPr/>
        </p:nvSpPr>
        <p:spPr>
          <a:xfrm flipH="1" flipV="1">
            <a:off x="11636254" y="3195854"/>
            <a:ext cx="1619207" cy="191071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4" name="Line 33">
            <a:extLst>
              <a:ext uri="{FF2B5EF4-FFF2-40B4-BE49-F238E27FC236}">
                <a16:creationId xmlns:a16="http://schemas.microsoft.com/office/drawing/2014/main" id="{13C3DC5E-E143-B6D2-E852-F438108B85C7}"/>
              </a:ext>
            </a:extLst>
          </p:cNvPr>
          <p:cNvSpPr/>
          <p:nvPr/>
        </p:nvSpPr>
        <p:spPr>
          <a:xfrm flipH="1" flipV="1">
            <a:off x="11636253" y="3488079"/>
            <a:ext cx="1333464" cy="157353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5" name="Line 34">
            <a:extLst>
              <a:ext uri="{FF2B5EF4-FFF2-40B4-BE49-F238E27FC236}">
                <a16:creationId xmlns:a16="http://schemas.microsoft.com/office/drawing/2014/main" id="{EC5743CA-583B-B3D1-BE4D-30FD599320A1}"/>
              </a:ext>
            </a:extLst>
          </p:cNvPr>
          <p:cNvSpPr/>
          <p:nvPr/>
        </p:nvSpPr>
        <p:spPr>
          <a:xfrm flipH="1" flipV="1">
            <a:off x="11636253" y="3780306"/>
            <a:ext cx="1057247" cy="12475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6" name="Line 35">
            <a:extLst>
              <a:ext uri="{FF2B5EF4-FFF2-40B4-BE49-F238E27FC236}">
                <a16:creationId xmlns:a16="http://schemas.microsoft.com/office/drawing/2014/main" id="{5502513F-6063-BE45-D641-E8696CE8A0F3}"/>
              </a:ext>
            </a:extLst>
          </p:cNvPr>
          <p:cNvSpPr/>
          <p:nvPr/>
        </p:nvSpPr>
        <p:spPr>
          <a:xfrm flipH="1" flipV="1">
            <a:off x="11636254" y="4072535"/>
            <a:ext cx="781029" cy="92163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7" name="Line 36">
            <a:extLst>
              <a:ext uri="{FF2B5EF4-FFF2-40B4-BE49-F238E27FC236}">
                <a16:creationId xmlns:a16="http://schemas.microsoft.com/office/drawing/2014/main" id="{72E3C8A4-2EE0-F238-AF2C-DE49006BD4C7}"/>
              </a:ext>
            </a:extLst>
          </p:cNvPr>
          <p:cNvSpPr/>
          <p:nvPr/>
        </p:nvSpPr>
        <p:spPr>
          <a:xfrm flipH="1" flipV="1">
            <a:off x="11636253" y="4364762"/>
            <a:ext cx="514336" cy="60693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Line 37">
            <a:extLst>
              <a:ext uri="{FF2B5EF4-FFF2-40B4-BE49-F238E27FC236}">
                <a16:creationId xmlns:a16="http://schemas.microsoft.com/office/drawing/2014/main" id="{52A457B8-9172-BBB0-716E-C211973EE946}"/>
              </a:ext>
            </a:extLst>
          </p:cNvPr>
          <p:cNvSpPr/>
          <p:nvPr/>
        </p:nvSpPr>
        <p:spPr>
          <a:xfrm flipH="1" flipV="1">
            <a:off x="11636252" y="4656989"/>
            <a:ext cx="257168" cy="3034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9" name="Line 38">
            <a:extLst>
              <a:ext uri="{FF2B5EF4-FFF2-40B4-BE49-F238E27FC236}">
                <a16:creationId xmlns:a16="http://schemas.microsoft.com/office/drawing/2014/main" id="{D412FD0D-E665-0183-541E-3AB5893C5384}"/>
              </a:ext>
            </a:extLst>
          </p:cNvPr>
          <p:cNvSpPr/>
          <p:nvPr/>
        </p:nvSpPr>
        <p:spPr>
          <a:xfrm flipH="1" flipV="1">
            <a:off x="11636253" y="4949214"/>
            <a:ext cx="9525" cy="112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Path 39">
            <a:extLst>
              <a:ext uri="{FF2B5EF4-FFF2-40B4-BE49-F238E27FC236}">
                <a16:creationId xmlns:a16="http://schemas.microsoft.com/office/drawing/2014/main" id="{0575F47D-87B3-0CD5-3019-A7F60D963E13}"/>
              </a:ext>
            </a:extLst>
          </p:cNvPr>
          <p:cNvSpPr/>
          <p:nvPr/>
        </p:nvSpPr>
        <p:spPr>
          <a:xfrm flipH="1">
            <a:off x="11636253" y="4967121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Path 40">
            <a:extLst>
              <a:ext uri="{FF2B5EF4-FFF2-40B4-BE49-F238E27FC236}">
                <a16:creationId xmlns:a16="http://schemas.microsoft.com/office/drawing/2014/main" id="{3C46F685-265F-B290-2AA0-C267140BFC43}"/>
              </a:ext>
            </a:extLst>
          </p:cNvPr>
          <p:cNvSpPr/>
          <p:nvPr/>
        </p:nvSpPr>
        <p:spPr>
          <a:xfrm flipH="1">
            <a:off x="11636253" y="7243598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5" name="Path 41">
            <a:extLst>
              <a:ext uri="{FF2B5EF4-FFF2-40B4-BE49-F238E27FC236}">
                <a16:creationId xmlns:a16="http://schemas.microsoft.com/office/drawing/2014/main" id="{D560CC00-A6F4-F2C5-5045-37580C76D40E}"/>
              </a:ext>
            </a:extLst>
          </p:cNvPr>
          <p:cNvSpPr/>
          <p:nvPr/>
        </p:nvSpPr>
        <p:spPr>
          <a:xfrm flipH="1">
            <a:off x="11636252" y="8748548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Path 42">
            <a:extLst>
              <a:ext uri="{FF2B5EF4-FFF2-40B4-BE49-F238E27FC236}">
                <a16:creationId xmlns:a16="http://schemas.microsoft.com/office/drawing/2014/main" id="{2B31D0A8-1879-81AB-C06A-77B151A60E2F}"/>
              </a:ext>
            </a:extLst>
          </p:cNvPr>
          <p:cNvSpPr/>
          <p:nvPr/>
        </p:nvSpPr>
        <p:spPr>
          <a:xfrm flipH="1">
            <a:off x="11636254" y="1757198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7" name="Path 43">
            <a:extLst>
              <a:ext uri="{FF2B5EF4-FFF2-40B4-BE49-F238E27FC236}">
                <a16:creationId xmlns:a16="http://schemas.microsoft.com/office/drawing/2014/main" id="{0A19B1A3-92E9-477A-CE39-D493783D809B}"/>
              </a:ext>
            </a:extLst>
          </p:cNvPr>
          <p:cNvSpPr/>
          <p:nvPr/>
        </p:nvSpPr>
        <p:spPr>
          <a:xfrm flipH="1">
            <a:off x="11636253" y="4967121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8" name="Path 44">
            <a:extLst>
              <a:ext uri="{FF2B5EF4-FFF2-40B4-BE49-F238E27FC236}">
                <a16:creationId xmlns:a16="http://schemas.microsoft.com/office/drawing/2014/main" id="{0EB79480-39AD-F37B-3C6E-62916E379762}"/>
              </a:ext>
            </a:extLst>
          </p:cNvPr>
          <p:cNvSpPr/>
          <p:nvPr/>
        </p:nvSpPr>
        <p:spPr>
          <a:xfrm flipH="1">
            <a:off x="11636253" y="7243598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9" name="Path 45">
            <a:extLst>
              <a:ext uri="{FF2B5EF4-FFF2-40B4-BE49-F238E27FC236}">
                <a16:creationId xmlns:a16="http://schemas.microsoft.com/office/drawing/2014/main" id="{C72FC157-847C-7293-E7B3-5015C9C03AE2}"/>
              </a:ext>
            </a:extLst>
          </p:cNvPr>
          <p:cNvSpPr/>
          <p:nvPr/>
        </p:nvSpPr>
        <p:spPr>
          <a:xfrm flipH="1">
            <a:off x="11636252" y="8748548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10" name="Line 49">
            <a:extLst>
              <a:ext uri="{FF2B5EF4-FFF2-40B4-BE49-F238E27FC236}">
                <a16:creationId xmlns:a16="http://schemas.microsoft.com/office/drawing/2014/main" id="{2D19EAFF-031B-1316-C480-C9EC255FEE26}"/>
              </a:ext>
            </a:extLst>
          </p:cNvPr>
          <p:cNvSpPr/>
          <p:nvPr/>
        </p:nvSpPr>
        <p:spPr>
          <a:xfrm flipV="1">
            <a:off x="18379440" y="7986548"/>
            <a:ext cx="4200744" cy="84455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1" name="Line 50">
            <a:extLst>
              <a:ext uri="{FF2B5EF4-FFF2-40B4-BE49-F238E27FC236}">
                <a16:creationId xmlns:a16="http://schemas.microsoft.com/office/drawing/2014/main" id="{F05D517A-8C44-C453-0BDB-D42911F217FF}"/>
              </a:ext>
            </a:extLst>
          </p:cNvPr>
          <p:cNvSpPr/>
          <p:nvPr/>
        </p:nvSpPr>
        <p:spPr>
          <a:xfrm flipV="1">
            <a:off x="17678400" y="5919621"/>
            <a:ext cx="3758815" cy="163653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2" name="Line 51">
            <a:extLst>
              <a:ext uri="{FF2B5EF4-FFF2-40B4-BE49-F238E27FC236}">
                <a16:creationId xmlns:a16="http://schemas.microsoft.com/office/drawing/2014/main" id="{E5140E49-C2E6-A1EA-9B9D-9C984DB91ABA}"/>
              </a:ext>
            </a:extLst>
          </p:cNvPr>
          <p:cNvSpPr/>
          <p:nvPr/>
        </p:nvSpPr>
        <p:spPr>
          <a:xfrm flipV="1">
            <a:off x="14424025" y="4157497"/>
            <a:ext cx="5222539" cy="393098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3" name="Line 52">
            <a:extLst>
              <a:ext uri="{FF2B5EF4-FFF2-40B4-BE49-F238E27FC236}">
                <a16:creationId xmlns:a16="http://schemas.microsoft.com/office/drawing/2014/main" id="{4FD6C099-E5A7-190D-3AE9-387246F20BC3}"/>
              </a:ext>
            </a:extLst>
          </p:cNvPr>
          <p:cNvSpPr/>
          <p:nvPr/>
        </p:nvSpPr>
        <p:spPr>
          <a:xfrm flipV="1">
            <a:off x="15100299" y="2804946"/>
            <a:ext cx="2193652" cy="286216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4" name="Line 53">
            <a:extLst>
              <a:ext uri="{FF2B5EF4-FFF2-40B4-BE49-F238E27FC236}">
                <a16:creationId xmlns:a16="http://schemas.microsoft.com/office/drawing/2014/main" id="{B936450E-99C6-C137-7354-DFBE37F07369}"/>
              </a:ext>
            </a:extLst>
          </p:cNvPr>
          <p:cNvSpPr/>
          <p:nvPr/>
        </p:nvSpPr>
        <p:spPr>
          <a:xfrm flipV="1">
            <a:off x="13442950" y="1947696"/>
            <a:ext cx="1117399" cy="3148456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1015" name="stanford">
            <a:extLst>
              <a:ext uri="{FF2B5EF4-FFF2-40B4-BE49-F238E27FC236}">
                <a16:creationId xmlns:a16="http://schemas.microsoft.com/office/drawing/2014/main" id="{A4ED3843-CC02-A955-F2B3-8703B2274E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21275296" y="9786771"/>
            <a:ext cx="266693" cy="266700"/>
          </a:xfrm>
          <a:prstGeom prst="rect">
            <a:avLst/>
          </a:prstGeom>
        </p:spPr>
      </p:pic>
      <p:pic>
        <p:nvPicPr>
          <p:cNvPr id="1016" name="washington">
            <a:extLst>
              <a:ext uri="{FF2B5EF4-FFF2-40B4-BE49-F238E27FC236}">
                <a16:creationId xmlns:a16="http://schemas.microsoft.com/office/drawing/2014/main" id="{D85349DC-05A2-1927-70D0-C7A08FD0E15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flipH="1">
            <a:off x="21589613" y="9339096"/>
            <a:ext cx="266693" cy="266700"/>
          </a:xfrm>
          <a:prstGeom prst="rect">
            <a:avLst/>
          </a:prstGeom>
        </p:spPr>
      </p:pic>
      <p:pic>
        <p:nvPicPr>
          <p:cNvPr id="1017" name="deepmind">
            <a:extLst>
              <a:ext uri="{FF2B5EF4-FFF2-40B4-BE49-F238E27FC236}">
                <a16:creationId xmlns:a16="http://schemas.microsoft.com/office/drawing/2014/main" id="{96ECE2A2-8C83-5B1F-6116-3CAB90AB606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21160999" y="8910471"/>
            <a:ext cx="266693" cy="266700"/>
          </a:xfrm>
          <a:prstGeom prst="rect">
            <a:avLst/>
          </a:prstGeom>
        </p:spPr>
      </p:pic>
      <p:pic>
        <p:nvPicPr>
          <p:cNvPr id="1018" name="seal">
            <a:extLst>
              <a:ext uri="{FF2B5EF4-FFF2-40B4-BE49-F238E27FC236}">
                <a16:creationId xmlns:a16="http://schemas.microsoft.com/office/drawing/2014/main" id="{83923408-2595-BE23-94F6-1DC3832441E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 flipH="1">
            <a:off x="21160999" y="8472321"/>
            <a:ext cx="266693" cy="266700"/>
          </a:xfrm>
          <a:prstGeom prst="rect">
            <a:avLst/>
          </a:prstGeom>
        </p:spPr>
      </p:pic>
      <p:pic>
        <p:nvPicPr>
          <p:cNvPr id="1019" name="uber">
            <a:extLst>
              <a:ext uri="{FF2B5EF4-FFF2-40B4-BE49-F238E27FC236}">
                <a16:creationId xmlns:a16="http://schemas.microsoft.com/office/drawing/2014/main" id="{CBAEF603-89FC-584A-B45F-069F6702B457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 flipH="1">
            <a:off x="20894307" y="7996071"/>
            <a:ext cx="266693" cy="266700"/>
          </a:xfrm>
          <a:prstGeom prst="rect">
            <a:avLst/>
          </a:prstGeom>
        </p:spPr>
      </p:pic>
      <p:pic>
        <p:nvPicPr>
          <p:cNvPr id="1020" name="agentgym">
            <a:extLst>
              <a:ext uri="{FF2B5EF4-FFF2-40B4-BE49-F238E27FC236}">
                <a16:creationId xmlns:a16="http://schemas.microsoft.com/office/drawing/2014/main" id="{76C566A7-3CED-DFE0-C4D7-59267655C7E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 flipH="1">
            <a:off x="21094326" y="7672221"/>
            <a:ext cx="266693" cy="266700"/>
          </a:xfrm>
          <a:prstGeom prst="rect">
            <a:avLst/>
          </a:prstGeom>
        </p:spPr>
      </p:pic>
      <p:pic>
        <p:nvPicPr>
          <p:cNvPr id="1021" name="tsinghua">
            <a:extLst>
              <a:ext uri="{FF2B5EF4-FFF2-40B4-BE49-F238E27FC236}">
                <a16:creationId xmlns:a16="http://schemas.microsoft.com/office/drawing/2014/main" id="{122C8ABB-7C4D-8BB8-9A07-2E7D6CAF547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 flipH="1">
            <a:off x="21094326" y="7376946"/>
            <a:ext cx="266693" cy="266700"/>
          </a:xfrm>
          <a:prstGeom prst="rect">
            <a:avLst/>
          </a:prstGeom>
        </p:spPr>
      </p:pic>
      <p:pic>
        <p:nvPicPr>
          <p:cNvPr id="1022" name="rzero">
            <a:extLst>
              <a:ext uri="{FF2B5EF4-FFF2-40B4-BE49-F238E27FC236}">
                <a16:creationId xmlns:a16="http://schemas.microsoft.com/office/drawing/2014/main" id="{2CAEFF1D-A349-5335-00AF-F0D1C31B2CFD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 flipH="1">
            <a:off x="20579990" y="7053096"/>
            <a:ext cx="266693" cy="266700"/>
          </a:xfrm>
          <a:prstGeom prst="rect">
            <a:avLst/>
          </a:prstGeom>
        </p:spPr>
      </p:pic>
      <p:pic>
        <p:nvPicPr>
          <p:cNvPr id="1023" name="alibaba">
            <a:extLst>
              <a:ext uri="{FF2B5EF4-FFF2-40B4-BE49-F238E27FC236}">
                <a16:creationId xmlns:a16="http://schemas.microsoft.com/office/drawing/2014/main" id="{E44FFC3D-CDB7-BB21-DB63-53EE3EA25820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 flipH="1">
            <a:off x="21389593" y="6748296"/>
            <a:ext cx="266693" cy="266700"/>
          </a:xfrm>
          <a:prstGeom prst="rect">
            <a:avLst/>
          </a:prstGeom>
        </p:spPr>
      </p:pic>
      <p:pic>
        <p:nvPicPr>
          <p:cNvPr id="167" name="northeastern">
            <a:extLst>
              <a:ext uri="{FF2B5EF4-FFF2-40B4-BE49-F238E27FC236}">
                <a16:creationId xmlns:a16="http://schemas.microsoft.com/office/drawing/2014/main" id="{F7692FAE-020F-4746-23AE-2AC38C20F8A4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 flipH="1">
            <a:off x="19684664" y="6262521"/>
            <a:ext cx="266693" cy="266700"/>
          </a:xfrm>
          <a:prstGeom prst="rect">
            <a:avLst/>
          </a:prstGeom>
        </p:spPr>
      </p:pic>
      <p:pic>
        <p:nvPicPr>
          <p:cNvPr id="168" name="nvidia">
            <a:extLst>
              <a:ext uri="{FF2B5EF4-FFF2-40B4-BE49-F238E27FC236}">
                <a16:creationId xmlns:a16="http://schemas.microsoft.com/office/drawing/2014/main" id="{544148D2-15A6-2648-5003-E7F0E62898C7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 flipH="1">
            <a:off x="20084703" y="5986296"/>
            <a:ext cx="266693" cy="266700"/>
          </a:xfrm>
          <a:prstGeom prst="rect">
            <a:avLst/>
          </a:prstGeom>
        </p:spPr>
      </p:pic>
      <p:pic>
        <p:nvPicPr>
          <p:cNvPr id="169" name="tsinghua">
            <a:extLst>
              <a:ext uri="{FF2B5EF4-FFF2-40B4-BE49-F238E27FC236}">
                <a16:creationId xmlns:a16="http://schemas.microsoft.com/office/drawing/2014/main" id="{8C6F64CD-A743-9691-CE7D-FC767BB0CC76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 flipH="1">
            <a:off x="19732288" y="5710071"/>
            <a:ext cx="266693" cy="266700"/>
          </a:xfrm>
          <a:prstGeom prst="rect">
            <a:avLst/>
          </a:prstGeom>
        </p:spPr>
      </p:pic>
      <p:pic>
        <p:nvPicPr>
          <p:cNvPr id="170" name="rutgers">
            <a:extLst>
              <a:ext uri="{FF2B5EF4-FFF2-40B4-BE49-F238E27FC236}">
                <a16:creationId xmlns:a16="http://schemas.microsoft.com/office/drawing/2014/main" id="{6EF9F106-9C0B-2AC7-4FFA-665444381FF7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 flipH="1">
            <a:off x="19532268" y="5452896"/>
            <a:ext cx="266693" cy="266700"/>
          </a:xfrm>
          <a:prstGeom prst="rect">
            <a:avLst/>
          </a:prstGeom>
        </p:spPr>
      </p:pic>
      <p:pic>
        <p:nvPicPr>
          <p:cNvPr id="171" name="stanford">
            <a:extLst>
              <a:ext uri="{FF2B5EF4-FFF2-40B4-BE49-F238E27FC236}">
                <a16:creationId xmlns:a16="http://schemas.microsoft.com/office/drawing/2014/main" id="{32C5FED9-755F-3B9A-BC19-6ACAF2BF599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19294149" y="5176671"/>
            <a:ext cx="266693" cy="266700"/>
          </a:xfrm>
          <a:prstGeom prst="rect">
            <a:avLst/>
          </a:prstGeom>
        </p:spPr>
      </p:pic>
      <p:pic>
        <p:nvPicPr>
          <p:cNvPr id="172" name="deepmind">
            <a:extLst>
              <a:ext uri="{FF2B5EF4-FFF2-40B4-BE49-F238E27FC236}">
                <a16:creationId xmlns:a16="http://schemas.microsoft.com/office/drawing/2014/main" id="{3AD6AFEC-A1E3-B368-9303-328836161F3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17894012" y="4938546"/>
            <a:ext cx="266693" cy="266700"/>
          </a:xfrm>
          <a:prstGeom prst="rect">
            <a:avLst/>
          </a:prstGeom>
        </p:spPr>
      </p:pic>
      <p:pic>
        <p:nvPicPr>
          <p:cNvPr id="173" name="stanford">
            <a:extLst>
              <a:ext uri="{FF2B5EF4-FFF2-40B4-BE49-F238E27FC236}">
                <a16:creationId xmlns:a16="http://schemas.microsoft.com/office/drawing/2014/main" id="{3DF0083D-F609-BF2C-E201-71ED45E15A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17998784" y="4586121"/>
            <a:ext cx="266693" cy="266700"/>
          </a:xfrm>
          <a:prstGeom prst="rect">
            <a:avLst/>
          </a:prstGeom>
        </p:spPr>
      </p:pic>
      <p:pic>
        <p:nvPicPr>
          <p:cNvPr id="174" name="ubc">
            <a:extLst>
              <a:ext uri="{FF2B5EF4-FFF2-40B4-BE49-F238E27FC236}">
                <a16:creationId xmlns:a16="http://schemas.microsoft.com/office/drawing/2014/main" id="{6B1B0B07-8A21-5E14-3936-1B9D3D43B88E}"/>
              </a:ext>
            </a:extLst>
          </p:cNvPr>
          <p:cNvPicPr/>
          <p:nvPr/>
        </p:nvPicPr>
        <p:blipFill>
          <a:blip r:embed="rId20"/>
          <a:stretch>
            <a:fillRect/>
          </a:stretch>
        </p:blipFill>
        <p:spPr>
          <a:xfrm flipH="1">
            <a:off x="18008309" y="4195596"/>
            <a:ext cx="266693" cy="266700"/>
          </a:xfrm>
          <a:prstGeom prst="rect">
            <a:avLst/>
          </a:prstGeom>
        </p:spPr>
      </p:pic>
      <p:pic>
        <p:nvPicPr>
          <p:cNvPr id="175" name="ubc">
            <a:extLst>
              <a:ext uri="{FF2B5EF4-FFF2-40B4-BE49-F238E27FC236}">
                <a16:creationId xmlns:a16="http://schemas.microsoft.com/office/drawing/2014/main" id="{70A5FBC6-7BDA-D736-6FA7-9FEC4E880B46}"/>
              </a:ext>
            </a:extLst>
          </p:cNvPr>
          <p:cNvPicPr/>
          <p:nvPr/>
        </p:nvPicPr>
        <p:blipFill>
          <a:blip r:embed="rId20"/>
          <a:stretch>
            <a:fillRect/>
          </a:stretch>
        </p:blipFill>
        <p:spPr>
          <a:xfrm flipH="1">
            <a:off x="17998784" y="3824121"/>
            <a:ext cx="266693" cy="266700"/>
          </a:xfrm>
          <a:prstGeom prst="rect">
            <a:avLst/>
          </a:prstGeom>
        </p:spPr>
      </p:pic>
      <p:pic>
        <p:nvPicPr>
          <p:cNvPr id="176" name="berkeley">
            <a:extLst>
              <a:ext uri="{FF2B5EF4-FFF2-40B4-BE49-F238E27FC236}">
                <a16:creationId xmlns:a16="http://schemas.microsoft.com/office/drawing/2014/main" id="{E47C0814-E11C-E294-B011-792517668108}"/>
              </a:ext>
            </a:extLst>
          </p:cNvPr>
          <p:cNvPicPr/>
          <p:nvPr/>
        </p:nvPicPr>
        <p:blipFill>
          <a:blip r:embed="rId21"/>
          <a:stretch>
            <a:fillRect/>
          </a:stretch>
        </p:blipFill>
        <p:spPr>
          <a:xfrm flipH="1">
            <a:off x="17998784" y="3462171"/>
            <a:ext cx="266693" cy="266700"/>
          </a:xfrm>
          <a:prstGeom prst="rect">
            <a:avLst/>
          </a:prstGeom>
        </p:spPr>
      </p:pic>
      <p:pic>
        <p:nvPicPr>
          <p:cNvPr id="177" name="unc">
            <a:extLst>
              <a:ext uri="{FF2B5EF4-FFF2-40B4-BE49-F238E27FC236}">
                <a16:creationId xmlns:a16="http://schemas.microsoft.com/office/drawing/2014/main" id="{C96EDC93-37BE-9CE0-8BC2-99C4AE4F110D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 flipH="1">
            <a:off x="16112885" y="2595396"/>
            <a:ext cx="266693" cy="266700"/>
          </a:xfrm>
          <a:prstGeom prst="rect">
            <a:avLst/>
          </a:prstGeom>
        </p:spPr>
      </p:pic>
      <p:pic>
        <p:nvPicPr>
          <p:cNvPr id="178" name="microsoft">
            <a:extLst>
              <a:ext uri="{FF2B5EF4-FFF2-40B4-BE49-F238E27FC236}">
                <a16:creationId xmlns:a16="http://schemas.microsoft.com/office/drawing/2014/main" id="{7BC20149-D293-84D4-DA40-FDD98223E680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 flipH="1">
            <a:off x="15055638" y="4757571"/>
            <a:ext cx="266693" cy="266700"/>
          </a:xfrm>
          <a:prstGeom prst="rect">
            <a:avLst/>
          </a:prstGeom>
        </p:spPr>
      </p:pic>
      <p:pic>
        <p:nvPicPr>
          <p:cNvPr id="179" name="deepmind">
            <a:extLst>
              <a:ext uri="{FF2B5EF4-FFF2-40B4-BE49-F238E27FC236}">
                <a16:creationId xmlns:a16="http://schemas.microsoft.com/office/drawing/2014/main" id="{41111516-1C37-9AF7-1F49-9B8E01FD58F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13865045" y="2195346"/>
            <a:ext cx="266693" cy="266700"/>
          </a:xfrm>
          <a:prstGeom prst="rect">
            <a:avLst/>
          </a:prstGeom>
        </p:spPr>
      </p:pic>
      <p:pic>
        <p:nvPicPr>
          <p:cNvPr id="180" name="minnesota">
            <a:extLst>
              <a:ext uri="{FF2B5EF4-FFF2-40B4-BE49-F238E27FC236}">
                <a16:creationId xmlns:a16="http://schemas.microsoft.com/office/drawing/2014/main" id="{187C0983-6977-4287-3963-1343C55BF4F1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 flipH="1">
            <a:off x="13331659" y="2700171"/>
            <a:ext cx="266693" cy="266700"/>
          </a:xfrm>
          <a:prstGeom prst="rect">
            <a:avLst/>
          </a:prstGeom>
        </p:spPr>
      </p:pic>
      <p:pic>
        <p:nvPicPr>
          <p:cNvPr id="181" name="meta">
            <a:extLst>
              <a:ext uri="{FF2B5EF4-FFF2-40B4-BE49-F238E27FC236}">
                <a16:creationId xmlns:a16="http://schemas.microsoft.com/office/drawing/2014/main" id="{0FEB3B56-D99C-EE21-E473-098899D4C905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3474530" y="3605046"/>
            <a:ext cx="266693" cy="266700"/>
          </a:xfrm>
          <a:prstGeom prst="rect">
            <a:avLst/>
          </a:prstGeom>
        </p:spPr>
      </p:pic>
      <p:pic>
        <p:nvPicPr>
          <p:cNvPr id="182" name="microsoft">
            <a:extLst>
              <a:ext uri="{FF2B5EF4-FFF2-40B4-BE49-F238E27FC236}">
                <a16:creationId xmlns:a16="http://schemas.microsoft.com/office/drawing/2014/main" id="{5FBA8D6E-4A0E-4C37-D016-D2B618FFE3FF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 flipH="1">
            <a:off x="13084016" y="4071771"/>
            <a:ext cx="266693" cy="266700"/>
          </a:xfrm>
          <a:prstGeom prst="rect">
            <a:avLst/>
          </a:prstGeom>
        </p:spPr>
      </p:pic>
      <p:pic>
        <p:nvPicPr>
          <p:cNvPr id="183" name="meta">
            <a:extLst>
              <a:ext uri="{FF2B5EF4-FFF2-40B4-BE49-F238E27FC236}">
                <a16:creationId xmlns:a16="http://schemas.microsoft.com/office/drawing/2014/main" id="{A805C3FB-50CD-334C-D0C7-D648D2511799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6065261" y="3119271"/>
            <a:ext cx="266693" cy="266700"/>
          </a:xfrm>
          <a:prstGeom prst="rect">
            <a:avLst/>
          </a:prstGeom>
        </p:spPr>
      </p:pic>
      <p:pic>
        <p:nvPicPr>
          <p:cNvPr id="184" name="meta">
            <a:extLst>
              <a:ext uri="{FF2B5EF4-FFF2-40B4-BE49-F238E27FC236}">
                <a16:creationId xmlns:a16="http://schemas.microsoft.com/office/drawing/2014/main" id="{7112B496-AFF9-7BE5-245A-1CDF8B9398F1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5798568" y="3690771"/>
            <a:ext cx="266693" cy="266700"/>
          </a:xfrm>
          <a:prstGeom prst="rect">
            <a:avLst/>
          </a:prstGeom>
        </p:spPr>
      </p:pic>
      <p:pic>
        <p:nvPicPr>
          <p:cNvPr id="185" name="meta">
            <a:extLst>
              <a:ext uri="{FF2B5EF4-FFF2-40B4-BE49-F238E27FC236}">
                <a16:creationId xmlns:a16="http://schemas.microsoft.com/office/drawing/2014/main" id="{2CA8FCCA-A138-6292-FBD5-F30E083C72D3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5484251" y="4224171"/>
            <a:ext cx="266693" cy="266700"/>
          </a:xfrm>
          <a:prstGeom prst="rect">
            <a:avLst/>
          </a:prstGeom>
        </p:spPr>
      </p:pic>
      <p:pic>
        <p:nvPicPr>
          <p:cNvPr id="186" name="aiscientist">
            <a:extLst>
              <a:ext uri="{FF2B5EF4-FFF2-40B4-BE49-F238E27FC236}">
                <a16:creationId xmlns:a16="http://schemas.microsoft.com/office/drawing/2014/main" id="{6F87931A-1E93-7E66-7291-7D856EB41B74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 flipH="1">
            <a:off x="13122115" y="4548021"/>
            <a:ext cx="266693" cy="266700"/>
          </a:xfrm>
          <a:prstGeom prst="rect">
            <a:avLst/>
          </a:prstGeom>
        </p:spPr>
      </p:pic>
      <p:sp>
        <p:nvSpPr>
          <p:cNvPr id="187" name="TextBox 92">
            <a:extLst>
              <a:ext uri="{FF2B5EF4-FFF2-40B4-BE49-F238E27FC236}">
                <a16:creationId xmlns:a16="http://schemas.microsoft.com/office/drawing/2014/main" id="{49448B11-A177-CE54-4C39-7391D70C53E3}"/>
              </a:ext>
            </a:extLst>
          </p:cNvPr>
          <p:cNvSpPr txBox="1"/>
          <p:nvPr/>
        </p:nvSpPr>
        <p:spPr>
          <a:xfrm flipH="1">
            <a:off x="20560938" y="9796296"/>
            <a:ext cx="638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lang="zh-CN" altLang="en-US" sz="1700"/>
          </a:p>
        </p:txBody>
      </p:sp>
      <p:sp>
        <p:nvSpPr>
          <p:cNvPr id="188" name="TextBox 93">
            <a:extLst>
              <a:ext uri="{FF2B5EF4-FFF2-40B4-BE49-F238E27FC236}">
                <a16:creationId xmlns:a16="http://schemas.microsoft.com/office/drawing/2014/main" id="{E41D0F38-DC6A-5E40-0217-21C2CA2CD290}"/>
              </a:ext>
            </a:extLst>
          </p:cNvPr>
          <p:cNvSpPr txBox="1"/>
          <p:nvPr/>
        </p:nvSpPr>
        <p:spPr>
          <a:xfrm flipH="1">
            <a:off x="20056128" y="98343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189" name="TextBox 94">
            <a:extLst>
              <a:ext uri="{FF2B5EF4-FFF2-40B4-BE49-F238E27FC236}">
                <a16:creationId xmlns:a16="http://schemas.microsoft.com/office/drawing/2014/main" id="{78B19771-3C1B-6CAA-F93F-367E7646B937}"/>
              </a:ext>
            </a:extLst>
          </p:cNvPr>
          <p:cNvSpPr txBox="1"/>
          <p:nvPr/>
        </p:nvSpPr>
        <p:spPr>
          <a:xfrm flipH="1">
            <a:off x="20227573" y="9358146"/>
            <a:ext cx="127631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  <a:endParaRPr lang="zh-CN" altLang="en-US" sz="1700"/>
          </a:p>
        </p:txBody>
      </p:sp>
      <p:sp>
        <p:nvSpPr>
          <p:cNvPr id="190" name="TextBox 95">
            <a:extLst>
              <a:ext uri="{FF2B5EF4-FFF2-40B4-BE49-F238E27FC236}">
                <a16:creationId xmlns:a16="http://schemas.microsoft.com/office/drawing/2014/main" id="{F609C2D1-488E-2AE2-C692-C181B03833C6}"/>
              </a:ext>
            </a:extLst>
          </p:cNvPr>
          <p:cNvSpPr txBox="1"/>
          <p:nvPr/>
        </p:nvSpPr>
        <p:spPr>
          <a:xfrm flipH="1">
            <a:off x="19722762" y="93962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191" name="TextBox 96">
            <a:extLst>
              <a:ext uri="{FF2B5EF4-FFF2-40B4-BE49-F238E27FC236}">
                <a16:creationId xmlns:a16="http://schemas.microsoft.com/office/drawing/2014/main" id="{92A237F4-60C2-D51D-E43D-6267AEF9532C}"/>
              </a:ext>
            </a:extLst>
          </p:cNvPr>
          <p:cNvSpPr txBox="1"/>
          <p:nvPr/>
        </p:nvSpPr>
        <p:spPr>
          <a:xfrm flipH="1">
            <a:off x="20503791" y="8929521"/>
            <a:ext cx="58100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ReST</a:t>
            </a:r>
            <a:endParaRPr lang="zh-CN" altLang="en-US" sz="1700"/>
          </a:p>
        </p:txBody>
      </p:sp>
      <p:sp>
        <p:nvSpPr>
          <p:cNvPr id="1024" name="TextBox 97">
            <a:extLst>
              <a:ext uri="{FF2B5EF4-FFF2-40B4-BE49-F238E27FC236}">
                <a16:creationId xmlns:a16="http://schemas.microsoft.com/office/drawing/2014/main" id="{D23EE31B-E729-12E9-B9F1-E47F047DA201}"/>
              </a:ext>
            </a:extLst>
          </p:cNvPr>
          <p:cNvSpPr txBox="1"/>
          <p:nvPr/>
        </p:nvSpPr>
        <p:spPr>
          <a:xfrm flipH="1">
            <a:off x="19998980" y="896762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25" name="TextBox 98">
            <a:extLst>
              <a:ext uri="{FF2B5EF4-FFF2-40B4-BE49-F238E27FC236}">
                <a16:creationId xmlns:a16="http://schemas.microsoft.com/office/drawing/2014/main" id="{7C9A4FCB-BB89-1A3C-509E-9921966415A6}"/>
              </a:ext>
            </a:extLst>
          </p:cNvPr>
          <p:cNvSpPr txBox="1"/>
          <p:nvPr/>
        </p:nvSpPr>
        <p:spPr>
          <a:xfrm flipH="1">
            <a:off x="20494266" y="8500896"/>
            <a:ext cx="5905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SEAL</a:t>
            </a:r>
            <a:endParaRPr lang="zh-CN" altLang="en-US" sz="1700"/>
          </a:p>
        </p:txBody>
      </p:sp>
      <p:sp>
        <p:nvSpPr>
          <p:cNvPr id="1026" name="TextBox 99">
            <a:extLst>
              <a:ext uri="{FF2B5EF4-FFF2-40B4-BE49-F238E27FC236}">
                <a16:creationId xmlns:a16="http://schemas.microsoft.com/office/drawing/2014/main" id="{E98E7EF8-C116-11FF-D5EE-F2BDCD16A3FC}"/>
              </a:ext>
            </a:extLst>
          </p:cNvPr>
          <p:cNvSpPr txBox="1"/>
          <p:nvPr/>
        </p:nvSpPr>
        <p:spPr>
          <a:xfrm flipH="1">
            <a:off x="19989455" y="85389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27" name="TextBox 100">
            <a:extLst>
              <a:ext uri="{FF2B5EF4-FFF2-40B4-BE49-F238E27FC236}">
                <a16:creationId xmlns:a16="http://schemas.microsoft.com/office/drawing/2014/main" id="{92A924CE-4A82-3C53-5B65-01A86C02F4CF}"/>
              </a:ext>
            </a:extLst>
          </p:cNvPr>
          <p:cNvSpPr txBox="1"/>
          <p:nvPr/>
        </p:nvSpPr>
        <p:spPr>
          <a:xfrm flipH="1">
            <a:off x="20189475" y="8015121"/>
            <a:ext cx="62863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POET</a:t>
            </a:r>
            <a:endParaRPr lang="zh-CN" altLang="en-US" sz="1700"/>
          </a:p>
        </p:txBody>
      </p:sp>
      <p:sp>
        <p:nvSpPr>
          <p:cNvPr id="1028" name="TextBox 101">
            <a:extLst>
              <a:ext uri="{FF2B5EF4-FFF2-40B4-BE49-F238E27FC236}">
                <a16:creationId xmlns:a16="http://schemas.microsoft.com/office/drawing/2014/main" id="{AA28AAA0-8EBF-FDCC-314B-8ADC52D7ECFE}"/>
              </a:ext>
            </a:extLst>
          </p:cNvPr>
          <p:cNvSpPr txBox="1"/>
          <p:nvPr/>
        </p:nvSpPr>
        <p:spPr>
          <a:xfrm flipH="1">
            <a:off x="19684663" y="805322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2019</a:t>
            </a:r>
            <a:endParaRPr lang="zh-CN" altLang="en-US" sz="1250"/>
          </a:p>
        </p:txBody>
      </p:sp>
      <p:sp>
        <p:nvSpPr>
          <p:cNvPr id="1029" name="TextBox 102">
            <a:extLst>
              <a:ext uri="{FF2B5EF4-FFF2-40B4-BE49-F238E27FC236}">
                <a16:creationId xmlns:a16="http://schemas.microsoft.com/office/drawing/2014/main" id="{A67D2447-F907-722E-8B6B-AAA0D445C311}"/>
              </a:ext>
            </a:extLst>
          </p:cNvPr>
          <p:cNvSpPr txBox="1"/>
          <p:nvPr/>
        </p:nvSpPr>
        <p:spPr>
          <a:xfrm flipH="1">
            <a:off x="19960881" y="7700796"/>
            <a:ext cx="104772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AgentGym</a:t>
            </a:r>
            <a:endParaRPr lang="zh-CN" altLang="en-US" sz="1700"/>
          </a:p>
        </p:txBody>
      </p:sp>
      <p:sp>
        <p:nvSpPr>
          <p:cNvPr id="1030" name="TextBox 103">
            <a:extLst>
              <a:ext uri="{FF2B5EF4-FFF2-40B4-BE49-F238E27FC236}">
                <a16:creationId xmlns:a16="http://schemas.microsoft.com/office/drawing/2014/main" id="{0EE3C4B7-7A5C-491A-974C-3BC9E50FCC04}"/>
              </a:ext>
            </a:extLst>
          </p:cNvPr>
          <p:cNvSpPr txBox="1"/>
          <p:nvPr/>
        </p:nvSpPr>
        <p:spPr>
          <a:xfrm flipH="1">
            <a:off x="19456069" y="77388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31" name="TextBox 104">
            <a:extLst>
              <a:ext uri="{FF2B5EF4-FFF2-40B4-BE49-F238E27FC236}">
                <a16:creationId xmlns:a16="http://schemas.microsoft.com/office/drawing/2014/main" id="{9475C56C-A654-17D1-1999-29614ADECD0D}"/>
              </a:ext>
            </a:extLst>
          </p:cNvPr>
          <p:cNvSpPr txBox="1"/>
          <p:nvPr/>
        </p:nvSpPr>
        <p:spPr>
          <a:xfrm flipH="1">
            <a:off x="19637040" y="7395996"/>
            <a:ext cx="137156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Absolute Zero</a:t>
            </a:r>
            <a:endParaRPr lang="zh-CN" altLang="en-US" sz="1700"/>
          </a:p>
        </p:txBody>
      </p:sp>
      <p:sp>
        <p:nvSpPr>
          <p:cNvPr id="1032" name="TextBox 105">
            <a:extLst>
              <a:ext uri="{FF2B5EF4-FFF2-40B4-BE49-F238E27FC236}">
                <a16:creationId xmlns:a16="http://schemas.microsoft.com/office/drawing/2014/main" id="{83D81493-7B28-9702-0102-7C9528F6A6A5}"/>
              </a:ext>
            </a:extLst>
          </p:cNvPr>
          <p:cNvSpPr txBox="1"/>
          <p:nvPr/>
        </p:nvSpPr>
        <p:spPr>
          <a:xfrm flipH="1">
            <a:off x="19132228" y="74340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3" name="TextBox 106">
            <a:extLst>
              <a:ext uri="{FF2B5EF4-FFF2-40B4-BE49-F238E27FC236}">
                <a16:creationId xmlns:a16="http://schemas.microsoft.com/office/drawing/2014/main" id="{300DF357-9ACB-93A7-3C4C-AB7B3C6B4AD2}"/>
              </a:ext>
            </a:extLst>
          </p:cNvPr>
          <p:cNvSpPr txBox="1"/>
          <p:nvPr/>
        </p:nvSpPr>
        <p:spPr>
          <a:xfrm flipH="1">
            <a:off x="19760861" y="7091196"/>
            <a:ext cx="75245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R-Zero</a:t>
            </a:r>
            <a:endParaRPr lang="zh-CN" altLang="en-US" sz="1700"/>
          </a:p>
        </p:txBody>
      </p:sp>
      <p:sp>
        <p:nvSpPr>
          <p:cNvPr id="1034" name="TextBox 107">
            <a:extLst>
              <a:ext uri="{FF2B5EF4-FFF2-40B4-BE49-F238E27FC236}">
                <a16:creationId xmlns:a16="http://schemas.microsoft.com/office/drawing/2014/main" id="{9E1ABDBB-4FE8-83A4-ABF6-AAA35048C8F0}"/>
              </a:ext>
            </a:extLst>
          </p:cNvPr>
          <p:cNvSpPr txBox="1"/>
          <p:nvPr/>
        </p:nvSpPr>
        <p:spPr>
          <a:xfrm flipH="1">
            <a:off x="19256049" y="71292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5" name="TextBox 108">
            <a:extLst>
              <a:ext uri="{FF2B5EF4-FFF2-40B4-BE49-F238E27FC236}">
                <a16:creationId xmlns:a16="http://schemas.microsoft.com/office/drawing/2014/main" id="{3DECD7D1-3136-E6DD-B3EA-ECA24FCE0B04}"/>
              </a:ext>
            </a:extLst>
          </p:cNvPr>
          <p:cNvSpPr txBox="1"/>
          <p:nvPr/>
        </p:nvSpPr>
        <p:spPr>
          <a:xfrm flipH="1">
            <a:off x="19960881" y="6767346"/>
            <a:ext cx="13334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AgentEvolver</a:t>
            </a:r>
            <a:endParaRPr lang="zh-CN" altLang="en-US" sz="1700"/>
          </a:p>
        </p:txBody>
      </p:sp>
      <p:sp>
        <p:nvSpPr>
          <p:cNvPr id="1036" name="TextBox 109">
            <a:extLst>
              <a:ext uri="{FF2B5EF4-FFF2-40B4-BE49-F238E27FC236}">
                <a16:creationId xmlns:a16="http://schemas.microsoft.com/office/drawing/2014/main" id="{05601A9B-DCCE-5FF9-D2DC-8182C9595722}"/>
              </a:ext>
            </a:extLst>
          </p:cNvPr>
          <p:cNvSpPr txBox="1"/>
          <p:nvPr/>
        </p:nvSpPr>
        <p:spPr>
          <a:xfrm flipH="1">
            <a:off x="19456069" y="68054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7" name="TextBox 110">
            <a:extLst>
              <a:ext uri="{FF2B5EF4-FFF2-40B4-BE49-F238E27FC236}">
                <a16:creationId xmlns:a16="http://schemas.microsoft.com/office/drawing/2014/main" id="{ABFCF1F2-B43E-B75A-0F62-DA930D49BA53}"/>
              </a:ext>
            </a:extLst>
          </p:cNvPr>
          <p:cNvSpPr txBox="1"/>
          <p:nvPr/>
        </p:nvSpPr>
        <p:spPr>
          <a:xfrm flipH="1">
            <a:off x="18608368" y="6281571"/>
            <a:ext cx="99057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Reflexion</a:t>
            </a:r>
            <a:endParaRPr lang="zh-CN" altLang="en-US" sz="1700"/>
          </a:p>
        </p:txBody>
      </p:sp>
      <p:sp>
        <p:nvSpPr>
          <p:cNvPr id="1038" name="TextBox 111">
            <a:extLst>
              <a:ext uri="{FF2B5EF4-FFF2-40B4-BE49-F238E27FC236}">
                <a16:creationId xmlns:a16="http://schemas.microsoft.com/office/drawing/2014/main" id="{0379C6F1-3329-8C94-B892-46404FA096DB}"/>
              </a:ext>
            </a:extLst>
          </p:cNvPr>
          <p:cNvSpPr txBox="1"/>
          <p:nvPr/>
        </p:nvSpPr>
        <p:spPr>
          <a:xfrm flipH="1">
            <a:off x="18103555" y="63196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39" name="TextBox 112">
            <a:extLst>
              <a:ext uri="{FF2B5EF4-FFF2-40B4-BE49-F238E27FC236}">
                <a16:creationId xmlns:a16="http://schemas.microsoft.com/office/drawing/2014/main" id="{598BD558-EECF-F9B6-B12C-B7061E50EFCB}"/>
              </a:ext>
            </a:extLst>
          </p:cNvPr>
          <p:cNvSpPr txBox="1"/>
          <p:nvPr/>
        </p:nvSpPr>
        <p:spPr>
          <a:xfrm flipH="1">
            <a:off x="19151276" y="5976771"/>
            <a:ext cx="8477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Voyager</a:t>
            </a:r>
            <a:endParaRPr lang="zh-CN" altLang="en-US" sz="1700"/>
          </a:p>
        </p:txBody>
      </p:sp>
      <p:sp>
        <p:nvSpPr>
          <p:cNvPr id="1040" name="TextBox 113">
            <a:extLst>
              <a:ext uri="{FF2B5EF4-FFF2-40B4-BE49-F238E27FC236}">
                <a16:creationId xmlns:a16="http://schemas.microsoft.com/office/drawing/2014/main" id="{9C7EDC51-C670-A46D-97A6-B563A8E45186}"/>
              </a:ext>
            </a:extLst>
          </p:cNvPr>
          <p:cNvSpPr txBox="1"/>
          <p:nvPr/>
        </p:nvSpPr>
        <p:spPr>
          <a:xfrm flipH="1">
            <a:off x="18646466" y="60148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1" name="TextBox 114">
            <a:extLst>
              <a:ext uri="{FF2B5EF4-FFF2-40B4-BE49-F238E27FC236}">
                <a16:creationId xmlns:a16="http://schemas.microsoft.com/office/drawing/2014/main" id="{0A19676E-F272-3082-C0F8-C7AE3BFBBB71}"/>
              </a:ext>
            </a:extLst>
          </p:cNvPr>
          <p:cNvSpPr txBox="1"/>
          <p:nvPr/>
        </p:nvSpPr>
        <p:spPr>
          <a:xfrm flipH="1">
            <a:off x="18979832" y="5710071"/>
            <a:ext cx="67625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ExpeL</a:t>
            </a:r>
            <a:endParaRPr lang="zh-CN" altLang="en-US" sz="1700"/>
          </a:p>
        </p:txBody>
      </p:sp>
      <p:sp>
        <p:nvSpPr>
          <p:cNvPr id="1042" name="TextBox 115">
            <a:extLst>
              <a:ext uri="{FF2B5EF4-FFF2-40B4-BE49-F238E27FC236}">
                <a16:creationId xmlns:a16="http://schemas.microsoft.com/office/drawing/2014/main" id="{6AA612CC-4E3B-4844-B66A-86A65603A0AD}"/>
              </a:ext>
            </a:extLst>
          </p:cNvPr>
          <p:cNvSpPr txBox="1"/>
          <p:nvPr/>
        </p:nvSpPr>
        <p:spPr>
          <a:xfrm flipH="1">
            <a:off x="18475020" y="57481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3" name="TextBox 116">
            <a:extLst>
              <a:ext uri="{FF2B5EF4-FFF2-40B4-BE49-F238E27FC236}">
                <a16:creationId xmlns:a16="http://schemas.microsoft.com/office/drawing/2014/main" id="{7F2C3781-00D1-4A5D-33B6-E0FE00E2CDCE}"/>
              </a:ext>
            </a:extLst>
          </p:cNvPr>
          <p:cNvSpPr txBox="1"/>
          <p:nvPr/>
        </p:nvSpPr>
        <p:spPr>
          <a:xfrm flipH="1">
            <a:off x="18646467" y="5462421"/>
            <a:ext cx="87627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A-MEM</a:t>
            </a:r>
            <a:endParaRPr lang="zh-CN" altLang="en-US" sz="1700"/>
          </a:p>
        </p:txBody>
      </p:sp>
      <p:sp>
        <p:nvSpPr>
          <p:cNvPr id="1044" name="TextBox 117">
            <a:extLst>
              <a:ext uri="{FF2B5EF4-FFF2-40B4-BE49-F238E27FC236}">
                <a16:creationId xmlns:a16="http://schemas.microsoft.com/office/drawing/2014/main" id="{86849F9D-F60B-E02F-AF97-4952B1BC6D1A}"/>
              </a:ext>
            </a:extLst>
          </p:cNvPr>
          <p:cNvSpPr txBox="1"/>
          <p:nvPr/>
        </p:nvSpPr>
        <p:spPr>
          <a:xfrm flipH="1">
            <a:off x="18141654" y="550052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45" name="TextBox 118">
            <a:extLst>
              <a:ext uri="{FF2B5EF4-FFF2-40B4-BE49-F238E27FC236}">
                <a16:creationId xmlns:a16="http://schemas.microsoft.com/office/drawing/2014/main" id="{973167FB-BB51-BB7A-5952-28D1F89AFDDC}"/>
              </a:ext>
            </a:extLst>
          </p:cNvPr>
          <p:cNvSpPr txBox="1"/>
          <p:nvPr/>
        </p:nvSpPr>
        <p:spPr>
          <a:xfrm flipH="1">
            <a:off x="18713138" y="5195721"/>
            <a:ext cx="48576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ACE</a:t>
            </a:r>
            <a:endParaRPr lang="zh-CN" altLang="en-US" sz="1700"/>
          </a:p>
        </p:txBody>
      </p:sp>
      <p:sp>
        <p:nvSpPr>
          <p:cNvPr id="1046" name="TextBox 119">
            <a:extLst>
              <a:ext uri="{FF2B5EF4-FFF2-40B4-BE49-F238E27FC236}">
                <a16:creationId xmlns:a16="http://schemas.microsoft.com/office/drawing/2014/main" id="{0DDC9FFD-306F-9935-7B5A-E0338DE8B77D}"/>
              </a:ext>
            </a:extLst>
          </p:cNvPr>
          <p:cNvSpPr txBox="1"/>
          <p:nvPr/>
        </p:nvSpPr>
        <p:spPr>
          <a:xfrm flipH="1">
            <a:off x="18208327" y="523382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47" name="TextBox 120">
            <a:extLst>
              <a:ext uri="{FF2B5EF4-FFF2-40B4-BE49-F238E27FC236}">
                <a16:creationId xmlns:a16="http://schemas.microsoft.com/office/drawing/2014/main" id="{174EE24A-5D9C-207A-59E8-904068CBE60B}"/>
              </a:ext>
            </a:extLst>
          </p:cNvPr>
          <p:cNvSpPr txBox="1"/>
          <p:nvPr/>
        </p:nvSpPr>
        <p:spPr>
          <a:xfrm flipH="1">
            <a:off x="17084409" y="4938546"/>
            <a:ext cx="72388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OPRO</a:t>
            </a:r>
            <a:endParaRPr lang="zh-CN" altLang="en-US" sz="1700"/>
          </a:p>
        </p:txBody>
      </p:sp>
      <p:sp>
        <p:nvSpPr>
          <p:cNvPr id="1048" name="TextBox 121">
            <a:extLst>
              <a:ext uri="{FF2B5EF4-FFF2-40B4-BE49-F238E27FC236}">
                <a16:creationId xmlns:a16="http://schemas.microsoft.com/office/drawing/2014/main" id="{58D2EB27-0F0C-AE13-F259-E0731B610489}"/>
              </a:ext>
            </a:extLst>
          </p:cNvPr>
          <p:cNvSpPr txBox="1"/>
          <p:nvPr/>
        </p:nvSpPr>
        <p:spPr>
          <a:xfrm flipH="1">
            <a:off x="16579596" y="49766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9" name="TextBox 122">
            <a:extLst>
              <a:ext uri="{FF2B5EF4-FFF2-40B4-BE49-F238E27FC236}">
                <a16:creationId xmlns:a16="http://schemas.microsoft.com/office/drawing/2014/main" id="{18FE541E-631F-42A4-4DE3-7CDE762FF0A0}"/>
              </a:ext>
            </a:extLst>
          </p:cNvPr>
          <p:cNvSpPr txBox="1"/>
          <p:nvPr/>
        </p:nvSpPr>
        <p:spPr>
          <a:xfrm flipH="1">
            <a:off x="17284426" y="4567071"/>
            <a:ext cx="638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DSPy</a:t>
            </a:r>
            <a:endParaRPr lang="zh-CN" altLang="en-US" sz="1700"/>
          </a:p>
        </p:txBody>
      </p:sp>
      <p:sp>
        <p:nvSpPr>
          <p:cNvPr id="1050" name="TextBox 123">
            <a:extLst>
              <a:ext uri="{FF2B5EF4-FFF2-40B4-BE49-F238E27FC236}">
                <a16:creationId xmlns:a16="http://schemas.microsoft.com/office/drawing/2014/main" id="{B6A8D9CB-12D7-EE07-5867-1D0663669F47}"/>
              </a:ext>
            </a:extLst>
          </p:cNvPr>
          <p:cNvSpPr txBox="1"/>
          <p:nvPr/>
        </p:nvSpPr>
        <p:spPr>
          <a:xfrm flipH="1">
            <a:off x="16779616" y="46051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51" name="TextBox 124">
            <a:extLst>
              <a:ext uri="{FF2B5EF4-FFF2-40B4-BE49-F238E27FC236}">
                <a16:creationId xmlns:a16="http://schemas.microsoft.com/office/drawing/2014/main" id="{880B4A6F-7069-DE89-9E33-78B168C28EB0}"/>
              </a:ext>
            </a:extLst>
          </p:cNvPr>
          <p:cNvSpPr txBox="1"/>
          <p:nvPr/>
        </p:nvSpPr>
        <p:spPr>
          <a:xfrm flipH="1">
            <a:off x="17227279" y="4214646"/>
            <a:ext cx="68578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ADAS</a:t>
            </a:r>
            <a:endParaRPr lang="zh-CN" altLang="en-US" sz="1700"/>
          </a:p>
        </p:txBody>
      </p:sp>
      <p:sp>
        <p:nvSpPr>
          <p:cNvPr id="1052" name="TextBox 125">
            <a:extLst>
              <a:ext uri="{FF2B5EF4-FFF2-40B4-BE49-F238E27FC236}">
                <a16:creationId xmlns:a16="http://schemas.microsoft.com/office/drawing/2014/main" id="{7C3F608A-55B6-357D-24F8-4D996FA1EC85}"/>
              </a:ext>
            </a:extLst>
          </p:cNvPr>
          <p:cNvSpPr txBox="1"/>
          <p:nvPr/>
        </p:nvSpPr>
        <p:spPr>
          <a:xfrm flipH="1">
            <a:off x="16722467" y="42527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53" name="TextBox 126">
            <a:extLst>
              <a:ext uri="{FF2B5EF4-FFF2-40B4-BE49-F238E27FC236}">
                <a16:creationId xmlns:a16="http://schemas.microsoft.com/office/drawing/2014/main" id="{B5C1A42B-4B1F-F24B-A205-7B3276E9DBF9}"/>
              </a:ext>
            </a:extLst>
          </p:cNvPr>
          <p:cNvSpPr txBox="1"/>
          <p:nvPr/>
        </p:nvSpPr>
        <p:spPr>
          <a:xfrm flipH="1">
            <a:off x="17322526" y="3843171"/>
            <a:ext cx="60005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DGM</a:t>
            </a:r>
            <a:endParaRPr lang="zh-CN" altLang="en-US" sz="1700"/>
          </a:p>
        </p:txBody>
      </p:sp>
      <p:sp>
        <p:nvSpPr>
          <p:cNvPr id="1054" name="TextBox 127">
            <a:extLst>
              <a:ext uri="{FF2B5EF4-FFF2-40B4-BE49-F238E27FC236}">
                <a16:creationId xmlns:a16="http://schemas.microsoft.com/office/drawing/2014/main" id="{56D66848-B601-DA9C-A98A-69764B5113DE}"/>
              </a:ext>
            </a:extLst>
          </p:cNvPr>
          <p:cNvSpPr txBox="1"/>
          <p:nvPr/>
        </p:nvSpPr>
        <p:spPr>
          <a:xfrm flipH="1">
            <a:off x="16817715" y="38812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55" name="TextBox 128">
            <a:extLst>
              <a:ext uri="{FF2B5EF4-FFF2-40B4-BE49-F238E27FC236}">
                <a16:creationId xmlns:a16="http://schemas.microsoft.com/office/drawing/2014/main" id="{FAED812C-8051-79E8-647E-C3F59242FB8A}"/>
              </a:ext>
            </a:extLst>
          </p:cNvPr>
          <p:cNvSpPr txBox="1"/>
          <p:nvPr/>
        </p:nvSpPr>
        <p:spPr>
          <a:xfrm flipH="1">
            <a:off x="17246328" y="3471696"/>
            <a:ext cx="66673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GEPA</a:t>
            </a:r>
            <a:endParaRPr lang="zh-CN" altLang="en-US" sz="1700"/>
          </a:p>
        </p:txBody>
      </p:sp>
      <p:sp>
        <p:nvSpPr>
          <p:cNvPr id="1056" name="TextBox 129">
            <a:extLst>
              <a:ext uri="{FF2B5EF4-FFF2-40B4-BE49-F238E27FC236}">
                <a16:creationId xmlns:a16="http://schemas.microsoft.com/office/drawing/2014/main" id="{F179E96B-E37D-6944-69C5-4315491108E0}"/>
              </a:ext>
            </a:extLst>
          </p:cNvPr>
          <p:cNvSpPr txBox="1"/>
          <p:nvPr/>
        </p:nvSpPr>
        <p:spPr>
          <a:xfrm flipH="1">
            <a:off x="16741517" y="35097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57" name="TextBox 130">
            <a:extLst>
              <a:ext uri="{FF2B5EF4-FFF2-40B4-BE49-F238E27FC236}">
                <a16:creationId xmlns:a16="http://schemas.microsoft.com/office/drawing/2014/main" id="{FB55BB32-D083-C49E-778B-D06B6C5405D2}"/>
              </a:ext>
            </a:extLst>
          </p:cNvPr>
          <p:cNvSpPr txBox="1"/>
          <p:nvPr/>
        </p:nvSpPr>
        <p:spPr>
          <a:xfrm flipH="1">
            <a:off x="15131835" y="2595396"/>
            <a:ext cx="89532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CREAM</a:t>
            </a:r>
            <a:endParaRPr lang="zh-CN" altLang="en-US" sz="1700"/>
          </a:p>
        </p:txBody>
      </p:sp>
      <p:sp>
        <p:nvSpPr>
          <p:cNvPr id="1058" name="TextBox 131">
            <a:extLst>
              <a:ext uri="{FF2B5EF4-FFF2-40B4-BE49-F238E27FC236}">
                <a16:creationId xmlns:a16="http://schemas.microsoft.com/office/drawing/2014/main" id="{4E044FC3-17E3-4CF6-18B8-B7C5A694AA07}"/>
              </a:ext>
            </a:extLst>
          </p:cNvPr>
          <p:cNvSpPr txBox="1"/>
          <p:nvPr/>
        </p:nvSpPr>
        <p:spPr>
          <a:xfrm flipH="1">
            <a:off x="14627023" y="263349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59" name="TextBox 132">
            <a:extLst>
              <a:ext uri="{FF2B5EF4-FFF2-40B4-BE49-F238E27FC236}">
                <a16:creationId xmlns:a16="http://schemas.microsoft.com/office/drawing/2014/main" id="{3D2452A3-5306-9E61-204F-2D471395937C}"/>
              </a:ext>
            </a:extLst>
          </p:cNvPr>
          <p:cNvSpPr txBox="1"/>
          <p:nvPr/>
        </p:nvSpPr>
        <p:spPr>
          <a:xfrm flipH="1">
            <a:off x="14103163" y="4786146"/>
            <a:ext cx="87627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CRITIC</a:t>
            </a:r>
            <a:endParaRPr lang="zh-CN" altLang="en-US" sz="1700"/>
          </a:p>
        </p:txBody>
      </p:sp>
      <p:sp>
        <p:nvSpPr>
          <p:cNvPr id="1060" name="TextBox 133">
            <a:extLst>
              <a:ext uri="{FF2B5EF4-FFF2-40B4-BE49-F238E27FC236}">
                <a16:creationId xmlns:a16="http://schemas.microsoft.com/office/drawing/2014/main" id="{BC8FDFB1-EE9F-C02E-C9AE-28AD98C15B48}"/>
              </a:ext>
            </a:extLst>
          </p:cNvPr>
          <p:cNvSpPr txBox="1"/>
          <p:nvPr/>
        </p:nvSpPr>
        <p:spPr>
          <a:xfrm flipH="1">
            <a:off x="13598351" y="48242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1" name="TextBox 134">
            <a:extLst>
              <a:ext uri="{FF2B5EF4-FFF2-40B4-BE49-F238E27FC236}">
                <a16:creationId xmlns:a16="http://schemas.microsoft.com/office/drawing/2014/main" id="{31285390-13D7-E2F7-B8EB-8AE8E9EEDA48}"/>
              </a:ext>
            </a:extLst>
          </p:cNvPr>
          <p:cNvSpPr txBox="1"/>
          <p:nvPr/>
        </p:nvSpPr>
        <p:spPr>
          <a:xfrm flipH="1">
            <a:off x="12255361" y="2204871"/>
            <a:ext cx="15144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  <a:endParaRPr lang="zh-CN" altLang="en-US" sz="1700"/>
          </a:p>
        </p:txBody>
      </p:sp>
      <p:sp>
        <p:nvSpPr>
          <p:cNvPr id="1062" name="TextBox 135">
            <a:extLst>
              <a:ext uri="{FF2B5EF4-FFF2-40B4-BE49-F238E27FC236}">
                <a16:creationId xmlns:a16="http://schemas.microsoft.com/office/drawing/2014/main" id="{5A15DA4F-A12A-4570-6FEB-12F149B362F7}"/>
              </a:ext>
            </a:extLst>
          </p:cNvPr>
          <p:cNvSpPr txBox="1"/>
          <p:nvPr/>
        </p:nvSpPr>
        <p:spPr>
          <a:xfrm flipH="1">
            <a:off x="11750550" y="22429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3" name="TextBox 136">
            <a:extLst>
              <a:ext uri="{FF2B5EF4-FFF2-40B4-BE49-F238E27FC236}">
                <a16:creationId xmlns:a16="http://schemas.microsoft.com/office/drawing/2014/main" id="{5D980ABA-0701-040D-3755-3E1A606B2A55}"/>
              </a:ext>
            </a:extLst>
          </p:cNvPr>
          <p:cNvSpPr txBox="1"/>
          <p:nvPr/>
        </p:nvSpPr>
        <p:spPr>
          <a:xfrm flipH="1">
            <a:off x="12617303" y="2700171"/>
            <a:ext cx="62863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Metaⁿ</a:t>
            </a:r>
            <a:endParaRPr lang="zh-CN" altLang="en-US" sz="1700"/>
          </a:p>
        </p:txBody>
      </p:sp>
      <p:sp>
        <p:nvSpPr>
          <p:cNvPr id="1064" name="TextBox 137">
            <a:extLst>
              <a:ext uri="{FF2B5EF4-FFF2-40B4-BE49-F238E27FC236}">
                <a16:creationId xmlns:a16="http://schemas.microsoft.com/office/drawing/2014/main" id="{74B583AC-6787-F20C-7A08-8D478EEB82C1}"/>
              </a:ext>
            </a:extLst>
          </p:cNvPr>
          <p:cNvSpPr txBox="1"/>
          <p:nvPr/>
        </p:nvSpPr>
        <p:spPr>
          <a:xfrm flipH="1">
            <a:off x="12112491" y="273827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65" name="TextBox 138">
            <a:extLst>
              <a:ext uri="{FF2B5EF4-FFF2-40B4-BE49-F238E27FC236}">
                <a16:creationId xmlns:a16="http://schemas.microsoft.com/office/drawing/2014/main" id="{0CECFB05-E81C-8705-4501-2233F3198235}"/>
              </a:ext>
            </a:extLst>
          </p:cNvPr>
          <p:cNvSpPr txBox="1"/>
          <p:nvPr/>
        </p:nvSpPr>
        <p:spPr>
          <a:xfrm flipH="1">
            <a:off x="12141065" y="3605046"/>
            <a:ext cx="125726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  <a:endParaRPr lang="zh-CN" altLang="en-US" sz="1700"/>
          </a:p>
        </p:txBody>
      </p:sp>
      <p:sp>
        <p:nvSpPr>
          <p:cNvPr id="1066" name="TextBox 139">
            <a:extLst>
              <a:ext uri="{FF2B5EF4-FFF2-40B4-BE49-F238E27FC236}">
                <a16:creationId xmlns:a16="http://schemas.microsoft.com/office/drawing/2014/main" id="{ADACD308-1312-9F70-50A4-579D9DB3FB27}"/>
              </a:ext>
            </a:extLst>
          </p:cNvPr>
          <p:cNvSpPr txBox="1"/>
          <p:nvPr/>
        </p:nvSpPr>
        <p:spPr>
          <a:xfrm flipH="1">
            <a:off x="11636253" y="3643148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67" name="TextBox 140">
            <a:extLst>
              <a:ext uri="{FF2B5EF4-FFF2-40B4-BE49-F238E27FC236}">
                <a16:creationId xmlns:a16="http://schemas.microsoft.com/office/drawing/2014/main" id="{211CB807-B0D1-4451-5880-9EDF2929367E}"/>
              </a:ext>
            </a:extLst>
          </p:cNvPr>
          <p:cNvSpPr txBox="1"/>
          <p:nvPr/>
        </p:nvSpPr>
        <p:spPr>
          <a:xfrm flipH="1">
            <a:off x="12360135" y="4090821"/>
            <a:ext cx="64768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STOP</a:t>
            </a:r>
            <a:endParaRPr lang="zh-CN" altLang="en-US" sz="1700"/>
          </a:p>
        </p:txBody>
      </p:sp>
      <p:sp>
        <p:nvSpPr>
          <p:cNvPr id="1068" name="TextBox 141">
            <a:extLst>
              <a:ext uri="{FF2B5EF4-FFF2-40B4-BE49-F238E27FC236}">
                <a16:creationId xmlns:a16="http://schemas.microsoft.com/office/drawing/2014/main" id="{507649FB-C032-8940-468E-FBF00E9552F8}"/>
              </a:ext>
            </a:extLst>
          </p:cNvPr>
          <p:cNvSpPr txBox="1"/>
          <p:nvPr/>
        </p:nvSpPr>
        <p:spPr>
          <a:xfrm flipH="1">
            <a:off x="11855323" y="4128923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9" name="TextBox 142">
            <a:extLst>
              <a:ext uri="{FF2B5EF4-FFF2-40B4-BE49-F238E27FC236}">
                <a16:creationId xmlns:a16="http://schemas.microsoft.com/office/drawing/2014/main" id="{A21B0FD5-83E3-1916-AA29-893321D70280}"/>
              </a:ext>
            </a:extLst>
          </p:cNvPr>
          <p:cNvSpPr txBox="1"/>
          <p:nvPr/>
        </p:nvSpPr>
        <p:spPr>
          <a:xfrm flipH="1">
            <a:off x="14741321" y="3004973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Self-Taught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Evaluators</a:t>
            </a:r>
            <a:endParaRPr lang="zh-CN" altLang="en-US" sz="1700"/>
          </a:p>
        </p:txBody>
      </p:sp>
      <p:sp>
        <p:nvSpPr>
          <p:cNvPr id="1070" name="TextBox 143">
            <a:extLst>
              <a:ext uri="{FF2B5EF4-FFF2-40B4-BE49-F238E27FC236}">
                <a16:creationId xmlns:a16="http://schemas.microsoft.com/office/drawing/2014/main" id="{3D622C50-4D52-079E-683D-2454DA47C107}"/>
              </a:ext>
            </a:extLst>
          </p:cNvPr>
          <p:cNvSpPr txBox="1"/>
          <p:nvPr/>
        </p:nvSpPr>
        <p:spPr>
          <a:xfrm flipH="1">
            <a:off x="14303182" y="3328823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1" name="TextBox 144">
            <a:extLst>
              <a:ext uri="{FF2B5EF4-FFF2-40B4-BE49-F238E27FC236}">
                <a16:creationId xmlns:a16="http://schemas.microsoft.com/office/drawing/2014/main" id="{2946CE4B-AF7A-9168-B4E0-8777E9C22CD1}"/>
              </a:ext>
            </a:extLst>
          </p:cNvPr>
          <p:cNvSpPr txBox="1"/>
          <p:nvPr/>
        </p:nvSpPr>
        <p:spPr>
          <a:xfrm flipH="1">
            <a:off x="14484153" y="3528848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 dirty="0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Meta-</a:t>
            </a:r>
            <a:endParaRPr lang="zh-CN" altLang="en-US" sz="1700" dirty="0"/>
          </a:p>
          <a:p>
            <a:pPr algn="ctr"/>
            <a:r>
              <a:rPr lang="en-US" altLang="zh-CN" sz="1700" b="1" dirty="0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 dirty="0"/>
          </a:p>
        </p:txBody>
      </p:sp>
      <p:sp>
        <p:nvSpPr>
          <p:cNvPr id="1072" name="TextBox 145">
            <a:extLst>
              <a:ext uri="{FF2B5EF4-FFF2-40B4-BE49-F238E27FC236}">
                <a16:creationId xmlns:a16="http://schemas.microsoft.com/office/drawing/2014/main" id="{DF999399-B68F-B670-47B1-8B8B222CBE66}"/>
              </a:ext>
            </a:extLst>
          </p:cNvPr>
          <p:cNvSpPr txBox="1"/>
          <p:nvPr/>
        </p:nvSpPr>
        <p:spPr>
          <a:xfrm flipH="1">
            <a:off x="14036489" y="3852698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3" name="TextBox 146">
            <a:extLst>
              <a:ext uri="{FF2B5EF4-FFF2-40B4-BE49-F238E27FC236}">
                <a16:creationId xmlns:a16="http://schemas.microsoft.com/office/drawing/2014/main" id="{B1945DA9-585C-F176-13DB-9D0F732B5302}"/>
              </a:ext>
            </a:extLst>
          </p:cNvPr>
          <p:cNvSpPr txBox="1"/>
          <p:nvPr/>
        </p:nvSpPr>
        <p:spPr>
          <a:xfrm flipH="1">
            <a:off x="14207936" y="4081298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074" name="TextBox 147">
            <a:extLst>
              <a:ext uri="{FF2B5EF4-FFF2-40B4-BE49-F238E27FC236}">
                <a16:creationId xmlns:a16="http://schemas.microsoft.com/office/drawing/2014/main" id="{29C78006-1E66-390A-BDBE-1980F742E2A8}"/>
              </a:ext>
            </a:extLst>
          </p:cNvPr>
          <p:cNvSpPr txBox="1"/>
          <p:nvPr/>
        </p:nvSpPr>
        <p:spPr>
          <a:xfrm flipH="1">
            <a:off x="13750747" y="4405148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5" name="TextBox 148">
            <a:extLst>
              <a:ext uri="{FF2B5EF4-FFF2-40B4-BE49-F238E27FC236}">
                <a16:creationId xmlns:a16="http://schemas.microsoft.com/office/drawing/2014/main" id="{DF48E5C1-6196-0161-2928-47C54F682CD4}"/>
              </a:ext>
            </a:extLst>
          </p:cNvPr>
          <p:cNvSpPr txBox="1"/>
          <p:nvPr/>
        </p:nvSpPr>
        <p:spPr>
          <a:xfrm flipH="1">
            <a:off x="12150590" y="3024023"/>
            <a:ext cx="1362039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Bilevel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Autoresearch</a:t>
            </a:r>
            <a:endParaRPr lang="zh-CN" altLang="en-US" sz="1700"/>
          </a:p>
        </p:txBody>
      </p:sp>
      <p:sp>
        <p:nvSpPr>
          <p:cNvPr id="1076" name="TextBox 149">
            <a:extLst>
              <a:ext uri="{FF2B5EF4-FFF2-40B4-BE49-F238E27FC236}">
                <a16:creationId xmlns:a16="http://schemas.microsoft.com/office/drawing/2014/main" id="{A0D42F67-7622-BED4-7DCB-5D21D1369476}"/>
              </a:ext>
            </a:extLst>
          </p:cNvPr>
          <p:cNvSpPr txBox="1"/>
          <p:nvPr/>
        </p:nvSpPr>
        <p:spPr>
          <a:xfrm flipH="1">
            <a:off x="11579105" y="3347873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91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77" name="TextBox 150">
            <a:extLst>
              <a:ext uri="{FF2B5EF4-FFF2-40B4-BE49-F238E27FC236}">
                <a16:creationId xmlns:a16="http://schemas.microsoft.com/office/drawing/2014/main" id="{4BB6D251-4678-C18A-7E20-5241C016298E}"/>
              </a:ext>
            </a:extLst>
          </p:cNvPr>
          <p:cNvSpPr txBox="1"/>
          <p:nvPr/>
        </p:nvSpPr>
        <p:spPr>
          <a:xfrm flipH="1">
            <a:off x="12007719" y="4433723"/>
            <a:ext cx="103819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Scientist</a:t>
            </a:r>
            <a:endParaRPr lang="zh-CN" altLang="en-US" sz="1700"/>
          </a:p>
        </p:txBody>
      </p:sp>
      <p:sp>
        <p:nvSpPr>
          <p:cNvPr id="1078" name="TextBox 151">
            <a:extLst>
              <a:ext uri="{FF2B5EF4-FFF2-40B4-BE49-F238E27FC236}">
                <a16:creationId xmlns:a16="http://schemas.microsoft.com/office/drawing/2014/main" id="{4B373C6F-3493-0BBD-62BB-D80D2585A30A}"/>
              </a:ext>
            </a:extLst>
          </p:cNvPr>
          <p:cNvSpPr txBox="1"/>
          <p:nvPr/>
        </p:nvSpPr>
        <p:spPr>
          <a:xfrm flipH="1">
            <a:off x="11579105" y="4757573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9" name="TextBox 152">
            <a:extLst>
              <a:ext uri="{FF2B5EF4-FFF2-40B4-BE49-F238E27FC236}">
                <a16:creationId xmlns:a16="http://schemas.microsoft.com/office/drawing/2014/main" id="{25E0B186-90C8-6940-D8CD-83FCBFF446E9}"/>
              </a:ext>
            </a:extLst>
          </p:cNvPr>
          <p:cNvSpPr txBox="1"/>
          <p:nvPr/>
        </p:nvSpPr>
        <p:spPr>
          <a:xfrm flipH="1">
            <a:off x="13522152" y="3185946"/>
            <a:ext cx="33336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000" b="1">
                <a:solidFill>
                  <a:srgbClr val="656575"/>
                </a:solidFill>
                <a:latin typeface="Times New Roman"/>
                <a:ea typeface="Times New Roman"/>
                <a:cs typeface="Times New Roman"/>
              </a:rPr>
              <a:t>Ind.</a:t>
            </a:r>
            <a:endParaRPr lang="zh-CN" altLang="en-US" sz="1000"/>
          </a:p>
        </p:txBody>
      </p:sp>
      <p:sp>
        <p:nvSpPr>
          <p:cNvPr id="1090" name="TextBox 163">
            <a:extLst>
              <a:ext uri="{FF2B5EF4-FFF2-40B4-BE49-F238E27FC236}">
                <a16:creationId xmlns:a16="http://schemas.microsoft.com/office/drawing/2014/main" id="{E882B9A9-FDD2-7FEF-DCBD-E6428243091F}"/>
              </a:ext>
            </a:extLst>
          </p:cNvPr>
          <p:cNvSpPr txBox="1"/>
          <p:nvPr/>
        </p:nvSpPr>
        <p:spPr>
          <a:xfrm rot="2211917" flipH="1">
            <a:off x="13076751" y="8666994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Series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165" name="TextBox 165"/>
          <p:cNvSpPr txBox="1"/>
          <p:nvPr/>
        </p:nvSpPr>
        <p:spPr>
          <a:xfrm>
            <a:off x="11275003" y="9471820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Time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Series</a:t>
            </a:r>
          </a:p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Agent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Systems</a:t>
            </a:r>
            <a:endParaRPr lang="zh-CN" altLang="en-US" sz="3200" dirty="0"/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6D0BFDA7-709B-6DB7-9C98-A964836D9693}"/>
              </a:ext>
            </a:extLst>
          </p:cNvPr>
          <p:cNvSpPr/>
          <p:nvPr/>
        </p:nvSpPr>
        <p:spPr>
          <a:xfrm flipV="1">
            <a:off x="11633198" y="1649201"/>
            <a:ext cx="1" cy="709395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Box 164">
            <a:extLst>
              <a:ext uri="{FF2B5EF4-FFF2-40B4-BE49-F238E27FC236}">
                <a16:creationId xmlns:a16="http://schemas.microsoft.com/office/drawing/2014/main" id="{3662D40A-027B-6C75-645B-C775F29A81B9}"/>
              </a:ext>
            </a:extLst>
          </p:cNvPr>
          <p:cNvSpPr txBox="1"/>
          <p:nvPr/>
        </p:nvSpPr>
        <p:spPr>
          <a:xfrm rot="19364635" flipH="1">
            <a:off x="8993283" y="8551495"/>
            <a:ext cx="135255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endParaRPr lang="zh-CN" altLang="en-US" sz="2800" dirty="0"/>
          </a:p>
        </p:txBody>
      </p:sp>
      <p:sp>
        <p:nvSpPr>
          <p:cNvPr id="88" name="TextBox 163">
            <a:extLst>
              <a:ext uri="{FF2B5EF4-FFF2-40B4-BE49-F238E27FC236}">
                <a16:creationId xmlns:a16="http://schemas.microsoft.com/office/drawing/2014/main" id="{80C64E8C-E2AD-F668-924F-164DF66E7EDF}"/>
              </a:ext>
            </a:extLst>
          </p:cNvPr>
          <p:cNvSpPr txBox="1"/>
          <p:nvPr/>
        </p:nvSpPr>
        <p:spPr>
          <a:xfrm rot="1211543" flipH="1">
            <a:off x="12854321" y="6271545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Series</a:t>
            </a:r>
            <a:br>
              <a:rPr lang="en-US" altLang="zh-CN" sz="2400" b="1" dirty="0">
                <a:latin typeface="Times New Roman"/>
                <a:ea typeface="Times New Roman"/>
                <a:cs typeface="Times New Roman"/>
              </a:rPr>
            </a:b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400" dirty="0"/>
          </a:p>
        </p:txBody>
      </p:sp>
      <p:sp>
        <p:nvSpPr>
          <p:cNvPr id="89" name="TextBox 163">
            <a:extLst>
              <a:ext uri="{FF2B5EF4-FFF2-40B4-BE49-F238E27FC236}">
                <a16:creationId xmlns:a16="http://schemas.microsoft.com/office/drawing/2014/main" id="{2103A90A-AE01-8E04-3E64-5F467AF7F7C8}"/>
              </a:ext>
            </a:extLst>
          </p:cNvPr>
          <p:cNvSpPr txBox="1"/>
          <p:nvPr/>
        </p:nvSpPr>
        <p:spPr>
          <a:xfrm rot="2265629" flipH="1">
            <a:off x="16199465" y="8611874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Task-specific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Series</a:t>
            </a:r>
            <a:br>
              <a:rPr lang="en-US" altLang="zh-CN" sz="2400" b="1" dirty="0">
                <a:latin typeface="Times New Roman"/>
                <a:ea typeface="Times New Roman"/>
                <a:cs typeface="Times New Roman"/>
              </a:rPr>
            </a:b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</TotalTime>
  <Words>511</Words>
  <Application>Microsoft Macintosh PowerPoint</Application>
  <PresentationFormat>自定义</PresentationFormat>
  <Paragraphs>444</Paragraphs>
  <Slides>3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Arial</vt:lpstr>
      <vt:lpstr>Comic Sans MS</vt:lpstr>
      <vt:lpstr>Times New Roman</vt:lpstr>
      <vt:lpstr>ImageToEditablePPT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Jiaming Ma</cp:lastModifiedBy>
  <cp:revision>33</cp:revision>
  <dcterms:modified xsi:type="dcterms:W3CDTF">2026-10-25T14:31:16Z</dcterms:modified>
</cp:coreProperties>
</file>