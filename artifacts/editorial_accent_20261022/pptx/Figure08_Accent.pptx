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3e7dacd23049f5" /><Relationship Type="http://schemas.openxmlformats.org/officeDocument/2006/relationships/extended-properties" Target="/docProps/app.xml" Id="R4839043827594ea6" /><Relationship Type="http://schemas.openxmlformats.org/officeDocument/2006/relationships/officeDocument" Target="/ppt/presentation.xml" Id="Ra6d9e426d87e49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952b56c79247de"/>
  </p:sldMasterIdLst>
  <p:notesMasterIdLst>
    <p:notesMasterId xmlns:r="http://schemas.openxmlformats.org/officeDocument/2006/relationships" r:id="Rf5fe093b147e42c1"/>
  </p:notesMasterIdLst>
  <p:sldIdLst>
    <p:sldId xmlns:r="http://schemas.openxmlformats.org/officeDocument/2006/relationships" id="256" r:id="R017222573c684c3a"/>
  </p:sldIdLst>
  <p:sldSz cx="16459200" cy="11100816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7f00c6d4da142d5" /><Relationship Type="http://schemas.openxmlformats.org/officeDocument/2006/relationships/slideMaster" Target="/ppt/slideMasters/slideMaster1.xml" Id="R59952b56c79247de" /><Relationship Type="http://schemas.openxmlformats.org/officeDocument/2006/relationships/notesMaster" Target="/ppt/notesMasters/notesMaster1.xml" Id="Rf5fe093b147e42c1" /><Relationship Type="http://schemas.openxmlformats.org/officeDocument/2006/relationships/presProps" Target="/ppt/presProps.xml" Id="R661be6a2b0484883" /><Relationship Type="http://schemas.openxmlformats.org/officeDocument/2006/relationships/viewProps" Target="/ppt/viewProps.xml" Id="R0ff7f05e22b5492f" /><Relationship Type="http://schemas.openxmlformats.org/officeDocument/2006/relationships/tableStyles" Target="/ppt/tableStyles.xml" Id="Rdfdf97bd06b046d6" /><Relationship Type="http://schemas.openxmlformats.org/officeDocument/2006/relationships/slide" Target="/ppt/slides/slide1.xml" Id="R017222573c684c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c9854ff53945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ec72f7ca6e4d2f" /><Relationship Type="http://schemas.openxmlformats.org/officeDocument/2006/relationships/notesMaster" Target="/ppt/notesMasters/notesMaster1.xml" Id="R4a2d11b61fb044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/>
              <a:t>Revised Figure 08. Native editable scientific schematic, styled after Figures 5 and 6. Numerical curves, tables and code fragments illustrate the objects handled by modules; they are not experimental results or executable API specifications. Scientific content and method citations follow the matching main.tex paragraph and caption. Lucide line icons: https://lucide.dev, ISC license. Retain semantic groups when editing; ungroup to access labels, connectors, charts and icon paths.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231fc3f1b843cd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5dca70fa3949a7" /><Relationship Type="http://schemas.openxmlformats.org/officeDocument/2006/relationships/slideLayout" Target="/ppt/slideLayouts/slideLayout1.xml" Id="R3f09c8d4c42545d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09c8d4c42545d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cff4b101214434" /><Relationship Type="http://schemas.openxmlformats.org/officeDocument/2006/relationships/notesSlide" Target="/ppt/notesSlides/notesSlide1.xml" Id="R093362ba43bb48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50005" name="Figure 8 — ungroup into four task workflows"/>
          <p:cNvGrpSpPr/>
          <p:nvPr/>
        </p:nvGrpSpPr>
        <p:grpSpPr>
          <ns1:xfrm xmlns:ns1="http://schemas.openxmlformats.org/drawingml/2006/main">
            <ns1:off x="219456" y="201168"/>
            <ns1:ext cx="16020288" cy="10735056"/>
            <ns1:chOff x="219456" y="201168"/>
            <ns1:chExt cx="16020288" cy="10735056"/>
          </ns1:xfrm>
        </p:grpSpPr>
        <p:grpSp>
          <p:nvGrpSpPr>
            <p:cNvPr id="50000" name="Title and key"/>
            <p:cNvGrpSpPr/>
            <p:nvPr/>
          </p:nvGrpSpPr>
          <p:grpSpPr>
            <ns1:xfrm xmlns:ns1="http://schemas.openxmlformats.org/drawingml/2006/main">
              <ns1:off x="219456" y="201168"/>
              <ns1:ext cx="16020288" cy="493776"/>
              <ns1:chOff x="219456" y="201168"/>
              <ns1:chExt cx="16020288" cy="493776"/>
            </ns1:xfrm>
          </p:grpSpPr>
          <p:sp>
            <p:nvSpPr>
              <p:cNvPr id="2" name="title-and-role-key-001">
                <a:extLst xmlns:a="http://schemas.openxmlformats.org/drawingml/2006/main">
                  <a:ext uri="{FF2B5EF4-FFF2-40B4-BE49-F238E27FC236}">
                    <a16:creationId xmlns:a16="http://schemas.microsoft.com/office/drawing/2014/main" id="{469CDDD8-A2BA-41E0-B7F0-8730AA51FDA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7754112" y="310896"/>
                <a:ext cx="402336" cy="237744"/>
              </a:xfrm>
              <a:prstGeom xmlns:a="http://schemas.openxmlformats.org/drawingml/2006/main" prst="roundRect">
                <a:avLst>
                  <a:gd name="adj" fmla="val 34615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" name="title-and-role-key-003">
                <a:extLst xmlns:a="http://schemas.openxmlformats.org/drawingml/2006/main">
                  <a:ext uri="{FF2B5EF4-FFF2-40B4-BE49-F238E27FC236}">
                    <a16:creationId xmlns:a16="http://schemas.microsoft.com/office/drawing/2014/main" id="{1912D9E7-60DB-447D-9730-52B0703B506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716768" y="310896"/>
                <a:ext cx="402336" cy="237744"/>
              </a:xfrm>
              <a:prstGeom xmlns:a="http://schemas.openxmlformats.org/drawingml/2006/main" prst="roundRect">
                <a:avLst>
                  <a:gd name="adj" fmla="val 11538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" name="title-and-role-key-005">
                <a:extLst xmlns:a="http://schemas.openxmlformats.org/drawingml/2006/main">
                  <a:ext uri="{FF2B5EF4-FFF2-40B4-BE49-F238E27FC236}">
                    <a16:creationId xmlns:a16="http://schemas.microsoft.com/office/drawing/2014/main" id="{0390C478-9482-4119-AD43-E2D43B736B0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856464" y="358018"/>
                <a:ext cx="420624" cy="11198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432" y="20436"/>
                      <a:pt x="1728" y="15004"/>
                      <a:pt x="2592" y="14616"/>
                    </a:cubicBezTo>
                    <a:cubicBezTo>
                      <a:pt x="3456" y="14228"/>
                      <a:pt x="4284" y="20695"/>
                      <a:pt x="5184" y="19272"/>
                    </a:cubicBezTo>
                    <a:cubicBezTo>
                      <a:pt x="6084" y="17849"/>
                      <a:pt x="7056" y="7243"/>
                      <a:pt x="7992" y="6079"/>
                    </a:cubicBezTo>
                    <a:cubicBezTo>
                      <a:pt x="8928" y="4915"/>
                      <a:pt x="9900" y="12805"/>
                      <a:pt x="10800" y="12287"/>
                    </a:cubicBezTo>
                    <a:cubicBezTo>
                      <a:pt x="11700" y="11770"/>
                      <a:pt x="12492" y="3363"/>
                      <a:pt x="13392" y="2975"/>
                    </a:cubicBezTo>
                    <a:cubicBezTo>
                      <a:pt x="14292" y="2587"/>
                      <a:pt x="15300" y="10347"/>
                      <a:pt x="16200" y="9959"/>
                    </a:cubicBezTo>
                    <a:cubicBezTo>
                      <a:pt x="17100" y="9571"/>
                      <a:pt x="17892" y="1293"/>
                      <a:pt x="18792" y="647"/>
                    </a:cubicBezTo>
                    <a:cubicBezTo>
                      <a:pt x="19692" y="0"/>
                      <a:pt x="21132" y="5174"/>
                      <a:pt x="21600" y="6079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286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5" name="title-and-role-key-007">
                <a:extLst xmlns:a="http://schemas.openxmlformats.org/drawingml/2006/main">
                  <a:ext uri="{FF2B5EF4-FFF2-40B4-BE49-F238E27FC236}">
                    <a16:creationId xmlns:a16="http://schemas.microsoft.com/office/drawing/2014/main" id="{7B11BF7F-D337-4D50-A7D9-7D267B5D9B7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31568" y="429768"/>
                <a:ext cx="402336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dash"/>
                <a:tailEnd type="triangle"/>
              </a:ln>
              <ns0:effectLst xmlns:ns0="http://schemas.openxmlformats.org/drawingml/2006/main">
                <ns0:outerShdw blurRad="15000" dist="9000" dir="5400000" algn="ctr" rotWithShape="0">
                  <ns0:srgbClr val="333333">
                    <ns0:alpha val="12000"/>
                  </ns0:srgbClr>
                </ns0:outerShdw>
              </ns0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" name="title-and-role-key-009">
                <a:extLst xmlns:a="http://schemas.openxmlformats.org/drawingml/2006/main">
                  <a:ext uri="{FF2B5EF4-FFF2-40B4-BE49-F238E27FC236}">
                    <a16:creationId xmlns:a16="http://schemas.microsoft.com/office/drawing/2014/main" id="{420BC5B0-954C-4E62-B8CB-9E1D67E6049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9456" y="694944"/>
                <a:ext cx="16020288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0160">
                <a:solidFill>
                  <a:srgbClr val="D8D8D4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" name="title-and-role-key-000">
                <a:extLst xmlns:a="http://schemas.openxmlformats.org/drawingml/2006/main">
                  <a:ext uri="{FF2B5EF4-FFF2-40B4-BE49-F238E27FC236}">
                    <a16:creationId xmlns:a16="http://schemas.microsoft.com/office/drawing/2014/main" id="{AA5B0420-F8B7-4F4F-B75E-C445497A27A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37744" y="201168"/>
                <a:ext cx="6949440" cy="4572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2640">
                    <a:solidFill>
                      <a:srgbClr val="222222"/>
                    </a:solidFill>
                    <a:latin typeface="Comic Sans MS"/>
                    <a:ea typeface="Times New Roman"/>
                    <a:cs typeface="Times New Roman"/>
                  </a:rPr>
                  <a:t>Task-Specific Time-Series Harness</a:t>
                </a:r>
                <a:endParaRPr sz="2640">
                  <a:latin typeface="Comic Sans MS"/>
                </a:endParaRPr>
              </a:p>
            </p:txBody>
          </p:sp>
          <p:sp>
            <p:nvSpPr>
              <p:cNvPr id="8" name="title-and-role-key-002">
                <a:extLst xmlns:a="http://schemas.openxmlformats.org/drawingml/2006/main">
                  <a:ext uri="{FF2B5EF4-FFF2-40B4-BE49-F238E27FC236}">
                    <a16:creationId xmlns:a16="http://schemas.microsoft.com/office/drawing/2014/main" id="{0077FF00-4471-4A9E-A8F2-D6638CAC6C3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247888" y="310896"/>
                <a:ext cx="2194560" cy="237744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232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Agent / harness operation</a:t>
                </a:r>
                <a:endParaRPr sz="1232">
                  <a:latin typeface="Arial"/>
                </a:endParaRPr>
              </a:p>
            </p:txBody>
          </p:sp>
          <p:sp>
            <p:nvSpPr>
              <p:cNvPr id="9" name="title-and-role-key-004">
                <a:extLst xmlns:a="http://schemas.openxmlformats.org/drawingml/2006/main">
                  <a:ext uri="{FF2B5EF4-FFF2-40B4-BE49-F238E27FC236}">
                    <a16:creationId xmlns:a16="http://schemas.microsoft.com/office/drawing/2014/main" id="{CD2FE485-5750-4D40-8FE9-ADAAF154B94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210544" y="310896"/>
                <a:ext cx="1371600" cy="237744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232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TS model / tool</a:t>
                </a:r>
                <a:endParaRPr sz="1232">
                  <a:latin typeface="Arial"/>
                </a:endParaRPr>
              </a:p>
            </p:txBody>
          </p:sp>
          <p:sp>
            <p:nvSpPr>
              <p:cNvPr id="10" name="title-and-role-key-006">
                <a:extLst xmlns:a="http://schemas.openxmlformats.org/drawingml/2006/main">
                  <a:ext uri="{FF2B5EF4-FFF2-40B4-BE49-F238E27FC236}">
                    <a16:creationId xmlns:a16="http://schemas.microsoft.com/office/drawing/2014/main" id="{7CB4536C-7FFF-46E2-8C07-4DF07E08F27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368528" y="310896"/>
                <a:ext cx="1188720" cy="237744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232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Data / output</a:t>
                </a:r>
                <a:endParaRPr sz="1232">
                  <a:latin typeface="Arial"/>
                </a:endParaRPr>
              </a:p>
            </p:txBody>
          </p:sp>
          <p:sp>
            <p:nvSpPr>
              <p:cNvPr id="11" name="title-and-role-key-008">
                <a:extLst xmlns:a="http://schemas.openxmlformats.org/drawingml/2006/main">
                  <a:ext uri="{FF2B5EF4-FFF2-40B4-BE49-F238E27FC236}">
                    <a16:creationId xmlns:a16="http://schemas.microsoft.com/office/drawing/2014/main" id="{50419582-4C1F-4DE2-95DC-BAB1F80F2B3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5325344" y="310896"/>
                <a:ext cx="914400" cy="237744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232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Feedback</a:t>
                </a:r>
                <a:endParaRPr sz="1232">
                  <a:latin typeface="Arial"/>
                </a:endParaRPr>
              </a:p>
            </p:txBody>
          </p:sp>
        </p:grpSp>
        <p:grpSp>
          <p:nvGrpSpPr>
            <p:cNvPr id="50001" name="Forecasting"/>
            <p:cNvGrpSpPr/>
            <p:nvPr/>
          </p:nvGrpSpPr>
          <p:grpSpPr>
            <ns1:xfrm xmlns:ns1="http://schemas.openxmlformats.org/drawingml/2006/main">
              <ns1:off x="219456" y="841248"/>
              <ns1:ext cx="7900416" cy="4937760"/>
              <ns1:chOff x="219456" y="841248"/>
              <ns1:chExt cx="7900416" cy="4937760"/>
            </ns1:xfrm>
          </p:grpSpPr>
          <p:sp>
            <p:nvSpPr>
              <p:cNvPr id="12" name="forecast-010">
                <a:extLst xmlns:a="http://schemas.openxmlformats.org/drawingml/2006/main">
                  <a:ext uri="{FF2B5EF4-FFF2-40B4-BE49-F238E27FC236}">
                    <a16:creationId xmlns:a16="http://schemas.microsoft.com/office/drawing/2014/main" id="{A254C5AD-3150-41F1-BABE-1E896F57501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9456" y="841248"/>
                <a:ext cx="7900416" cy="4937760"/>
              </a:xfrm>
              <a:prstGeom xmlns:a="http://schemas.openxmlformats.org/drawingml/2006/main" prst="roundRect">
                <a:avLst>
                  <a:gd name="adj" fmla="val 2963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" name="forecast-014">
                <a:extLst xmlns:a="http://schemas.openxmlformats.org/drawingml/2006/main">
                  <a:ext uri="{FF2B5EF4-FFF2-40B4-BE49-F238E27FC236}">
                    <a16:creationId xmlns:a16="http://schemas.microsoft.com/office/drawing/2014/main" id="{A83AF0C2-7F02-468B-BED9-81EF139037B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5303520"/>
                <a:ext cx="7498080" cy="310896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" name="forecast-016">
                <a:extLst xmlns:a="http://schemas.openxmlformats.org/drawingml/2006/main">
                  <a:ext uri="{FF2B5EF4-FFF2-40B4-BE49-F238E27FC236}">
                    <a16:creationId xmlns:a16="http://schemas.microsoft.com/office/drawing/2014/main" id="{5E02D6BA-835E-492F-B061-C56FE59F34B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93776" y="2871521"/>
                <a:ext cx="1078992" cy="548335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4036"/>
                    </a:moveTo>
                    <a:cubicBezTo>
                      <a:pt x="432" y="13279"/>
                      <a:pt x="1728" y="9749"/>
                      <a:pt x="2592" y="9497"/>
                    </a:cubicBezTo>
                    <a:cubicBezTo>
                      <a:pt x="3456" y="9245"/>
                      <a:pt x="4284" y="13447"/>
                      <a:pt x="5184" y="12523"/>
                    </a:cubicBezTo>
                    <a:cubicBezTo>
                      <a:pt x="6084" y="11598"/>
                      <a:pt x="7056" y="4707"/>
                      <a:pt x="7992" y="3950"/>
                    </a:cubicBezTo>
                    <a:cubicBezTo>
                      <a:pt x="8928" y="3194"/>
                      <a:pt x="9900" y="8321"/>
                      <a:pt x="10800" y="7984"/>
                    </a:cubicBezTo>
                    <a:cubicBezTo>
                      <a:pt x="11700" y="7648"/>
                      <a:pt x="12492" y="2185"/>
                      <a:pt x="13392" y="1933"/>
                    </a:cubicBezTo>
                    <a:cubicBezTo>
                      <a:pt x="14292" y="1681"/>
                      <a:pt x="15300" y="6724"/>
                      <a:pt x="16200" y="6472"/>
                    </a:cubicBezTo>
                    <a:cubicBezTo>
                      <a:pt x="17100" y="6219"/>
                      <a:pt x="17892" y="840"/>
                      <a:pt x="18792" y="420"/>
                    </a:cubicBezTo>
                    <a:cubicBezTo>
                      <a:pt x="19692" y="0"/>
                      <a:pt x="21132" y="3362"/>
                      <a:pt x="21600" y="395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ns0:gradFill xmlns:ns0="http://schemas.openxmlformats.org/drawingml/2006/main" rotWithShape="1">
                <ns0:gsLst>
                  <ns0:gs pos="0">
                    <ns0:srgbClr val="F8FAFB"/>
                  </ns0:gs>
                  <ns0:gs pos="100000">
                    <ns0:srgbClr val="DCE5EB"/>
                  </ns0:gs>
                </ns0:gsLst>
                <ns0:lin ang="5400000" scaled="1"/>
              </ns0:gra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5" name="forecast-043">
                <a:extLst xmlns:a="http://schemas.openxmlformats.org/drawingml/2006/main">
                  <a:ext uri="{FF2B5EF4-FFF2-40B4-BE49-F238E27FC236}">
                    <a16:creationId xmlns:a16="http://schemas.microsoft.com/office/drawing/2014/main" id="{9EA24D26-5DFB-43BF-892E-AAF9827363A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961888" y="2715036"/>
                <a:ext cx="1371600" cy="704820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6545"/>
                    </a:moveTo>
                    <a:cubicBezTo>
                      <a:pt x="900" y="15702"/>
                      <a:pt x="3600" y="12791"/>
                      <a:pt x="5400" y="11489"/>
                    </a:cubicBezTo>
                    <a:cubicBezTo>
                      <a:pt x="7200" y="10187"/>
                      <a:pt x="9000" y="10111"/>
                      <a:pt x="10800" y="8732"/>
                    </a:cubicBezTo>
                    <a:cubicBezTo>
                      <a:pt x="12600" y="7353"/>
                      <a:pt x="14400" y="4672"/>
                      <a:pt x="16200" y="3217"/>
                    </a:cubicBezTo>
                    <a:cubicBezTo>
                      <a:pt x="18000" y="1762"/>
                      <a:pt x="20700" y="536"/>
                      <a:pt x="21600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ns0:gradFill xmlns:ns0="http://schemas.openxmlformats.org/drawingml/2006/main" rotWithShape="1">
                <ns0:gsLst>
                  <ns0:gs pos="0">
                    <ns0:srgbClr val="F8FAFB"/>
                  </ns0:gs>
                  <ns0:gs pos="100000">
                    <ns0:srgbClr val="DCE5EB"/>
                  </ns0:gs>
                </ns0:gsLst>
                <ns0:lin ang="5400000" scaled="1"/>
              </ns0:gra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6" name="forecast-017">
                <a:extLst xmlns:a="http://schemas.openxmlformats.org/drawingml/2006/main">
                  <a:ext uri="{FF2B5EF4-FFF2-40B4-BE49-F238E27FC236}">
                    <a16:creationId xmlns:a16="http://schemas.microsoft.com/office/drawing/2014/main" id="{F9A1B530-37CD-432A-8177-4922AE819CB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57200" y="3419856"/>
                <a:ext cx="1152144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" name="forecast-023">
                <a:extLst xmlns:a="http://schemas.openxmlformats.org/drawingml/2006/main">
                  <a:ext uri="{FF2B5EF4-FFF2-40B4-BE49-F238E27FC236}">
                    <a16:creationId xmlns:a16="http://schemas.microsoft.com/office/drawing/2014/main" id="{63B80B76-CB03-4917-95BA-400CF0BC3E0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75104" y="2450592"/>
                <a:ext cx="932688" cy="1298448"/>
              </a:xfrm>
              <a:prstGeom xmlns:a="http://schemas.openxmlformats.org/drawingml/2006/main" prst="roundRect">
                <a:avLst>
                  <a:gd name="adj" fmla="val 7843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304B63"/>
                </a:solidFill>
                <a:prstDash val="dash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" name="forecast-032">
                <a:extLst xmlns:a="http://schemas.openxmlformats.org/drawingml/2006/main">
                  <a:ext uri="{FF2B5EF4-FFF2-40B4-BE49-F238E27FC236}">
                    <a16:creationId xmlns:a16="http://schemas.microsoft.com/office/drawing/2014/main" id="{5744763C-24B1-486E-A7C9-A17B5615449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291840" y="3419856"/>
                <a:ext cx="107899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" name="forecast-044">
                <a:extLst xmlns:a="http://schemas.openxmlformats.org/drawingml/2006/main">
                  <a:ext uri="{FF2B5EF4-FFF2-40B4-BE49-F238E27FC236}">
                    <a16:creationId xmlns:a16="http://schemas.microsoft.com/office/drawing/2014/main" id="{1B1F7479-0CAC-4D82-82ED-AD7FB015996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925312" y="3419856"/>
                <a:ext cx="144475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0" name="forecast-011">
                <a:extLst xmlns:a="http://schemas.openxmlformats.org/drawingml/2006/main">
                  <a:ext uri="{FF2B5EF4-FFF2-40B4-BE49-F238E27FC236}">
                    <a16:creationId xmlns:a16="http://schemas.microsoft.com/office/drawing/2014/main" id="{DAC82018-C993-4DF7-82D4-B0A993BEFE5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1014984"/>
                <a:ext cx="310896" cy="310896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304B63"/>
              </a:soli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1" name="forecast-020">
                <a:extLst xmlns:a="http://schemas.openxmlformats.org/drawingml/2006/main">
                  <a:ext uri="{FF2B5EF4-FFF2-40B4-BE49-F238E27FC236}">
                    <a16:creationId xmlns:a16="http://schemas.microsoft.com/office/drawing/2014/main" id="{6103BE44-3CC9-4117-B97D-9011C32A52B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00784" y="1682496"/>
                <a:ext cx="1481328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0:effectLst xmlns:ns0="http://schemas.openxmlformats.org/drawingml/2006/main">
                <ns0:outerShdw blurRad="18000" dist="11000" dir="5400000" algn="ctr" rotWithShape="0">
                  <ns0:srgbClr val="333333">
                    <ns0:alpha val="11000"/>
                  </ns0:srgbClr>
                </ns0:outerShdw>
              </ns0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2" name="forecast-024">
                <a:extLst xmlns:a="http://schemas.openxmlformats.org/drawingml/2006/main">
                  <a:ext uri="{FF2B5EF4-FFF2-40B4-BE49-F238E27FC236}">
                    <a16:creationId xmlns:a16="http://schemas.microsoft.com/office/drawing/2014/main" id="{72C8D4E6-A0A1-4D39-8DA6-840CA21FB66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03120" y="2560320"/>
                <a:ext cx="676656" cy="310896"/>
              </a:xfrm>
              <a:prstGeom xmlns:a="http://schemas.openxmlformats.org/drawingml/2006/main" prst="roundRect">
                <a:avLst>
                  <a:gd name="adj" fmla="val 8824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3" name="forecast-026">
                <a:extLst xmlns:a="http://schemas.openxmlformats.org/drawingml/2006/main">
                  <a:ext uri="{FF2B5EF4-FFF2-40B4-BE49-F238E27FC236}">
                    <a16:creationId xmlns:a16="http://schemas.microsoft.com/office/drawing/2014/main" id="{10E66928-E4D7-4196-B9D7-0757E1B38E6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03120" y="2944368"/>
                <a:ext cx="676656" cy="310896"/>
              </a:xfrm>
              <a:prstGeom xmlns:a="http://schemas.openxmlformats.org/drawingml/2006/main" prst="roundRect">
                <a:avLst>
                  <a:gd name="adj" fmla="val 8824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4" name="forecast-028">
                <a:extLst xmlns:a="http://schemas.openxmlformats.org/drawingml/2006/main">
                  <a:ext uri="{FF2B5EF4-FFF2-40B4-BE49-F238E27FC236}">
                    <a16:creationId xmlns:a16="http://schemas.microsoft.com/office/drawing/2014/main" id="{5F8ADB54-6CF3-421A-A684-2428DD1EC2F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03120" y="3328416"/>
                <a:ext cx="676656" cy="310896"/>
              </a:xfrm>
              <a:prstGeom xmlns:a="http://schemas.openxmlformats.org/drawingml/2006/main" prst="roundRect">
                <a:avLst>
                  <a:gd name="adj" fmla="val 8824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5" name="forecast-036">
                <a:extLst xmlns:a="http://schemas.openxmlformats.org/drawingml/2006/main">
                  <a:ext uri="{FF2B5EF4-FFF2-40B4-BE49-F238E27FC236}">
                    <a16:creationId xmlns:a16="http://schemas.microsoft.com/office/drawing/2014/main" id="{3F278CF6-79A9-4DB6-A491-153EA8DAD25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672584" y="2121408"/>
                <a:ext cx="914400" cy="310896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6" name="forecast-039">
                <a:extLst xmlns:a="http://schemas.openxmlformats.org/drawingml/2006/main">
                  <a:ext uri="{FF2B5EF4-FFF2-40B4-BE49-F238E27FC236}">
                    <a16:creationId xmlns:a16="http://schemas.microsoft.com/office/drawing/2014/main" id="{6CE38BF0-10ED-46F6-B49E-538D454DDD7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718304" y="2916936"/>
                <a:ext cx="822960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1:effectLst xmlns:ns1="http://schemas.openxmlformats.org/drawingml/2006/main">
                <ns1:outerShdw blurRad="18000" dist="11000" dir="5400000" algn="ctr" rotWithShape="0">
                  <ns1:srgbClr val="333333">
                    <ns1:alpha val="11000"/>
                  </ns1:srgbClr>
                </ns1:outerShdw>
              </ns1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7" name="forecast-048">
                <a:extLst xmlns:a="http://schemas.openxmlformats.org/drawingml/2006/main">
                  <a:ext uri="{FF2B5EF4-FFF2-40B4-BE49-F238E27FC236}">
                    <a16:creationId xmlns:a16="http://schemas.microsoft.com/office/drawing/2014/main" id="{83ED95CA-C5A5-4F8D-B3AF-C0157E7CA96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4407408"/>
                <a:ext cx="1426464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8" name="forecast-051">
                <a:extLst xmlns:a="http://schemas.openxmlformats.org/drawingml/2006/main">
                  <a:ext uri="{FF2B5EF4-FFF2-40B4-BE49-F238E27FC236}">
                    <a16:creationId xmlns:a16="http://schemas.microsoft.com/office/drawing/2014/main" id="{62DE0805-8BFC-4B8A-8746-4383BC4FDCC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231136" y="4334256"/>
                <a:ext cx="219456" cy="493776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304B63"/>
              </a:soli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9" name="forecast-052">
                <a:extLst xmlns:a="http://schemas.openxmlformats.org/drawingml/2006/main">
                  <a:ext uri="{FF2B5EF4-FFF2-40B4-BE49-F238E27FC236}">
                    <a16:creationId xmlns:a16="http://schemas.microsoft.com/office/drawing/2014/main" id="{323AA17D-230A-4966-AB78-1E2A1AF771A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523744" y="4590288"/>
                <a:ext cx="219456" cy="237744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1F1EE"/>
              </a:soli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0" name="forecast-055">
                <a:extLst xmlns:a="http://schemas.openxmlformats.org/drawingml/2006/main">
                  <a:ext uri="{FF2B5EF4-FFF2-40B4-BE49-F238E27FC236}">
                    <a16:creationId xmlns:a16="http://schemas.microsoft.com/office/drawing/2014/main" id="{022802BC-EAE1-4218-94AB-16C4966FAD0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169664" y="4407408"/>
                <a:ext cx="1517904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1" name="forecast-018">
                <a:extLst xmlns:a="http://schemas.openxmlformats.org/drawingml/2006/main">
                  <a:ext uri="{FF2B5EF4-FFF2-40B4-BE49-F238E27FC236}">
                    <a16:creationId xmlns:a16="http://schemas.microsoft.com/office/drawing/2014/main" id="{A9B29840-EFA9-480C-9520-265B8B15FB9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93776" y="2871521"/>
                <a:ext cx="1078992" cy="356311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432" y="20436"/>
                      <a:pt x="1728" y="15004"/>
                      <a:pt x="2592" y="14616"/>
                    </a:cubicBezTo>
                    <a:cubicBezTo>
                      <a:pt x="3456" y="14228"/>
                      <a:pt x="4284" y="20695"/>
                      <a:pt x="5184" y="19272"/>
                    </a:cubicBezTo>
                    <a:cubicBezTo>
                      <a:pt x="6084" y="17849"/>
                      <a:pt x="7056" y="7243"/>
                      <a:pt x="7992" y="6079"/>
                    </a:cubicBezTo>
                    <a:cubicBezTo>
                      <a:pt x="8928" y="4915"/>
                      <a:pt x="9900" y="12805"/>
                      <a:pt x="10800" y="12287"/>
                    </a:cubicBezTo>
                    <a:cubicBezTo>
                      <a:pt x="11700" y="11770"/>
                      <a:pt x="12492" y="3363"/>
                      <a:pt x="13392" y="2975"/>
                    </a:cubicBezTo>
                    <a:cubicBezTo>
                      <a:pt x="14292" y="2587"/>
                      <a:pt x="15300" y="10347"/>
                      <a:pt x="16200" y="9959"/>
                    </a:cubicBezTo>
                    <a:cubicBezTo>
                      <a:pt x="17100" y="9571"/>
                      <a:pt x="17892" y="1293"/>
                      <a:pt x="18792" y="647"/>
                    </a:cubicBezTo>
                    <a:cubicBezTo>
                      <a:pt x="19692" y="0"/>
                      <a:pt x="21132" y="5174"/>
                      <a:pt x="21600" y="6079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540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2" name="forecast-033">
                <a:extLst xmlns:a="http://schemas.openxmlformats.org/drawingml/2006/main">
                  <a:ext uri="{FF2B5EF4-FFF2-40B4-BE49-F238E27FC236}">
                    <a16:creationId xmlns:a16="http://schemas.microsoft.com/office/drawing/2014/main" id="{7A83F5C5-079E-4B9D-A398-196532013F1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328416" y="2882189"/>
                <a:ext cx="1005840" cy="396850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720" y="20671"/>
                      <a:pt x="2952" y="16839"/>
                      <a:pt x="4320" y="16026"/>
                    </a:cubicBezTo>
                    <a:cubicBezTo>
                      <a:pt x="5688" y="15213"/>
                      <a:pt x="6912" y="17884"/>
                      <a:pt x="8208" y="16723"/>
                    </a:cubicBezTo>
                    <a:cubicBezTo>
                      <a:pt x="9504" y="15561"/>
                      <a:pt x="10800" y="10219"/>
                      <a:pt x="12096" y="9058"/>
                    </a:cubicBezTo>
                    <a:cubicBezTo>
                      <a:pt x="13392" y="7897"/>
                      <a:pt x="14400" y="11265"/>
                      <a:pt x="15984" y="9755"/>
                    </a:cubicBezTo>
                    <a:cubicBezTo>
                      <a:pt x="17568" y="8245"/>
                      <a:pt x="20664" y="1626"/>
                      <a:pt x="21600" y="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286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3" name="forecast-042">
                <a:extLst xmlns:a="http://schemas.openxmlformats.org/drawingml/2006/main">
                  <a:ext uri="{FF2B5EF4-FFF2-40B4-BE49-F238E27FC236}">
                    <a16:creationId xmlns:a16="http://schemas.microsoft.com/office/drawing/2014/main" id="{6AB07E02-69FA-4133-A35E-66EFB9C3BAF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961888" y="2790017"/>
                <a:ext cx="1371600" cy="464881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720" y="20671"/>
                      <a:pt x="2952" y="16839"/>
                      <a:pt x="4320" y="16026"/>
                    </a:cubicBezTo>
                    <a:cubicBezTo>
                      <a:pt x="5688" y="15213"/>
                      <a:pt x="6912" y="17884"/>
                      <a:pt x="8208" y="16723"/>
                    </a:cubicBezTo>
                    <a:cubicBezTo>
                      <a:pt x="9504" y="15561"/>
                      <a:pt x="10800" y="10219"/>
                      <a:pt x="12096" y="9058"/>
                    </a:cubicBezTo>
                    <a:cubicBezTo>
                      <a:pt x="13392" y="7897"/>
                      <a:pt x="14400" y="11265"/>
                      <a:pt x="15984" y="9755"/>
                    </a:cubicBezTo>
                    <a:cubicBezTo>
                      <a:pt x="17568" y="8245"/>
                      <a:pt x="20664" y="1626"/>
                      <a:pt x="21600" y="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19050" cap="rnd">
                <a:solidFill>
                  <a:srgbClr val="000000"/>
                </a:solidFill>
                <a:tailEnd type="none"/>
                <a:prstDash val="dash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4" name="forecast-045">
                <a:extLst xmlns:a="http://schemas.openxmlformats.org/drawingml/2006/main">
                  <a:ext uri="{FF2B5EF4-FFF2-40B4-BE49-F238E27FC236}">
                    <a16:creationId xmlns:a16="http://schemas.microsoft.com/office/drawing/2014/main" id="{E3B9635E-5888-44C1-A12D-FDDB567B8CE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961888" y="2715036"/>
                <a:ext cx="1371600" cy="53986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900" y="20500"/>
                      <a:pt x="3600" y="16700"/>
                      <a:pt x="5400" y="15000"/>
                    </a:cubicBezTo>
                    <a:cubicBezTo>
                      <a:pt x="7200" y="13300"/>
                      <a:pt x="9000" y="13200"/>
                      <a:pt x="10800" y="11400"/>
                    </a:cubicBezTo>
                    <a:cubicBezTo>
                      <a:pt x="12600" y="9600"/>
                      <a:pt x="14400" y="6100"/>
                      <a:pt x="16200" y="4200"/>
                    </a:cubicBezTo>
                    <a:cubicBezTo>
                      <a:pt x="18000" y="2300"/>
                      <a:pt x="20700" y="700"/>
                      <a:pt x="21600" y="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9209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5" name="forecast-022">
                <a:extLst xmlns:a="http://schemas.openxmlformats.org/drawingml/2006/main">
                  <a:ext uri="{FF2B5EF4-FFF2-40B4-BE49-F238E27FC236}">
                    <a16:creationId xmlns:a16="http://schemas.microsoft.com/office/drawing/2014/main" id="{262DC447-5DB4-44FE-B043-2755677C5B1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441448" y="2066544"/>
                <a:ext cx="9144" cy="34747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:effectLst xmlns:ns1="http://schemas.openxmlformats.org/drawingml/2006/main">
                <ns1:outerShdw blurRad="15000" dist="9000" dir="5400000" algn="ctr" rotWithShape="0">
                  <ns1:srgbClr val="333333">
                    <ns1:alpha val="12000"/>
                  </ns1:srgbClr>
                </ns1:outerShdw>
              </ns1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6" name="forecast-030">
                <a:extLst xmlns:a="http://schemas.openxmlformats.org/drawingml/2006/main">
                  <a:ext uri="{FF2B5EF4-FFF2-40B4-BE49-F238E27FC236}">
                    <a16:creationId xmlns:a16="http://schemas.microsoft.com/office/drawing/2014/main" id="{B7845F67-8B8E-43AF-ADFA-32EA14F54FD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645920" y="3099816"/>
                <a:ext cx="27432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:effectLst xmlns:ns2="http://schemas.openxmlformats.org/drawingml/2006/main">
                <ns2:outerShdw blurRad="15000" dist="9000" dir="5400000" algn="ctr" rotWithShape="0">
                  <ns2:srgbClr val="333333">
                    <ns2:alpha val="12000"/>
                  </ns2:srgbClr>
                </ns2:outerShdw>
              </ns2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7" name="forecast-031">
                <a:extLst xmlns:a="http://schemas.openxmlformats.org/drawingml/2006/main">
                  <a:ext uri="{FF2B5EF4-FFF2-40B4-BE49-F238E27FC236}">
                    <a16:creationId xmlns:a16="http://schemas.microsoft.com/office/drawing/2014/main" id="{CF7061E1-C57A-4316-A4C4-57F2EB70739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944368" y="3099816"/>
                <a:ext cx="29260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:effectLst xmlns:ns3="http://schemas.openxmlformats.org/drawingml/2006/main">
                <ns3:outerShdw blurRad="15000" dist="9000" dir="5400000" algn="ctr" rotWithShape="0">
                  <ns3:srgbClr val="333333">
                    <ns3:alpha val="12000"/>
                  </ns3:srgbClr>
                </ns3:outerShdw>
              </ns3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8" name="forecast-035">
                <a:extLst xmlns:a="http://schemas.openxmlformats.org/drawingml/2006/main">
                  <a:ext uri="{FF2B5EF4-FFF2-40B4-BE49-F238E27FC236}">
                    <a16:creationId xmlns:a16="http://schemas.microsoft.com/office/drawing/2014/main" id="{E2B8BDA7-573E-46B4-AD6D-AAACED7B222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407408" y="3099816"/>
                <a:ext cx="256032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4:effectLst xmlns:ns4="http://schemas.openxmlformats.org/drawingml/2006/main">
                <ns4:outerShdw blurRad="15000" dist="9000" dir="5400000" algn="ctr" rotWithShape="0">
                  <ns4:srgbClr val="333333">
                    <ns4:alpha val="12000"/>
                  </ns4:srgbClr>
                </ns4:outerShdw>
              </ns4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9" name="forecast-038">
                <a:extLst xmlns:a="http://schemas.openxmlformats.org/drawingml/2006/main">
                  <a:ext uri="{FF2B5EF4-FFF2-40B4-BE49-F238E27FC236}">
                    <a16:creationId xmlns:a16="http://schemas.microsoft.com/office/drawing/2014/main" id="{309DDA42-4DF5-4084-8CAB-9DBC5D4B9C6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129784" y="2450592"/>
                <a:ext cx="9144" cy="42062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5:effectLst xmlns:ns5="http://schemas.openxmlformats.org/drawingml/2006/main">
                <ns5:outerShdw blurRad="15000" dist="9000" dir="5400000" algn="ctr" rotWithShape="0">
                  <ns5:srgbClr val="333333">
                    <ns5:alpha val="12000"/>
                  </ns5:srgbClr>
                </ns5:outerShdw>
              </ns5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0" name="forecast-041">
                <a:extLst xmlns:a="http://schemas.openxmlformats.org/drawingml/2006/main">
                  <a:ext uri="{FF2B5EF4-FFF2-40B4-BE49-F238E27FC236}">
                    <a16:creationId xmlns:a16="http://schemas.microsoft.com/office/drawing/2014/main" id="{D5467EB8-87D8-4C02-AFB6-212F2A99073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596128" y="3099816"/>
                <a:ext cx="256032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6:effectLst xmlns:ns6="http://schemas.openxmlformats.org/drawingml/2006/main">
                <ns6:outerShdw blurRad="15000" dist="9000" dir="5400000" algn="ctr" rotWithShape="0">
                  <ns6:srgbClr val="333333">
                    <ns6:alpha val="12000"/>
                  </ns6:srgbClr>
                </ns6:outerShdw>
              </ns6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1" name="forecast-047">
                <a:extLst xmlns:a="http://schemas.openxmlformats.org/drawingml/2006/main">
                  <a:ext uri="{FF2B5EF4-FFF2-40B4-BE49-F238E27FC236}">
                    <a16:creationId xmlns:a16="http://schemas.microsoft.com/office/drawing/2014/main" id="{6DB13424-85D9-4DFF-B719-49E9A70C478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24128" y="3730752"/>
                <a:ext cx="9144" cy="640080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7:effectLst xmlns:ns7="http://schemas.openxmlformats.org/drawingml/2006/main">
                <ns7:outerShdw blurRad="15000" dist="9000" dir="5400000" algn="ctr" rotWithShape="0">
                  <ns7:srgbClr val="333333">
                    <ns7:alpha val="12000"/>
                  </ns7:srgbClr>
                </ns7:outerShdw>
              </ns7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2" name="forecast-050">
                <a:extLst xmlns:a="http://schemas.openxmlformats.org/drawingml/2006/main">
                  <a:ext uri="{FF2B5EF4-FFF2-40B4-BE49-F238E27FC236}">
                    <a16:creationId xmlns:a16="http://schemas.microsoft.com/office/drawing/2014/main" id="{B18FC767-BFD7-4160-AF97-418B492DF44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01952" y="4590288"/>
                <a:ext cx="219456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8:effectLst xmlns:ns8="http://schemas.openxmlformats.org/drawingml/2006/main">
                <ns8:outerShdw blurRad="15000" dist="9000" dir="5400000" algn="ctr" rotWithShape="0">
                  <ns8:srgbClr val="333333">
                    <ns8:alpha val="12000"/>
                  </ns8:srgbClr>
                </ns8:outerShdw>
              </ns8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3" name="forecast-053">
                <a:extLst xmlns:a="http://schemas.openxmlformats.org/drawingml/2006/main">
                  <a:ext uri="{FF2B5EF4-FFF2-40B4-BE49-F238E27FC236}">
                    <a16:creationId xmlns:a16="http://schemas.microsoft.com/office/drawing/2014/main" id="{00E5107E-2293-4D84-BC4E-D1E34A3F08B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57984" y="4837176"/>
                <a:ext cx="676656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016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4" name="forecast-057">
                <a:extLst xmlns:a="http://schemas.openxmlformats.org/drawingml/2006/main">
                  <a:ext uri="{FF2B5EF4-FFF2-40B4-BE49-F238E27FC236}">
                    <a16:creationId xmlns:a16="http://schemas.microsoft.com/office/drawing/2014/main" id="{F681BD3E-B9E6-402D-94E4-F109BCE59BB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742432" y="3493008"/>
                <a:ext cx="1700784" cy="1097280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21600" y="0"/>
                    </a:moveTo>
                    <a:lnTo>
                      <a:pt x="21600" y="21600"/>
                    </a:ln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dash"/>
                <a:tailEnd type="triangle"/>
              </a:ln>
              <ns9:effectLst xmlns:ns9="http://schemas.openxmlformats.org/drawingml/2006/main">
                <ns9:outerShdw blurRad="15000" dist="9000" dir="5400000" algn="ctr" rotWithShape="0">
                  <ns9:srgbClr val="333333">
                    <ns9:alpha val="12000"/>
                  </ns9:srgbClr>
                </ns9:outerShdw>
              </ns9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5" name="forecast-059">
                <a:extLst xmlns:a="http://schemas.openxmlformats.org/drawingml/2006/main">
                  <a:ext uri="{FF2B5EF4-FFF2-40B4-BE49-F238E27FC236}">
                    <a16:creationId xmlns:a16="http://schemas.microsoft.com/office/drawing/2014/main" id="{9B0F3DD4-4F50-4FFD-81F9-31B774930F0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441448" y="3785616"/>
                <a:ext cx="1673352" cy="80467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19003" y="21600"/>
                    </a:lnTo>
                    <a:lnTo>
                      <a:pt x="19003" y="5891"/>
                    </a:lnTo>
                    <a:lnTo>
                      <a:pt x="0" y="5891"/>
                    </a:lnTo>
                    <a:lnTo>
                      <a:pt x="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dash"/>
                <a:tailEnd type="triangle"/>
              </a:ln>
              <ns10:effectLst xmlns:ns10="http://schemas.openxmlformats.org/drawingml/2006/main">
                <ns10:outerShdw blurRad="15000" dist="9000" dir="5400000" algn="ctr" rotWithShape="0">
                  <ns10:srgbClr val="333333">
                    <ns10:alpha val="12000"/>
                  </ns10:srgbClr>
                </ns10:outerShdw>
              </ns10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6" name="forecast-012">
                <a:extLst xmlns:a="http://schemas.openxmlformats.org/drawingml/2006/main">
                  <a:ext uri="{FF2B5EF4-FFF2-40B4-BE49-F238E27FC236}">
                    <a16:creationId xmlns:a16="http://schemas.microsoft.com/office/drawing/2014/main" id="{7E853A32-A8B6-4990-95E9-FF2F982A397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1014984"/>
                <a:ext cx="310896" cy="30175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96" b="1">
                    <a:solidFill>
                      <a:srgbClr val="FFFFFF"/>
                    </a:solidFill>
                    <a:latin typeface="Arial"/>
                    <a:ea typeface="Times New Roman"/>
                    <a:cs typeface="Times New Roman"/>
                  </a:rPr>
                  <a:t>a</a:t>
                </a:r>
                <a:endParaRPr sz="1496">
                  <a:latin typeface="Arial"/>
                </a:endParaRPr>
              </a:p>
            </p:txBody>
          </p:sp>
          <p:sp>
            <p:nvSpPr>
              <p:cNvPr id="47" name="forecast-013">
                <a:extLst xmlns:a="http://schemas.openxmlformats.org/drawingml/2006/main">
                  <a:ext uri="{FF2B5EF4-FFF2-40B4-BE49-F238E27FC236}">
                    <a16:creationId xmlns:a16="http://schemas.microsoft.com/office/drawing/2014/main" id="{4E82BA6F-634B-4389-B070-A2DD0EC76D7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41248" y="987552"/>
                <a:ext cx="698601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936">
                    <a:solidFill>
                      <a:srgbClr val="222222"/>
                    </a:solidFill>
                    <a:latin typeface="Comic Sans MS"/>
                    <a:ea typeface="Times New Roman"/>
                    <a:cs typeface="Times New Roman"/>
                  </a:rPr>
                  <a:t>Forecasting and prediction</a:t>
                </a:r>
                <a:endParaRPr sz="1936">
                  <a:latin typeface="Comic Sans MS"/>
                </a:endParaRPr>
              </a:p>
            </p:txBody>
          </p:sp>
          <p:sp>
            <p:nvSpPr>
              <p:cNvPr id="48" name="forecast-015">
                <a:extLst xmlns:a="http://schemas.openxmlformats.org/drawingml/2006/main">
                  <a:ext uri="{FF2B5EF4-FFF2-40B4-BE49-F238E27FC236}">
                    <a16:creationId xmlns:a16="http://schemas.microsoft.com/office/drawing/2014/main" id="{700F458A-5B1B-46CC-B3B2-3DE73A06B97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5303520"/>
                <a:ext cx="7498080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00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Evaluation   </a:t>
                </a:r>
                <a:r>
                  <a:rPr sz="140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Forecast error / calibration</a:t>
                </a:r>
                <a:endParaRPr sz="1400">
                  <a:latin typeface="Arial"/>
                </a:endParaRPr>
              </a:p>
            </p:txBody>
          </p:sp>
          <p:sp>
            <p:nvSpPr>
              <p:cNvPr id="49" name="forecast-019">
                <a:extLst xmlns:a="http://schemas.openxmlformats.org/drawingml/2006/main">
                  <a:ext uri="{FF2B5EF4-FFF2-40B4-BE49-F238E27FC236}">
                    <a16:creationId xmlns:a16="http://schemas.microsoft.com/office/drawing/2014/main" id="{3B7F44FC-EEB3-40BD-8D9A-16AA27F3F8D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4632" y="3474720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History</a:t>
                </a:r>
                <a:endParaRPr sz="1320">
                  <a:latin typeface="Arial"/>
                </a:endParaRPr>
              </a:p>
            </p:txBody>
          </p:sp>
          <p:sp>
            <p:nvSpPr>
              <p:cNvPr id="50" name="forecast-021">
                <a:extLst xmlns:a="http://schemas.openxmlformats.org/drawingml/2006/main">
                  <a:ext uri="{FF2B5EF4-FFF2-40B4-BE49-F238E27FC236}">
                    <a16:creationId xmlns:a16="http://schemas.microsoft.com/office/drawing/2014/main" id="{2127EA46-0A3E-4F2E-A8E6-52A40485B82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55648" y="1682496"/>
                <a:ext cx="1371600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Select models</a:t>
                </a:r>
                <a:endParaRPr sz="1276">
                  <a:latin typeface="Arial"/>
                </a:endParaRPr>
              </a:p>
            </p:txBody>
          </p:sp>
          <p:sp>
            <p:nvSpPr>
              <p:cNvPr id="51" name="forecast-025">
                <a:extLst xmlns:a="http://schemas.openxmlformats.org/drawingml/2006/main">
                  <a:ext uri="{FF2B5EF4-FFF2-40B4-BE49-F238E27FC236}">
                    <a16:creationId xmlns:a16="http://schemas.microsoft.com/office/drawing/2014/main" id="{6E7B9435-B6CB-474A-B6DB-54C57CA54A6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03120" y="2560320"/>
                <a:ext cx="676656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M1</a:t>
                </a:r>
                <a:endParaRPr sz="1320">
                  <a:latin typeface="Arial"/>
                </a:endParaRPr>
              </a:p>
            </p:txBody>
          </p:sp>
          <p:sp>
            <p:nvSpPr>
              <p:cNvPr id="52" name="forecast-027">
                <a:extLst xmlns:a="http://schemas.openxmlformats.org/drawingml/2006/main">
                  <a:ext uri="{FF2B5EF4-FFF2-40B4-BE49-F238E27FC236}">
                    <a16:creationId xmlns:a16="http://schemas.microsoft.com/office/drawing/2014/main" id="{9DB1D78C-1B35-483B-8864-6CF56076F40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03120" y="2944368"/>
                <a:ext cx="676656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M2</a:t>
                </a:r>
                <a:endParaRPr sz="1320">
                  <a:latin typeface="Arial"/>
                </a:endParaRPr>
              </a:p>
            </p:txBody>
          </p:sp>
          <p:sp>
            <p:nvSpPr>
              <p:cNvPr id="53" name="forecast-029">
                <a:extLst xmlns:a="http://schemas.openxmlformats.org/drawingml/2006/main">
                  <a:ext uri="{FF2B5EF4-FFF2-40B4-BE49-F238E27FC236}">
                    <a16:creationId xmlns:a16="http://schemas.microsoft.com/office/drawing/2014/main" id="{62F8A30C-8A53-4DF0-8309-B071DC8F71E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03120" y="3328416"/>
                <a:ext cx="676656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M3</a:t>
                </a:r>
                <a:endParaRPr sz="1320">
                  <a:latin typeface="Arial"/>
                </a:endParaRPr>
              </a:p>
            </p:txBody>
          </p:sp>
          <p:sp>
            <p:nvSpPr>
              <p:cNvPr id="54" name="forecast-034">
                <a:extLst xmlns:a="http://schemas.openxmlformats.org/drawingml/2006/main">
                  <a:ext uri="{FF2B5EF4-FFF2-40B4-BE49-F238E27FC236}">
                    <a16:creationId xmlns:a16="http://schemas.microsoft.com/office/drawing/2014/main" id="{EC3F6FC6-21DF-4A11-AF9C-4BB26C75597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282696" y="3474720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Baseline</a:t>
                </a:r>
                <a:endParaRPr sz="1320">
                  <a:latin typeface="Arial"/>
                </a:endParaRPr>
              </a:p>
            </p:txBody>
          </p:sp>
          <p:sp>
            <p:nvSpPr>
              <p:cNvPr id="55" name="forecast-037">
                <a:extLst xmlns:a="http://schemas.openxmlformats.org/drawingml/2006/main">
                  <a:ext uri="{FF2B5EF4-FFF2-40B4-BE49-F238E27FC236}">
                    <a16:creationId xmlns:a16="http://schemas.microsoft.com/office/drawing/2014/main" id="{1507FB1E-E17F-4D69-9D3E-F14273EE79D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672584" y="2121408"/>
                <a:ext cx="914400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Context</a:t>
                </a:r>
                <a:endParaRPr sz="1276">
                  <a:latin typeface="Arial"/>
                </a:endParaRPr>
              </a:p>
            </p:txBody>
          </p:sp>
          <p:sp>
            <p:nvSpPr>
              <p:cNvPr id="56" name="forecast-040">
                <a:extLst xmlns:a="http://schemas.openxmlformats.org/drawingml/2006/main">
                  <a:ext uri="{FF2B5EF4-FFF2-40B4-BE49-F238E27FC236}">
                    <a16:creationId xmlns:a16="http://schemas.microsoft.com/office/drawing/2014/main" id="{60028F9E-E3B8-4230-9615-5A1CE78A064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773168" y="2916936"/>
                <a:ext cx="713232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Revise</a:t>
                </a:r>
                <a:endParaRPr sz="1276">
                  <a:latin typeface="Arial"/>
                </a:endParaRPr>
              </a:p>
            </p:txBody>
          </p:sp>
          <p:sp>
            <p:nvSpPr>
              <p:cNvPr id="57" name="forecast-046">
                <a:extLst xmlns:a="http://schemas.openxmlformats.org/drawingml/2006/main">
                  <a:ext uri="{FF2B5EF4-FFF2-40B4-BE49-F238E27FC236}">
                    <a16:creationId xmlns:a16="http://schemas.microsoft.com/office/drawing/2014/main" id="{6314E5FB-E366-46B6-86BA-21A7350A135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6099048" y="3474720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Revised</a:t>
                </a:r>
                <a:endParaRPr sz="1320">
                  <a:latin typeface="Arial"/>
                </a:endParaRPr>
              </a:p>
            </p:txBody>
          </p:sp>
          <p:sp>
            <p:nvSpPr>
              <p:cNvPr id="58" name="forecast-049">
                <a:extLst xmlns:a="http://schemas.openxmlformats.org/drawingml/2006/main">
                  <a:ext uri="{FF2B5EF4-FFF2-40B4-BE49-F238E27FC236}">
                    <a16:creationId xmlns:a16="http://schemas.microsoft.com/office/drawing/2014/main" id="{5D411789-D939-4425-97F1-40E1E618F56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75488" y="4407408"/>
                <a:ext cx="131673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Predict event</a:t>
                </a:r>
                <a:endParaRPr sz="1276">
                  <a:latin typeface="Arial"/>
                </a:endParaRPr>
              </a:p>
            </p:txBody>
          </p:sp>
          <p:sp>
            <p:nvSpPr>
              <p:cNvPr id="59" name="forecast-054">
                <a:extLst xmlns:a="http://schemas.openxmlformats.org/drawingml/2006/main">
                  <a:ext uri="{FF2B5EF4-FFF2-40B4-BE49-F238E27FC236}">
                    <a16:creationId xmlns:a16="http://schemas.microsoft.com/office/drawing/2014/main" id="{B70D94FD-2ABD-40BC-805D-5A06E81252D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47672" y="4864608"/>
                <a:ext cx="1097280" cy="201168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32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Probability</a:t>
                </a:r>
                <a:endParaRPr sz="1232">
                  <a:latin typeface="Arial"/>
                </a:endParaRPr>
              </a:p>
            </p:txBody>
          </p:sp>
          <p:sp>
            <p:nvSpPr>
              <p:cNvPr id="60" name="forecast-056">
                <a:extLst xmlns:a="http://schemas.openxmlformats.org/drawingml/2006/main">
                  <a:ext uri="{FF2B5EF4-FFF2-40B4-BE49-F238E27FC236}">
                    <a16:creationId xmlns:a16="http://schemas.microsoft.com/office/drawing/2014/main" id="{E81DBF2B-491D-495A-B592-CB58F22498C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24528" y="4407408"/>
                <a:ext cx="140817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Refine prompt</a:t>
                </a:r>
                <a:endParaRPr sz="1276">
                  <a:latin typeface="Arial"/>
                </a:endParaRPr>
              </a:p>
            </p:txBody>
          </p:sp>
          <p:sp>
            <p:nvSpPr>
              <p:cNvPr id="61" name="forecast-058">
                <a:extLst xmlns:a="http://schemas.openxmlformats.org/drawingml/2006/main">
                  <a:ext uri="{FF2B5EF4-FFF2-40B4-BE49-F238E27FC236}">
                    <a16:creationId xmlns:a16="http://schemas.microsoft.com/office/drawing/2014/main" id="{98D66507-E91B-4CBD-B3AC-3AB37FC21EC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815584" y="4334256"/>
                <a:ext cx="1463040" cy="18288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188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Observed error</a:t>
                </a:r>
                <a:endParaRPr sz="1188">
                  <a:latin typeface="Arial"/>
                </a:endParaRPr>
              </a:p>
            </p:txBody>
          </p:sp>
          <p:sp>
            <p:nvSpPr>
              <p:cNvPr id="10177" name="layers-0">
                <a:extLst xmlns:a="http://schemas.openxmlformats.org/drawingml/2006/main">
                  <a:ext uri="{FF2B5EF4-FFF2-40B4-BE49-F238E27FC236}">
                    <a16:creationId xmlns:a16="http://schemas.microsoft.com/office/drawing/2014/main" id="{FD0C7296-53DE-47AB-B3D4-0521057EFF0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03273" y="127292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2830" y="2180"/>
                    </a:moveTo>
                    <a:cubicBezTo>
                      <a:pt x="12303" y="1940"/>
                      <a:pt x="11697" y="1940"/>
                      <a:pt x="11170" y="2180"/>
                    </a:cubicBezTo>
                    <a:lnTo>
                      <a:pt x="2600" y="6080"/>
                    </a:lnTo>
                    <a:cubicBezTo>
                      <a:pt x="2237" y="6240"/>
                      <a:pt x="2003" y="6599"/>
                      <a:pt x="2003" y="6995"/>
                    </a:cubicBezTo>
                    <a:cubicBezTo>
                      <a:pt x="2003" y="7391"/>
                      <a:pt x="2237" y="7750"/>
                      <a:pt x="2600" y="7910"/>
                    </a:cubicBezTo>
                    <a:lnTo>
                      <a:pt x="11180" y="11820"/>
                    </a:lnTo>
                    <a:cubicBezTo>
                      <a:pt x="11707" y="12060"/>
                      <a:pt x="12313" y="12060"/>
                      <a:pt x="12840" y="11820"/>
                    </a:cubicBezTo>
                    <a:lnTo>
                      <a:pt x="21420" y="7920"/>
                    </a:lnTo>
                    <a:cubicBezTo>
                      <a:pt x="21783" y="7760"/>
                      <a:pt x="22017" y="7401"/>
                      <a:pt x="22017" y="7005"/>
                    </a:cubicBezTo>
                    <a:cubicBezTo>
                      <a:pt x="22017" y="6609"/>
                      <a:pt x="21783" y="6250"/>
                      <a:pt x="21420" y="6090"/>
                    </a:cubicBezTo>
                    <a:lnTo>
                      <a:pt x="12830" y="2180"/>
                    </a:lnTo>
                    <a:close/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178" name="layers-1">
                <a:extLst xmlns:a="http://schemas.openxmlformats.org/drawingml/2006/main">
                  <a:ext uri="{FF2B5EF4-FFF2-40B4-BE49-F238E27FC236}">
                    <a16:creationId xmlns:a16="http://schemas.microsoft.com/office/drawing/2014/main" id="{25492908-05C6-4EF1-990C-E659C17D3BD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03273" y="127292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000" y="12000"/>
                    </a:moveTo>
                    <a:cubicBezTo>
                      <a:pt x="1999" y="12391"/>
                      <a:pt x="2226" y="12746"/>
                      <a:pt x="2580" y="12910"/>
                    </a:cubicBezTo>
                    <a:lnTo>
                      <a:pt x="11180" y="16820"/>
                    </a:lnTo>
                    <a:cubicBezTo>
                      <a:pt x="11704" y="17057"/>
                      <a:pt x="12306" y="17057"/>
                      <a:pt x="12830" y="16820"/>
                    </a:cubicBezTo>
                    <a:lnTo>
                      <a:pt x="21410" y="12920"/>
                    </a:lnTo>
                    <a:cubicBezTo>
                      <a:pt x="21772" y="12757"/>
                      <a:pt x="22003" y="12397"/>
                      <a:pt x="22000" y="1200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179" name="layers-2">
                <a:extLst xmlns:a="http://schemas.openxmlformats.org/drawingml/2006/main">
                  <a:ext uri="{FF2B5EF4-FFF2-40B4-BE49-F238E27FC236}">
                    <a16:creationId xmlns:a16="http://schemas.microsoft.com/office/drawing/2014/main" id="{8A425A81-F6CF-4401-8D4E-F84480F71E2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03273" y="127292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000" y="17000"/>
                    </a:moveTo>
                    <a:cubicBezTo>
                      <a:pt x="1999" y="17391"/>
                      <a:pt x="2226" y="17746"/>
                      <a:pt x="2580" y="17910"/>
                    </a:cubicBezTo>
                    <a:lnTo>
                      <a:pt x="11180" y="21820"/>
                    </a:lnTo>
                    <a:cubicBezTo>
                      <a:pt x="11704" y="22057"/>
                      <a:pt x="12306" y="22057"/>
                      <a:pt x="12830" y="21820"/>
                    </a:cubicBezTo>
                    <a:lnTo>
                      <a:pt x="21410" y="17920"/>
                    </a:lnTo>
                    <a:cubicBezTo>
                      <a:pt x="21772" y="17757"/>
                      <a:pt x="22003" y="17397"/>
                      <a:pt x="22000" y="1700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181" name="sliders-horizontal-0">
                <a:extLst xmlns:a="http://schemas.openxmlformats.org/drawingml/2006/main">
                  <a:ext uri="{FF2B5EF4-FFF2-40B4-BE49-F238E27FC236}">
                    <a16:creationId xmlns:a16="http://schemas.microsoft.com/office/drawing/2014/main" id="{C0D4CFA5-C5C2-4033-A1B9-8442D672593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0000" y="5000"/>
                    </a:moveTo>
                    <a:lnTo>
                      <a:pt x="3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182" name="sliders-horizontal-1">
                <a:extLst xmlns:a="http://schemas.openxmlformats.org/drawingml/2006/main">
                  <a:ext uri="{FF2B5EF4-FFF2-40B4-BE49-F238E27FC236}">
                    <a16:creationId xmlns:a16="http://schemas.microsoft.com/office/drawing/2014/main" id="{562091EC-2DF1-4D8C-BB4A-046501A7A0E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2000" y="19000"/>
                    </a:moveTo>
                    <a:lnTo>
                      <a:pt x="3000" y="1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183" name="sliders-horizontal-2">
                <a:extLst xmlns:a="http://schemas.openxmlformats.org/drawingml/2006/main">
                  <a:ext uri="{FF2B5EF4-FFF2-40B4-BE49-F238E27FC236}">
                    <a16:creationId xmlns:a16="http://schemas.microsoft.com/office/drawing/2014/main" id="{A20EEDF6-A466-480F-8606-3171EF301A9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4000" y="3000"/>
                    </a:moveTo>
                    <a:lnTo>
                      <a:pt x="14000" y="7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184" name="sliders-horizontal-3">
                <a:extLst xmlns:a="http://schemas.openxmlformats.org/drawingml/2006/main">
                  <a:ext uri="{FF2B5EF4-FFF2-40B4-BE49-F238E27FC236}">
                    <a16:creationId xmlns:a16="http://schemas.microsoft.com/office/drawing/2014/main" id="{845573A3-22AE-44D0-BC06-220EF82C4D1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17000"/>
                    </a:moveTo>
                    <a:lnTo>
                      <a:pt x="16000" y="21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185" name="sliders-horizontal-4">
                <a:extLst xmlns:a="http://schemas.openxmlformats.org/drawingml/2006/main">
                  <a:ext uri="{FF2B5EF4-FFF2-40B4-BE49-F238E27FC236}">
                    <a16:creationId xmlns:a16="http://schemas.microsoft.com/office/drawing/2014/main" id="{7AE45C1C-8B81-49C9-934A-8B1C6F88B7C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12000"/>
                    </a:moveTo>
                    <a:lnTo>
                      <a:pt x="12000" y="12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186" name="sliders-horizontal-5">
                <a:extLst xmlns:a="http://schemas.openxmlformats.org/drawingml/2006/main">
                  <a:ext uri="{FF2B5EF4-FFF2-40B4-BE49-F238E27FC236}">
                    <a16:creationId xmlns:a16="http://schemas.microsoft.com/office/drawing/2014/main" id="{535C2B4C-CE43-4930-94C5-246F6E3D7F6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19000"/>
                    </a:moveTo>
                    <a:lnTo>
                      <a:pt x="16000" y="1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187" name="sliders-horizontal-6">
                <a:extLst xmlns:a="http://schemas.openxmlformats.org/drawingml/2006/main">
                  <a:ext uri="{FF2B5EF4-FFF2-40B4-BE49-F238E27FC236}">
                    <a16:creationId xmlns:a16="http://schemas.microsoft.com/office/drawing/2014/main" id="{05B7F158-A54E-4854-8141-4EA4EC286B9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5000"/>
                    </a:moveTo>
                    <a:lnTo>
                      <a:pt x="14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188" name="sliders-horizontal-7">
                <a:extLst xmlns:a="http://schemas.openxmlformats.org/drawingml/2006/main">
                  <a:ext uri="{FF2B5EF4-FFF2-40B4-BE49-F238E27FC236}">
                    <a16:creationId xmlns:a16="http://schemas.microsoft.com/office/drawing/2014/main" id="{EA05AF84-25EA-4401-BF23-26BFA91071C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0000"/>
                    </a:moveTo>
                    <a:lnTo>
                      <a:pt x="8000" y="14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189" name="sliders-horizontal-8">
                <a:extLst xmlns:a="http://schemas.openxmlformats.org/drawingml/2006/main">
                  <a:ext uri="{FF2B5EF4-FFF2-40B4-BE49-F238E27FC236}">
                    <a16:creationId xmlns:a16="http://schemas.microsoft.com/office/drawing/2014/main" id="{2E754201-8723-41D7-A018-FD0DBF89DE1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2000"/>
                    </a:moveTo>
                    <a:lnTo>
                      <a:pt x="3000" y="12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191" name="chart-column-0">
                <a:extLst xmlns:a="http://schemas.openxmlformats.org/drawingml/2006/main">
                  <a:ext uri="{FF2B5EF4-FFF2-40B4-BE49-F238E27FC236}">
                    <a16:creationId xmlns:a16="http://schemas.microsoft.com/office/drawing/2014/main" id="{593F325D-2A22-4618-A74A-85708DA02EC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2311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3000" y="3000"/>
                    </a:moveTo>
                    <a:lnTo>
                      <a:pt x="3000" y="19000"/>
                    </a:lnTo>
                    <a:cubicBezTo>
                      <a:pt x="3000" y="20105"/>
                      <a:pt x="3895" y="21000"/>
                      <a:pt x="5000" y="21000"/>
                    </a:cubicBezTo>
                    <a:lnTo>
                      <a:pt x="21000" y="21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304B63"/>
                </a:solidFill>
              </a:ln>
            </p:spPr>
          </p:sp>
          <p:sp>
            <p:nvSpPr>
              <p:cNvPr id="10192" name="chart-column-1">
                <a:extLst xmlns:a="http://schemas.openxmlformats.org/drawingml/2006/main">
                  <a:ext uri="{FF2B5EF4-FFF2-40B4-BE49-F238E27FC236}">
                    <a16:creationId xmlns:a16="http://schemas.microsoft.com/office/drawing/2014/main" id="{38FA0A44-1E90-4601-A8E4-89855D76435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2311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8000" y="17000"/>
                    </a:moveTo>
                    <a:lnTo>
                      <a:pt x="18000" y="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304B63"/>
                </a:solidFill>
              </a:ln>
            </p:spPr>
          </p:sp>
          <p:sp>
            <p:nvSpPr>
              <p:cNvPr id="10193" name="chart-column-2">
                <a:extLst xmlns:a="http://schemas.openxmlformats.org/drawingml/2006/main">
                  <a:ext uri="{FF2B5EF4-FFF2-40B4-BE49-F238E27FC236}">
                    <a16:creationId xmlns:a16="http://schemas.microsoft.com/office/drawing/2014/main" id="{848EA1E8-F478-4E10-A760-79BF9A578AC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2311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3000" y="17000"/>
                    </a:moveTo>
                    <a:lnTo>
                      <a:pt x="13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304B63"/>
                </a:solidFill>
              </a:ln>
            </p:spPr>
          </p:sp>
          <p:sp>
            <p:nvSpPr>
              <p:cNvPr id="10194" name="chart-column-3">
                <a:extLst xmlns:a="http://schemas.openxmlformats.org/drawingml/2006/main">
                  <a:ext uri="{FF2B5EF4-FFF2-40B4-BE49-F238E27FC236}">
                    <a16:creationId xmlns:a16="http://schemas.microsoft.com/office/drawing/2014/main" id="{2AF7FAAA-17DF-4061-839E-2B7FCCD1BEA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2311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7000"/>
                    </a:moveTo>
                    <a:lnTo>
                      <a:pt x="8000" y="14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304B63"/>
                </a:solidFill>
              </a:ln>
            </p:spPr>
          </p:sp>
          <p:sp>
            <p:nvSpPr>
              <p:cNvPr id="10196" name="file-text-0">
                <a:extLst xmlns:a="http://schemas.openxmlformats.org/drawingml/2006/main">
                  <a:ext uri="{FF2B5EF4-FFF2-40B4-BE49-F238E27FC236}">
                    <a16:creationId xmlns:a16="http://schemas.microsoft.com/office/drawing/2014/main" id="{6F95BA03-E950-4148-976F-0DD464E770D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7215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6000" y="22000"/>
                    </a:moveTo>
                    <a:cubicBezTo>
                      <a:pt x="4895" y="22000"/>
                      <a:pt x="4000" y="21105"/>
                      <a:pt x="4000" y="20000"/>
                    </a:cubicBezTo>
                    <a:lnTo>
                      <a:pt x="4000" y="4000"/>
                    </a:lnTo>
                    <a:cubicBezTo>
                      <a:pt x="4000" y="2895"/>
                      <a:pt x="4895" y="2000"/>
                      <a:pt x="6000" y="2000"/>
                    </a:cubicBezTo>
                    <a:lnTo>
                      <a:pt x="14000" y="2000"/>
                    </a:lnTo>
                    <a:cubicBezTo>
                      <a:pt x="14639" y="1999"/>
                      <a:pt x="15253" y="2253"/>
                      <a:pt x="15704" y="2706"/>
                    </a:cubicBezTo>
                    <a:lnTo>
                      <a:pt x="19292" y="6294"/>
                    </a:lnTo>
                    <a:cubicBezTo>
                      <a:pt x="19746" y="6745"/>
                      <a:pt x="20001" y="7360"/>
                      <a:pt x="20000" y="8000"/>
                    </a:cubicBezTo>
                    <a:lnTo>
                      <a:pt x="20000" y="20000"/>
                    </a:lnTo>
                    <a:cubicBezTo>
                      <a:pt x="20000" y="21105"/>
                      <a:pt x="19105" y="22000"/>
                      <a:pt x="18000" y="22000"/>
                    </a:cubicBezTo>
                    <a:lnTo>
                      <a:pt x="6000" y="22000"/>
                    </a:lnTo>
                    <a:close/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197" name="file-text-1">
                <a:extLst xmlns:a="http://schemas.openxmlformats.org/drawingml/2006/main">
                  <a:ext uri="{FF2B5EF4-FFF2-40B4-BE49-F238E27FC236}">
                    <a16:creationId xmlns:a16="http://schemas.microsoft.com/office/drawing/2014/main" id="{F3067D5C-ADEE-4CAC-9B52-F74DF4811E4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7215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4000" y="2000"/>
                    </a:moveTo>
                    <a:lnTo>
                      <a:pt x="14000" y="7000"/>
                    </a:lnTo>
                    <a:cubicBezTo>
                      <a:pt x="14000" y="7552"/>
                      <a:pt x="14448" y="8000"/>
                      <a:pt x="15000" y="8000"/>
                    </a:cubicBezTo>
                    <a:lnTo>
                      <a:pt x="20000" y="8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198" name="file-text-2">
                <a:extLst xmlns:a="http://schemas.openxmlformats.org/drawingml/2006/main">
                  <a:ext uri="{FF2B5EF4-FFF2-40B4-BE49-F238E27FC236}">
                    <a16:creationId xmlns:a16="http://schemas.microsoft.com/office/drawing/2014/main" id="{18DD5246-5CA3-4CD0-88AC-DAE8CD164A5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7215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0000" y="9000"/>
                    </a:moveTo>
                    <a:lnTo>
                      <a:pt x="8000" y="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199" name="file-text-3">
                <a:extLst xmlns:a="http://schemas.openxmlformats.org/drawingml/2006/main">
                  <a:ext uri="{FF2B5EF4-FFF2-40B4-BE49-F238E27FC236}">
                    <a16:creationId xmlns:a16="http://schemas.microsoft.com/office/drawing/2014/main" id="{683A39BA-F8C5-478A-96B7-A47EBEC67BD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7215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13000"/>
                    </a:moveTo>
                    <a:lnTo>
                      <a:pt x="8000" y="13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200" name="file-text-4">
                <a:extLst xmlns:a="http://schemas.openxmlformats.org/drawingml/2006/main">
                  <a:ext uri="{FF2B5EF4-FFF2-40B4-BE49-F238E27FC236}">
                    <a16:creationId xmlns:a16="http://schemas.microsoft.com/office/drawing/2014/main" id="{F2B58DF3-8812-43CC-BB90-FCF76C5C714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7215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17000"/>
                    </a:moveTo>
                    <a:lnTo>
                      <a:pt x="8000" y="17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</p:grpSp>
        <p:grpSp>
          <p:nvGrpSpPr>
            <p:cNvPr id="50002" name="Synthesis"/>
            <p:cNvGrpSpPr/>
            <p:nvPr/>
          </p:nvGrpSpPr>
          <p:grpSpPr>
            <ns1:xfrm xmlns:ns1="http://schemas.openxmlformats.org/drawingml/2006/main">
              <ns1:off x="8339328" y="841248"/>
              <ns1:ext cx="7900416" cy="4937760"/>
              <ns1:chOff x="8339328" y="841248"/>
              <ns1:chExt cx="7900416" cy="4937760"/>
            </ns1:xfrm>
          </p:grpSpPr>
          <p:sp>
            <p:nvSpPr>
              <p:cNvPr id="62" name="synthesis-060">
                <a:extLst xmlns:a="http://schemas.openxmlformats.org/drawingml/2006/main">
                  <a:ext uri="{FF2B5EF4-FFF2-40B4-BE49-F238E27FC236}">
                    <a16:creationId xmlns:a16="http://schemas.microsoft.com/office/drawing/2014/main" id="{BACF32DA-10EF-46B5-A407-0DB35C748FA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339328" y="841248"/>
                <a:ext cx="7900416" cy="4937760"/>
              </a:xfrm>
              <a:prstGeom xmlns:a="http://schemas.openxmlformats.org/drawingml/2006/main" prst="roundRect">
                <a:avLst>
                  <a:gd name="adj" fmla="val 2963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3" name="synthesis-064">
                <a:extLst xmlns:a="http://schemas.openxmlformats.org/drawingml/2006/main">
                  <a:ext uri="{FF2B5EF4-FFF2-40B4-BE49-F238E27FC236}">
                    <a16:creationId xmlns:a16="http://schemas.microsoft.com/office/drawing/2014/main" id="{2324138E-5964-40A6-ABD6-2B8DEC1EDB0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5303520"/>
                <a:ext cx="7498080" cy="310896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4" name="synthesis-066">
                <a:extLst xmlns:a="http://schemas.openxmlformats.org/drawingml/2006/main">
                  <a:ext uri="{FF2B5EF4-FFF2-40B4-BE49-F238E27FC236}">
                    <a16:creationId xmlns:a16="http://schemas.microsoft.com/office/drawing/2014/main" id="{68242762-4188-4A05-A114-C933E6588E9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77072" y="3177174"/>
                <a:ext cx="914400" cy="51700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4036"/>
                    </a:moveTo>
                    <a:cubicBezTo>
                      <a:pt x="432" y="13279"/>
                      <a:pt x="1728" y="9749"/>
                      <a:pt x="2592" y="9497"/>
                    </a:cubicBezTo>
                    <a:cubicBezTo>
                      <a:pt x="3456" y="9245"/>
                      <a:pt x="4284" y="13447"/>
                      <a:pt x="5184" y="12523"/>
                    </a:cubicBezTo>
                    <a:cubicBezTo>
                      <a:pt x="6084" y="11598"/>
                      <a:pt x="7056" y="4707"/>
                      <a:pt x="7992" y="3950"/>
                    </a:cubicBezTo>
                    <a:cubicBezTo>
                      <a:pt x="8928" y="3194"/>
                      <a:pt x="9900" y="8321"/>
                      <a:pt x="10800" y="7984"/>
                    </a:cubicBezTo>
                    <a:cubicBezTo>
                      <a:pt x="11700" y="7648"/>
                      <a:pt x="12492" y="2185"/>
                      <a:pt x="13392" y="1933"/>
                    </a:cubicBezTo>
                    <a:cubicBezTo>
                      <a:pt x="14292" y="1681"/>
                      <a:pt x="15300" y="6724"/>
                      <a:pt x="16200" y="6472"/>
                    </a:cubicBezTo>
                    <a:cubicBezTo>
                      <a:pt x="17100" y="6219"/>
                      <a:pt x="17892" y="840"/>
                      <a:pt x="18792" y="420"/>
                    </a:cubicBezTo>
                    <a:cubicBezTo>
                      <a:pt x="19692" y="0"/>
                      <a:pt x="21132" y="3362"/>
                      <a:pt x="21600" y="395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ns0:gradFill xmlns:ns0="http://schemas.openxmlformats.org/drawingml/2006/main" rotWithShape="1">
                <ns0:gsLst>
                  <ns0:gs pos="0">
                    <ns0:srgbClr val="F8FAFB"/>
                  </ns0:gs>
                  <ns0:gs pos="100000">
                    <ns0:srgbClr val="DCE5EB"/>
                  </ns0:gs>
                </ns0:gsLst>
                <ns0:lin ang="5400000" scaled="1"/>
              </ns0:gra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5" name="synthesis-067">
                <a:extLst xmlns:a="http://schemas.openxmlformats.org/drawingml/2006/main">
                  <a:ext uri="{FF2B5EF4-FFF2-40B4-BE49-F238E27FC236}">
                    <a16:creationId xmlns:a16="http://schemas.microsoft.com/office/drawing/2014/main" id="{7E4932A8-ECB9-4DCB-A047-69056FCECA7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3694176"/>
                <a:ext cx="98755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6" name="synthesis-061">
                <a:extLst xmlns:a="http://schemas.openxmlformats.org/drawingml/2006/main">
                  <a:ext uri="{FF2B5EF4-FFF2-40B4-BE49-F238E27FC236}">
                    <a16:creationId xmlns:a16="http://schemas.microsoft.com/office/drawing/2014/main" id="{6E53B1F2-4280-4F70-A42F-7E5581E11A8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1014984"/>
                <a:ext cx="310896" cy="310896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304B63"/>
              </a:soli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7" name="synthesis-073">
                <a:extLst xmlns:a="http://schemas.openxmlformats.org/drawingml/2006/main">
                  <a:ext uri="{FF2B5EF4-FFF2-40B4-BE49-F238E27FC236}">
                    <a16:creationId xmlns:a16="http://schemas.microsoft.com/office/drawing/2014/main" id="{A3C4AEC6-931A-4403-869D-B029D93BAB2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985248" y="2286000"/>
                <a:ext cx="1517904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2:effectLst xmlns:ns2="http://schemas.openxmlformats.org/drawingml/2006/main">
                <ns2:outerShdw blurRad="18000" dist="11000" dir="5400000" algn="ctr" rotWithShape="0">
                  <ns2:srgbClr val="333333">
                    <ns2:alpha val="11000"/>
                  </ns2:srgbClr>
                </ns2:outerShdw>
              </ns2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8" name="synthesis-076">
                <a:extLst xmlns:a="http://schemas.openxmlformats.org/drawingml/2006/main">
                  <a:ext uri="{FF2B5EF4-FFF2-40B4-BE49-F238E27FC236}">
                    <a16:creationId xmlns:a16="http://schemas.microsoft.com/office/drawing/2014/main" id="{811F6B6E-927B-4097-A510-82D53A23D55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795760" y="2295144"/>
                <a:ext cx="1097280" cy="347472"/>
              </a:xfrm>
              <a:prstGeom xmlns:a="http://schemas.openxmlformats.org/drawingml/2006/main" prst="roundRect">
                <a:avLst>
                  <a:gd name="adj" fmla="val 7895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9" name="synthesis-080">
                <a:extLst xmlns:a="http://schemas.openxmlformats.org/drawingml/2006/main">
                  <a:ext uri="{FF2B5EF4-FFF2-40B4-BE49-F238E27FC236}">
                    <a16:creationId xmlns:a16="http://schemas.microsoft.com/office/drawing/2014/main" id="{B47DA7A4-204C-411D-A568-9189943A2DE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985248" y="3218688"/>
                <a:ext cx="1517904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3:effectLst xmlns:ns3="http://schemas.openxmlformats.org/drawingml/2006/main">
                <ns3:outerShdw blurRad="18000" dist="11000" dir="5400000" algn="ctr" rotWithShape="0">
                  <ns3:srgbClr val="333333">
                    <ns3:alpha val="11000"/>
                  </ns3:srgbClr>
                </ns3:outerShdw>
              </ns3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0" name="synthesis-083">
                <a:extLst xmlns:a="http://schemas.openxmlformats.org/drawingml/2006/main">
                  <a:ext uri="{FF2B5EF4-FFF2-40B4-BE49-F238E27FC236}">
                    <a16:creationId xmlns:a16="http://schemas.microsoft.com/office/drawing/2014/main" id="{2ECA8E55-8E4D-47AA-9806-DF2F6DF9C44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795760" y="3227832"/>
                <a:ext cx="1097280" cy="347472"/>
              </a:xfrm>
              <a:prstGeom xmlns:a="http://schemas.openxmlformats.org/drawingml/2006/main" prst="roundRect">
                <a:avLst>
                  <a:gd name="adj" fmla="val 7895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1" name="synthesis-087">
                <a:extLst xmlns:a="http://schemas.openxmlformats.org/drawingml/2006/main">
                  <a:ext uri="{FF2B5EF4-FFF2-40B4-BE49-F238E27FC236}">
                    <a16:creationId xmlns:a16="http://schemas.microsoft.com/office/drawing/2014/main" id="{9BD9E700-1EED-4D6F-ADE7-A6D61FF4706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985248" y="4242816"/>
                <a:ext cx="1517904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2" name="synthesis-095">
                <a:extLst xmlns:a="http://schemas.openxmlformats.org/drawingml/2006/main">
                  <a:ext uri="{FF2B5EF4-FFF2-40B4-BE49-F238E27FC236}">
                    <a16:creationId xmlns:a16="http://schemas.microsoft.com/office/drawing/2014/main" id="{65CBA129-E08C-46B0-B5E1-3E3E8AD3085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887200" y="4133088"/>
                <a:ext cx="1188720" cy="256032"/>
              </a:xfrm>
              <a:prstGeom xmlns:a="http://schemas.openxmlformats.org/drawingml/2006/main" prst="roundRect">
                <a:avLst>
                  <a:gd name="adj" fmla="val 32143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3" name="synthesis-099">
                <a:extLst xmlns:a="http://schemas.openxmlformats.org/drawingml/2006/main">
                  <a:ext uri="{FF2B5EF4-FFF2-40B4-BE49-F238E27FC236}">
                    <a16:creationId xmlns:a16="http://schemas.microsoft.com/office/drawing/2014/main" id="{C8B8495A-520C-471D-92AE-2C0C34FB6B4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179808" y="4443984"/>
                <a:ext cx="1188720" cy="256032"/>
              </a:xfrm>
              <a:prstGeom xmlns:a="http://schemas.openxmlformats.org/drawingml/2006/main" prst="roundRect">
                <a:avLst>
                  <a:gd name="adj" fmla="val 32143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4" name="synthesis-108">
                <a:extLst xmlns:a="http://schemas.openxmlformats.org/drawingml/2006/main">
                  <a:ext uri="{FF2B5EF4-FFF2-40B4-BE49-F238E27FC236}">
                    <a16:creationId xmlns:a16="http://schemas.microsoft.com/office/drawing/2014/main" id="{0D657437-A316-457F-8024-A51FC957AAB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721840" y="3218688"/>
                <a:ext cx="1280160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5" name="synthesis-111">
                <a:extLst xmlns:a="http://schemas.openxmlformats.org/drawingml/2006/main">
                  <a:ext uri="{FF2B5EF4-FFF2-40B4-BE49-F238E27FC236}">
                    <a16:creationId xmlns:a16="http://schemas.microsoft.com/office/drawing/2014/main" id="{FD061627-38A2-4F83-9A76-70EDF3F9CE8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721840" y="4242816"/>
                <a:ext cx="1280160" cy="347472"/>
              </a:xfrm>
              <a:prstGeom xmlns:a="http://schemas.openxmlformats.org/drawingml/2006/main" prst="roundRect">
                <a:avLst>
                  <a:gd name="adj" fmla="val 7895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6" name="synthesis-068">
                <a:extLst xmlns:a="http://schemas.openxmlformats.org/drawingml/2006/main">
                  <a:ext uri="{FF2B5EF4-FFF2-40B4-BE49-F238E27FC236}">
                    <a16:creationId xmlns:a16="http://schemas.microsoft.com/office/drawing/2014/main" id="{22C535EC-D757-4C2A-9BB0-A1D77FBBB28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77072" y="3177174"/>
                <a:ext cx="914400" cy="335951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432" y="20436"/>
                      <a:pt x="1728" y="15004"/>
                      <a:pt x="2592" y="14616"/>
                    </a:cubicBezTo>
                    <a:cubicBezTo>
                      <a:pt x="3456" y="14228"/>
                      <a:pt x="4284" y="20695"/>
                      <a:pt x="5184" y="19272"/>
                    </a:cubicBezTo>
                    <a:cubicBezTo>
                      <a:pt x="6084" y="17849"/>
                      <a:pt x="7056" y="7243"/>
                      <a:pt x="7992" y="6079"/>
                    </a:cubicBezTo>
                    <a:cubicBezTo>
                      <a:pt x="8928" y="4915"/>
                      <a:pt x="9900" y="12805"/>
                      <a:pt x="10800" y="12287"/>
                    </a:cubicBezTo>
                    <a:cubicBezTo>
                      <a:pt x="11700" y="11770"/>
                      <a:pt x="12492" y="3363"/>
                      <a:pt x="13392" y="2975"/>
                    </a:cubicBezTo>
                    <a:cubicBezTo>
                      <a:pt x="14292" y="2587"/>
                      <a:pt x="15300" y="10347"/>
                      <a:pt x="16200" y="9959"/>
                    </a:cubicBezTo>
                    <a:cubicBezTo>
                      <a:pt x="17100" y="9571"/>
                      <a:pt x="17892" y="1293"/>
                      <a:pt x="18792" y="647"/>
                    </a:cubicBezTo>
                    <a:cubicBezTo>
                      <a:pt x="19692" y="0"/>
                      <a:pt x="21132" y="5174"/>
                      <a:pt x="21600" y="6079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540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7" name="synthesis-070">
                <a:extLst xmlns:a="http://schemas.openxmlformats.org/drawingml/2006/main">
                  <a:ext uri="{FF2B5EF4-FFF2-40B4-BE49-F238E27FC236}">
                    <a16:creationId xmlns:a16="http://schemas.microsoft.com/office/drawing/2014/main" id="{3E0F7E49-0C1D-4F0F-B8C5-A862AB7FE26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546336" y="3401568"/>
                <a:ext cx="18288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8" name="synthesis-071">
                <a:extLst xmlns:a="http://schemas.openxmlformats.org/drawingml/2006/main">
                  <a:ext uri="{FF2B5EF4-FFF2-40B4-BE49-F238E27FC236}">
                    <a16:creationId xmlns:a16="http://schemas.microsoft.com/office/drawing/2014/main" id="{8B4F6E40-9D96-4648-8930-A19B8D466D6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729216" y="2468880"/>
                <a:ext cx="9144" cy="195681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9" name="synthesis-072">
                <a:extLst xmlns:a="http://schemas.openxmlformats.org/drawingml/2006/main">
                  <a:ext uri="{FF2B5EF4-FFF2-40B4-BE49-F238E27FC236}">
                    <a16:creationId xmlns:a16="http://schemas.microsoft.com/office/drawing/2014/main" id="{C2BAB912-FE48-45C3-A5D5-1949859CB06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729216" y="2468880"/>
                <a:ext cx="20116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1:effectLst xmlns:ns11="http://schemas.openxmlformats.org/drawingml/2006/main">
                <ns11:outerShdw blurRad="15000" dist="9000" dir="5400000" algn="ctr" rotWithShape="0">
                  <ns11:srgbClr val="333333">
                    <ns11:alpha val="12000"/>
                  </ns11:srgbClr>
                </ns11:outerShdw>
              </ns11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0" name="synthesis-075">
                <a:extLst xmlns:a="http://schemas.openxmlformats.org/drawingml/2006/main">
                  <a:ext uri="{FF2B5EF4-FFF2-40B4-BE49-F238E27FC236}">
                    <a16:creationId xmlns:a16="http://schemas.microsoft.com/office/drawing/2014/main" id="{BBDD790B-DF60-430E-B833-9056A959D27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539728" y="2468880"/>
                <a:ext cx="20116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2:effectLst xmlns:ns12="http://schemas.openxmlformats.org/drawingml/2006/main">
                <ns12:outerShdw blurRad="15000" dist="9000" dir="5400000" algn="ctr" rotWithShape="0">
                  <ns12:srgbClr val="333333">
                    <ns12:alpha val="12000"/>
                  </ns12:srgbClr>
                </ns12:outerShdw>
              </ns12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1" name="synthesis-078">
                <a:extLst xmlns:a="http://schemas.openxmlformats.org/drawingml/2006/main">
                  <a:ext uri="{FF2B5EF4-FFF2-40B4-BE49-F238E27FC236}">
                    <a16:creationId xmlns:a16="http://schemas.microsoft.com/office/drawing/2014/main" id="{258D1C12-66D7-4E67-B19A-2A74D88F8E7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929616" y="2468880"/>
                <a:ext cx="219456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3:effectLst xmlns:ns13="http://schemas.openxmlformats.org/drawingml/2006/main">
                <ns13:outerShdw blurRad="15000" dist="9000" dir="5400000" algn="ctr" rotWithShape="0">
                  <ns13:srgbClr val="333333">
                    <ns13:alpha val="12000"/>
                  </ns13:srgbClr>
                </ns13:outerShdw>
              </ns13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2" name="synthesis-079">
                <a:extLst xmlns:a="http://schemas.openxmlformats.org/drawingml/2006/main">
                  <a:ext uri="{FF2B5EF4-FFF2-40B4-BE49-F238E27FC236}">
                    <a16:creationId xmlns:a16="http://schemas.microsoft.com/office/drawing/2014/main" id="{C1E0F715-3611-41AD-AB30-E0F9355F6FB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729216" y="3401568"/>
                <a:ext cx="20116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4:effectLst xmlns:ns14="http://schemas.openxmlformats.org/drawingml/2006/main">
                <ns14:outerShdw blurRad="15000" dist="9000" dir="5400000" algn="ctr" rotWithShape="0">
                  <ns14:srgbClr val="333333">
                    <ns14:alpha val="12000"/>
                  </ns14:srgbClr>
                </ns14:outerShdw>
              </ns14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3" name="synthesis-082">
                <a:extLst xmlns:a="http://schemas.openxmlformats.org/drawingml/2006/main">
                  <a:ext uri="{FF2B5EF4-FFF2-40B4-BE49-F238E27FC236}">
                    <a16:creationId xmlns:a16="http://schemas.microsoft.com/office/drawing/2014/main" id="{02BD4A36-455F-4523-BCE5-CA20CA5B91C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539728" y="3401568"/>
                <a:ext cx="20116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5:effectLst xmlns:ns15="http://schemas.openxmlformats.org/drawingml/2006/main">
                <ns15:outerShdw blurRad="15000" dist="9000" dir="5400000" algn="ctr" rotWithShape="0">
                  <ns15:srgbClr val="333333">
                    <ns15:alpha val="12000"/>
                  </ns15:srgbClr>
                </ns15:outerShdw>
              </ns15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4" name="synthesis-085">
                <a:extLst xmlns:a="http://schemas.openxmlformats.org/drawingml/2006/main">
                  <a:ext uri="{FF2B5EF4-FFF2-40B4-BE49-F238E27FC236}">
                    <a16:creationId xmlns:a16="http://schemas.microsoft.com/office/drawing/2014/main" id="{E7D8CEC8-BEA3-49B0-B1C1-5617D6B0BEB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929616" y="3401568"/>
                <a:ext cx="219456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6:effectLst xmlns:ns16="http://schemas.openxmlformats.org/drawingml/2006/main">
                <ns16:outerShdw blurRad="15000" dist="9000" dir="5400000" algn="ctr" rotWithShape="0">
                  <ns16:srgbClr val="333333">
                    <ns16:alpha val="12000"/>
                  </ns16:srgbClr>
                </ns16:outerShdw>
              </ns16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5" name="synthesis-086">
                <a:extLst xmlns:a="http://schemas.openxmlformats.org/drawingml/2006/main">
                  <a:ext uri="{FF2B5EF4-FFF2-40B4-BE49-F238E27FC236}">
                    <a16:creationId xmlns:a16="http://schemas.microsoft.com/office/drawing/2014/main" id="{822191F8-4D31-4552-BBF9-439F5913B6F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729216" y="4425696"/>
                <a:ext cx="20116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7:effectLst xmlns:ns17="http://schemas.openxmlformats.org/drawingml/2006/main">
                <ns17:outerShdw blurRad="15000" dist="9000" dir="5400000" algn="ctr" rotWithShape="0">
                  <ns17:srgbClr val="333333">
                    <ns17:alpha val="12000"/>
                  </ns17:srgbClr>
                </ns17:outerShdw>
              </ns17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6" name="synthesis-089">
                <a:extLst xmlns:a="http://schemas.openxmlformats.org/drawingml/2006/main">
                  <a:ext uri="{FF2B5EF4-FFF2-40B4-BE49-F238E27FC236}">
                    <a16:creationId xmlns:a16="http://schemas.microsoft.com/office/drawing/2014/main" id="{48DF617D-6CB6-44AA-8786-26837AB83BA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222224" y="2128723"/>
                <a:ext cx="822960" cy="27980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2706"/>
                    </a:moveTo>
                    <a:cubicBezTo>
                      <a:pt x="2592" y="1271"/>
                      <a:pt x="4968" y="21600"/>
                      <a:pt x="7776" y="11435"/>
                    </a:cubicBezTo>
                    <a:cubicBezTo>
                      <a:pt x="10584" y="1271"/>
                      <a:pt x="13176" y="20329"/>
                      <a:pt x="15552" y="10165"/>
                    </a:cubicBezTo>
                    <a:cubicBezTo>
                      <a:pt x="18360" y="0"/>
                      <a:pt x="19872" y="16518"/>
                      <a:pt x="21600" y="6988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413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7" name="synthesis-090">
                <a:extLst xmlns:a="http://schemas.openxmlformats.org/drawingml/2006/main">
                  <a:ext uri="{FF2B5EF4-FFF2-40B4-BE49-F238E27FC236}">
                    <a16:creationId xmlns:a16="http://schemas.microsoft.com/office/drawing/2014/main" id="{115C8216-E1A6-45FC-9288-2411FB7F10D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222224" y="2311603"/>
                <a:ext cx="822960" cy="27980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2706"/>
                    </a:moveTo>
                    <a:cubicBezTo>
                      <a:pt x="2592" y="1271"/>
                      <a:pt x="4968" y="21600"/>
                      <a:pt x="7776" y="11435"/>
                    </a:cubicBezTo>
                    <a:cubicBezTo>
                      <a:pt x="10584" y="1271"/>
                      <a:pt x="13176" y="20329"/>
                      <a:pt x="15552" y="10165"/>
                    </a:cubicBezTo>
                    <a:cubicBezTo>
                      <a:pt x="18360" y="0"/>
                      <a:pt x="19872" y="16518"/>
                      <a:pt x="21600" y="6988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413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8" name="synthesis-091">
                <a:extLst xmlns:a="http://schemas.openxmlformats.org/drawingml/2006/main">
                  <a:ext uri="{FF2B5EF4-FFF2-40B4-BE49-F238E27FC236}">
                    <a16:creationId xmlns:a16="http://schemas.microsoft.com/office/drawing/2014/main" id="{55B8F583-2BB7-4DDF-9957-A7B7C016CCF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222224" y="2494483"/>
                <a:ext cx="822960" cy="27980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2706"/>
                    </a:moveTo>
                    <a:cubicBezTo>
                      <a:pt x="2592" y="1271"/>
                      <a:pt x="4968" y="21600"/>
                      <a:pt x="7776" y="11435"/>
                    </a:cubicBezTo>
                    <a:cubicBezTo>
                      <a:pt x="10584" y="1271"/>
                      <a:pt x="13176" y="20329"/>
                      <a:pt x="15552" y="10165"/>
                    </a:cubicBezTo>
                    <a:cubicBezTo>
                      <a:pt x="18360" y="0"/>
                      <a:pt x="19872" y="16518"/>
                      <a:pt x="21600" y="6988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413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9" name="synthesis-092">
                <a:extLst xmlns:a="http://schemas.openxmlformats.org/drawingml/2006/main">
                  <a:ext uri="{FF2B5EF4-FFF2-40B4-BE49-F238E27FC236}">
                    <a16:creationId xmlns:a16="http://schemas.microsoft.com/office/drawing/2014/main" id="{B6826F52-5B26-43C4-8CA8-D229D009FEE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222224" y="3156509"/>
                <a:ext cx="822960" cy="34198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2706"/>
                    </a:moveTo>
                    <a:cubicBezTo>
                      <a:pt x="2592" y="1271"/>
                      <a:pt x="4968" y="21600"/>
                      <a:pt x="7776" y="11435"/>
                    </a:cubicBezTo>
                    <a:cubicBezTo>
                      <a:pt x="10584" y="1271"/>
                      <a:pt x="13176" y="20329"/>
                      <a:pt x="15552" y="10165"/>
                    </a:cubicBezTo>
                    <a:cubicBezTo>
                      <a:pt x="18360" y="0"/>
                      <a:pt x="19872" y="16518"/>
                      <a:pt x="21600" y="6988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413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0" name="synthesis-093">
                <a:extLst xmlns:a="http://schemas.openxmlformats.org/drawingml/2006/main">
                  <a:ext uri="{FF2B5EF4-FFF2-40B4-BE49-F238E27FC236}">
                    <a16:creationId xmlns:a16="http://schemas.microsoft.com/office/drawing/2014/main" id="{D9BF9B60-870B-48A9-9ACA-1A253B688D8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222224" y="3416198"/>
                <a:ext cx="822960" cy="248717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2706"/>
                    </a:moveTo>
                    <a:cubicBezTo>
                      <a:pt x="2592" y="1271"/>
                      <a:pt x="4968" y="21600"/>
                      <a:pt x="7776" y="11435"/>
                    </a:cubicBezTo>
                    <a:cubicBezTo>
                      <a:pt x="10584" y="1271"/>
                      <a:pt x="13176" y="20329"/>
                      <a:pt x="15552" y="10165"/>
                    </a:cubicBezTo>
                    <a:cubicBezTo>
                      <a:pt x="18360" y="0"/>
                      <a:pt x="19872" y="16518"/>
                      <a:pt x="21600" y="6988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413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1" name="synthesis-094">
                <a:extLst xmlns:a="http://schemas.openxmlformats.org/drawingml/2006/main">
                  <a:ext uri="{FF2B5EF4-FFF2-40B4-BE49-F238E27FC236}">
                    <a16:creationId xmlns:a16="http://schemas.microsoft.com/office/drawing/2014/main" id="{78B3A214-CB86-40F8-90C0-4354E01E062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539728" y="4425696"/>
                <a:ext cx="27432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8:effectLst xmlns:ns18="http://schemas.openxmlformats.org/drawingml/2006/main">
                <ns18:outerShdw blurRad="15000" dist="9000" dir="5400000" algn="ctr" rotWithShape="0">
                  <ns18:srgbClr val="333333">
                    <ns18:alpha val="12000"/>
                  </ns18:srgbClr>
                </ns18:outerShdw>
              </ns18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2" name="synthesis-097">
                <a:extLst xmlns:a="http://schemas.openxmlformats.org/drawingml/2006/main">
                  <a:ext uri="{FF2B5EF4-FFF2-40B4-BE49-F238E27FC236}">
                    <a16:creationId xmlns:a16="http://schemas.microsoft.com/office/drawing/2014/main" id="{1D4AE1F6-27B7-49FE-9D9A-5A3FD4B3285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216384" y="4224528"/>
                <a:ext cx="73152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270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3" name="synthesis-098">
                <a:extLst xmlns:a="http://schemas.openxmlformats.org/drawingml/2006/main">
                  <a:ext uri="{FF2B5EF4-FFF2-40B4-BE49-F238E27FC236}">
                    <a16:creationId xmlns:a16="http://schemas.microsoft.com/office/drawing/2014/main" id="{849F9BDF-592D-42D9-820A-59CE73A3025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216384" y="4297680"/>
                <a:ext cx="54864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270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4" name="synthesis-101">
                <a:extLst xmlns:a="http://schemas.openxmlformats.org/drawingml/2006/main">
                  <a:ext uri="{FF2B5EF4-FFF2-40B4-BE49-F238E27FC236}">
                    <a16:creationId xmlns:a16="http://schemas.microsoft.com/office/drawing/2014/main" id="{7B761AE2-DE03-4DB4-B71A-BE7FA00CA25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508992" y="4535424"/>
                <a:ext cx="73152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270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5" name="synthesis-102">
                <a:extLst xmlns:a="http://schemas.openxmlformats.org/drawingml/2006/main">
                  <a:ext uri="{FF2B5EF4-FFF2-40B4-BE49-F238E27FC236}">
                    <a16:creationId xmlns:a16="http://schemas.microsoft.com/office/drawing/2014/main" id="{C5302421-A508-4419-961E-8CA2E683C34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508992" y="4608576"/>
                <a:ext cx="54864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270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6" name="synthesis-103">
                <a:extLst xmlns:a="http://schemas.openxmlformats.org/drawingml/2006/main">
                  <a:ext uri="{FF2B5EF4-FFF2-40B4-BE49-F238E27FC236}">
                    <a16:creationId xmlns:a16="http://schemas.microsoft.com/office/drawing/2014/main" id="{7CBFD89C-44CE-4C5C-8937-2CC13D6FC28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100048" y="2468880"/>
                <a:ext cx="18288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7" name="synthesis-104">
                <a:extLst xmlns:a="http://schemas.openxmlformats.org/drawingml/2006/main">
                  <a:ext uri="{FF2B5EF4-FFF2-40B4-BE49-F238E27FC236}">
                    <a16:creationId xmlns:a16="http://schemas.microsoft.com/office/drawing/2014/main" id="{35019991-6AF4-424D-9A11-BDC794EFC5A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100048" y="3401568"/>
                <a:ext cx="18288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8" name="synthesis-105">
                <a:extLst xmlns:a="http://schemas.openxmlformats.org/drawingml/2006/main">
                  <a:ext uri="{FF2B5EF4-FFF2-40B4-BE49-F238E27FC236}">
                    <a16:creationId xmlns:a16="http://schemas.microsoft.com/office/drawing/2014/main" id="{F7C166A7-48E2-437F-8527-C862BABEE04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423392" y="4572000"/>
                <a:ext cx="859536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9" name="synthesis-106">
                <a:extLst xmlns:a="http://schemas.openxmlformats.org/drawingml/2006/main">
                  <a:ext uri="{FF2B5EF4-FFF2-40B4-BE49-F238E27FC236}">
                    <a16:creationId xmlns:a16="http://schemas.microsoft.com/office/drawing/2014/main" id="{E7C44325-1443-4D6B-8D09-E9D6FAC8A9C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282928" y="2468880"/>
                <a:ext cx="9144" cy="2103120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00" name="synthesis-107">
                <a:extLst xmlns:a="http://schemas.openxmlformats.org/drawingml/2006/main">
                  <a:ext uri="{FF2B5EF4-FFF2-40B4-BE49-F238E27FC236}">
                    <a16:creationId xmlns:a16="http://schemas.microsoft.com/office/drawing/2014/main" id="{1F985169-03D8-4DEE-85A7-1C1C90FC8C0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282928" y="3401568"/>
                <a:ext cx="38404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9:effectLst xmlns:ns19="http://schemas.openxmlformats.org/drawingml/2006/main">
                <ns19:outerShdw blurRad="15000" dist="9000" dir="5400000" algn="ctr" rotWithShape="0">
                  <ns19:srgbClr val="333333">
                    <ns19:alpha val="12000"/>
                  </ns19:srgbClr>
                </ns19:outerShdw>
              </ns19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01" name="synthesis-110">
                <a:extLst xmlns:a="http://schemas.openxmlformats.org/drawingml/2006/main">
                  <a:ext uri="{FF2B5EF4-FFF2-40B4-BE49-F238E27FC236}">
                    <a16:creationId xmlns:a16="http://schemas.microsoft.com/office/drawing/2014/main" id="{0CE20660-4E74-4853-BE44-A5ABB5C919F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5361920" y="3602736"/>
                <a:ext cx="9144" cy="58521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0:effectLst xmlns:ns20="http://schemas.openxmlformats.org/drawingml/2006/main">
                <ns20:outerShdw blurRad="15000" dist="9000" dir="5400000" algn="ctr" rotWithShape="0">
                  <ns20:srgbClr val="333333">
                    <ns20:alpha val="12000"/>
                  </ns20:srgbClr>
                </ns20:outerShdw>
              </ns20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02" name="synthesis-113">
                <a:extLst xmlns:a="http://schemas.openxmlformats.org/drawingml/2006/main">
                  <a:ext uri="{FF2B5EF4-FFF2-40B4-BE49-F238E27FC236}">
                    <a16:creationId xmlns:a16="http://schemas.microsoft.com/office/drawing/2014/main" id="{60B66883-AEF6-4D3E-9800-9E54EDFA338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716768" y="1792224"/>
                <a:ext cx="4645152" cy="140817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21600" y="0"/>
                    </a:lnTo>
                    <a:lnTo>
                      <a:pt x="0" y="0"/>
                    </a:lnTo>
                    <a:lnTo>
                      <a:pt x="0" y="7013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dash"/>
                <a:tailEnd type="triangle"/>
              </a:ln>
              <ns21:effectLst xmlns:ns21="http://schemas.openxmlformats.org/drawingml/2006/main">
                <ns21:outerShdw blurRad="15000" dist="9000" dir="5400000" algn="ctr" rotWithShape="0">
                  <ns21:srgbClr val="333333">
                    <ns21:alpha val="12000"/>
                  </ns21:srgbClr>
                </ns21:outerShdw>
              </ns21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03" name="synthesis-062">
                <a:extLst xmlns:a="http://schemas.openxmlformats.org/drawingml/2006/main">
                  <a:ext uri="{FF2B5EF4-FFF2-40B4-BE49-F238E27FC236}">
                    <a16:creationId xmlns:a16="http://schemas.microsoft.com/office/drawing/2014/main" id="{656A9D1E-5BFF-4479-A661-D7178FE7145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1014984"/>
                <a:ext cx="310896" cy="30175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96" b="1">
                    <a:solidFill>
                      <a:srgbClr val="FFFFFF"/>
                    </a:solidFill>
                    <a:latin typeface="Arial"/>
                    <a:ea typeface="Times New Roman"/>
                    <a:cs typeface="Times New Roman"/>
                  </a:rPr>
                  <a:t>b</a:t>
                </a:r>
                <a:endParaRPr sz="1496">
                  <a:latin typeface="Arial"/>
                </a:endParaRPr>
              </a:p>
            </p:txBody>
          </p:sp>
          <p:sp>
            <p:nvSpPr>
              <p:cNvPr id="104" name="synthesis-063">
                <a:extLst xmlns:a="http://schemas.openxmlformats.org/drawingml/2006/main">
                  <a:ext uri="{FF2B5EF4-FFF2-40B4-BE49-F238E27FC236}">
                    <a16:creationId xmlns:a16="http://schemas.microsoft.com/office/drawing/2014/main" id="{65912857-18B6-44D3-91E8-71155E94A4E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961120" y="987552"/>
                <a:ext cx="698601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936">
                    <a:solidFill>
                      <a:srgbClr val="222222"/>
                    </a:solidFill>
                    <a:latin typeface="Comic Sans MS"/>
                    <a:ea typeface="Times New Roman"/>
                    <a:cs typeface="Times New Roman"/>
                  </a:rPr>
                  <a:t>Data augmentation and synthesis</a:t>
                </a:r>
                <a:endParaRPr sz="1936">
                  <a:latin typeface="Comic Sans MS"/>
                </a:endParaRPr>
              </a:p>
            </p:txBody>
          </p:sp>
          <p:sp>
            <p:nvSpPr>
              <p:cNvPr id="105" name="synthesis-065">
                <a:extLst xmlns:a="http://schemas.openxmlformats.org/drawingml/2006/main">
                  <a:ext uri="{FF2B5EF4-FFF2-40B4-BE49-F238E27FC236}">
                    <a16:creationId xmlns:a16="http://schemas.microsoft.com/office/drawing/2014/main" id="{807E1B63-1664-48D3-9A21-6391A882D61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5303520"/>
                <a:ext cx="7498080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00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Evaluation   </a:t>
                </a:r>
                <a:r>
                  <a:rPr sz="140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Fidelity / downstream learning utility</a:t>
                </a:r>
                <a:endParaRPr sz="1400">
                  <a:latin typeface="Arial"/>
                </a:endParaRPr>
              </a:p>
            </p:txBody>
          </p:sp>
          <p:sp>
            <p:nvSpPr>
              <p:cNvPr id="106" name="synthesis-069">
                <a:extLst xmlns:a="http://schemas.openxmlformats.org/drawingml/2006/main">
                  <a:ext uri="{FF2B5EF4-FFF2-40B4-BE49-F238E27FC236}">
                    <a16:creationId xmlns:a16="http://schemas.microsoft.com/office/drawing/2014/main" id="{8CFDDB40-BB73-4B50-9E38-646903DCEA7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485632" y="3749040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Examples</a:t>
                </a:r>
                <a:endParaRPr sz="1320">
                  <a:latin typeface="Arial"/>
                </a:endParaRPr>
              </a:p>
            </p:txBody>
          </p:sp>
          <p:sp>
            <p:nvSpPr>
              <p:cNvPr id="107" name="synthesis-074">
                <a:extLst xmlns:a="http://schemas.openxmlformats.org/drawingml/2006/main">
                  <a:ext uri="{FF2B5EF4-FFF2-40B4-BE49-F238E27FC236}">
                    <a16:creationId xmlns:a16="http://schemas.microsoft.com/office/drawing/2014/main" id="{0324E182-F3D4-4254-A97E-6EB721CB1A0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40112" y="2286000"/>
                <a:ext cx="140817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Set conditions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08" name="synthesis-077">
                <a:extLst xmlns:a="http://schemas.openxmlformats.org/drawingml/2006/main">
                  <a:ext uri="{FF2B5EF4-FFF2-40B4-BE49-F238E27FC236}">
                    <a16:creationId xmlns:a16="http://schemas.microsoft.com/office/drawing/2014/main" id="{5E813A5E-7E33-4DDD-B0F6-7B5F07F8B04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795760" y="2295144"/>
                <a:ext cx="1097280" cy="34747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64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Generator</a:t>
                </a:r>
                <a:endParaRPr sz="1364">
                  <a:latin typeface="Arial"/>
                </a:endParaRPr>
              </a:p>
            </p:txBody>
          </p:sp>
          <p:sp>
            <p:nvSpPr>
              <p:cNvPr id="109" name="synthesis-081">
                <a:extLst xmlns:a="http://schemas.openxmlformats.org/drawingml/2006/main">
                  <a:ext uri="{FF2B5EF4-FFF2-40B4-BE49-F238E27FC236}">
                    <a16:creationId xmlns:a16="http://schemas.microsoft.com/office/drawing/2014/main" id="{58F0F1DE-3558-43DE-B58C-D242D3966D1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40112" y="3218688"/>
                <a:ext cx="140817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Configure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10" name="synthesis-084">
                <a:extLst xmlns:a="http://schemas.openxmlformats.org/drawingml/2006/main">
                  <a:ext uri="{FF2B5EF4-FFF2-40B4-BE49-F238E27FC236}">
                    <a16:creationId xmlns:a16="http://schemas.microsoft.com/office/drawing/2014/main" id="{73945C36-1063-4434-A499-E0183FB8DB2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795760" y="3227832"/>
                <a:ext cx="1097280" cy="34747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64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Transform</a:t>
                </a:r>
                <a:endParaRPr sz="1364">
                  <a:latin typeface="Arial"/>
                </a:endParaRPr>
              </a:p>
            </p:txBody>
          </p:sp>
          <p:sp>
            <p:nvSpPr>
              <p:cNvPr id="111" name="synthesis-088">
                <a:extLst xmlns:a="http://schemas.openxmlformats.org/drawingml/2006/main">
                  <a:ext uri="{FF2B5EF4-FFF2-40B4-BE49-F238E27FC236}">
                    <a16:creationId xmlns:a16="http://schemas.microsoft.com/office/drawing/2014/main" id="{F46D924E-F06B-440C-846D-64045B34ABD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40112" y="4242816"/>
                <a:ext cx="140817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Write Q&amp;A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12" name="synthesis-096">
                <a:extLst xmlns:a="http://schemas.openxmlformats.org/drawingml/2006/main">
                  <a:ext uri="{FF2B5EF4-FFF2-40B4-BE49-F238E27FC236}">
                    <a16:creationId xmlns:a16="http://schemas.microsoft.com/office/drawing/2014/main" id="{8758B3B4-4D60-4B16-8211-ED023454196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942064" y="4151376"/>
                <a:ext cx="219456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Q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13" name="synthesis-100">
                <a:extLst xmlns:a="http://schemas.openxmlformats.org/drawingml/2006/main">
                  <a:ext uri="{FF2B5EF4-FFF2-40B4-BE49-F238E27FC236}">
                    <a16:creationId xmlns:a16="http://schemas.microsoft.com/office/drawing/2014/main" id="{660C1337-146F-4406-8643-DD71BFEA0EE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234672" y="4462272"/>
                <a:ext cx="219456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A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14" name="synthesis-109">
                <a:extLst xmlns:a="http://schemas.openxmlformats.org/drawingml/2006/main">
                  <a:ext uri="{FF2B5EF4-FFF2-40B4-BE49-F238E27FC236}">
                    <a16:creationId xmlns:a16="http://schemas.microsoft.com/office/drawing/2014/main" id="{6AF4AB71-6C3F-4D45-B083-34382698E6E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776704" y="3218688"/>
                <a:ext cx="1170432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Review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15" name="synthesis-112">
                <a:extLst xmlns:a="http://schemas.openxmlformats.org/drawingml/2006/main">
                  <a:ext uri="{FF2B5EF4-FFF2-40B4-BE49-F238E27FC236}">
                    <a16:creationId xmlns:a16="http://schemas.microsoft.com/office/drawing/2014/main" id="{AC9AED5D-ACBB-4A20-B3C3-0CD602B6A1B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721840" y="4242816"/>
                <a:ext cx="1280160" cy="34747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64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Learner</a:t>
                </a:r>
                <a:endParaRPr sz="1364">
                  <a:latin typeface="Arial"/>
                </a:endParaRPr>
              </a:p>
            </p:txBody>
          </p:sp>
          <p:sp>
            <p:nvSpPr>
              <p:cNvPr id="116" name="synthesis-114">
                <a:extLst xmlns:a="http://schemas.openxmlformats.org/drawingml/2006/main">
                  <a:ext uri="{FF2B5EF4-FFF2-40B4-BE49-F238E27FC236}">
                    <a16:creationId xmlns:a16="http://schemas.microsoft.com/office/drawing/2014/main" id="{E436501C-1448-4627-9591-441A7C4E95A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459968" y="1572768"/>
                <a:ext cx="1097280" cy="18288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188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Refine</a:t>
                </a:r>
                <a:endParaRPr sz="1188">
                  <a:latin typeface="Arial"/>
                </a:endParaRPr>
              </a:p>
            </p:txBody>
          </p:sp>
          <p:sp>
            <p:nvSpPr>
              <p:cNvPr id="10202" name="sliders-horizontal-0">
                <a:extLst xmlns:a="http://schemas.openxmlformats.org/drawingml/2006/main">
                  <a:ext uri="{FF2B5EF4-FFF2-40B4-BE49-F238E27FC236}">
                    <a16:creationId xmlns:a16="http://schemas.microsoft.com/office/drawing/2014/main" id="{3257A601-B2AD-4108-84F7-00E06E330AC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0000" y="5000"/>
                    </a:moveTo>
                    <a:lnTo>
                      <a:pt x="3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03" name="sliders-horizontal-1">
                <a:extLst xmlns:a="http://schemas.openxmlformats.org/drawingml/2006/main">
                  <a:ext uri="{FF2B5EF4-FFF2-40B4-BE49-F238E27FC236}">
                    <a16:creationId xmlns:a16="http://schemas.microsoft.com/office/drawing/2014/main" id="{2022B910-8393-4603-B9C3-10E9E1C80C3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2000" y="19000"/>
                    </a:moveTo>
                    <a:lnTo>
                      <a:pt x="3000" y="1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04" name="sliders-horizontal-2">
                <a:extLst xmlns:a="http://schemas.openxmlformats.org/drawingml/2006/main">
                  <a:ext uri="{FF2B5EF4-FFF2-40B4-BE49-F238E27FC236}">
                    <a16:creationId xmlns:a16="http://schemas.microsoft.com/office/drawing/2014/main" id="{B6D4723A-9FC6-4798-BB20-CDCBDE7B4BF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4000" y="3000"/>
                    </a:moveTo>
                    <a:lnTo>
                      <a:pt x="14000" y="7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05" name="sliders-horizontal-3">
                <a:extLst xmlns:a="http://schemas.openxmlformats.org/drawingml/2006/main">
                  <a:ext uri="{FF2B5EF4-FFF2-40B4-BE49-F238E27FC236}">
                    <a16:creationId xmlns:a16="http://schemas.microsoft.com/office/drawing/2014/main" id="{FC9E1E83-164D-40F8-AFA3-C37FA3C9EB5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17000"/>
                    </a:moveTo>
                    <a:lnTo>
                      <a:pt x="16000" y="21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06" name="sliders-horizontal-4">
                <a:extLst xmlns:a="http://schemas.openxmlformats.org/drawingml/2006/main">
                  <a:ext uri="{FF2B5EF4-FFF2-40B4-BE49-F238E27FC236}">
                    <a16:creationId xmlns:a16="http://schemas.microsoft.com/office/drawing/2014/main" id="{4C54B89E-CE1D-46C2-A9FE-183D31286CE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12000"/>
                    </a:moveTo>
                    <a:lnTo>
                      <a:pt x="12000" y="12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07" name="sliders-horizontal-5">
                <a:extLst xmlns:a="http://schemas.openxmlformats.org/drawingml/2006/main">
                  <a:ext uri="{FF2B5EF4-FFF2-40B4-BE49-F238E27FC236}">
                    <a16:creationId xmlns:a16="http://schemas.microsoft.com/office/drawing/2014/main" id="{132F0686-8058-40E7-A7BE-94B3AE6A230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19000"/>
                    </a:moveTo>
                    <a:lnTo>
                      <a:pt x="16000" y="1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08" name="sliders-horizontal-6">
                <a:extLst xmlns:a="http://schemas.openxmlformats.org/drawingml/2006/main">
                  <a:ext uri="{FF2B5EF4-FFF2-40B4-BE49-F238E27FC236}">
                    <a16:creationId xmlns:a16="http://schemas.microsoft.com/office/drawing/2014/main" id="{0EC8F56A-42E3-49EA-B6E8-F3350138EFC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5000"/>
                    </a:moveTo>
                    <a:lnTo>
                      <a:pt x="14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09" name="sliders-horizontal-7">
                <a:extLst xmlns:a="http://schemas.openxmlformats.org/drawingml/2006/main">
                  <a:ext uri="{FF2B5EF4-FFF2-40B4-BE49-F238E27FC236}">
                    <a16:creationId xmlns:a16="http://schemas.microsoft.com/office/drawing/2014/main" id="{CFB3D793-C91A-45CE-8A88-86052CDCE43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0000"/>
                    </a:moveTo>
                    <a:lnTo>
                      <a:pt x="8000" y="14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10" name="sliders-horizontal-8">
                <a:extLst xmlns:a="http://schemas.openxmlformats.org/drawingml/2006/main">
                  <a:ext uri="{FF2B5EF4-FFF2-40B4-BE49-F238E27FC236}">
                    <a16:creationId xmlns:a16="http://schemas.microsoft.com/office/drawing/2014/main" id="{D00F0485-5229-4552-A660-C37D27453B9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2000"/>
                    </a:moveTo>
                    <a:lnTo>
                      <a:pt x="3000" y="12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12" name="wrench-0">
                <a:extLst xmlns:a="http://schemas.openxmlformats.org/drawingml/2006/main">
                  <a:ext uri="{FF2B5EF4-FFF2-40B4-BE49-F238E27FC236}">
                    <a16:creationId xmlns:a16="http://schemas.microsoft.com/office/drawing/2014/main" id="{9FEAB627-9479-4DBF-AEF9-4E5A39DFADB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280911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4700" y="6300"/>
                    </a:moveTo>
                    <a:cubicBezTo>
                      <a:pt x="14319" y="6689"/>
                      <a:pt x="14319" y="7311"/>
                      <a:pt x="14700" y="7700"/>
                    </a:cubicBezTo>
                    <a:lnTo>
                      <a:pt x="16300" y="9300"/>
                    </a:lnTo>
                    <a:cubicBezTo>
                      <a:pt x="16689" y="9681"/>
                      <a:pt x="17311" y="9681"/>
                      <a:pt x="17700" y="9300"/>
                    </a:cubicBezTo>
                    <a:lnTo>
                      <a:pt x="20806" y="6195"/>
                    </a:lnTo>
                    <a:cubicBezTo>
                      <a:pt x="21126" y="5873"/>
                      <a:pt x="21669" y="5975"/>
                      <a:pt x="21789" y="6413"/>
                    </a:cubicBezTo>
                    <a:cubicBezTo>
                      <a:pt x="22406" y="8656"/>
                      <a:pt x="21670" y="11054"/>
                      <a:pt x="19901" y="12565"/>
                    </a:cubicBezTo>
                    <a:cubicBezTo>
                      <a:pt x="18133" y="14077"/>
                      <a:pt x="15650" y="14429"/>
                      <a:pt x="13530" y="13470"/>
                    </a:cubicBezTo>
                    <a:lnTo>
                      <a:pt x="5620" y="21380"/>
                    </a:lnTo>
                    <a:cubicBezTo>
                      <a:pt x="4792" y="22208"/>
                      <a:pt x="3449" y="22208"/>
                      <a:pt x="2620" y="21380"/>
                    </a:cubicBezTo>
                    <a:cubicBezTo>
                      <a:pt x="1792" y="20551"/>
                      <a:pt x="1793" y="19208"/>
                      <a:pt x="2621" y="18380"/>
                    </a:cubicBezTo>
                    <a:lnTo>
                      <a:pt x="10531" y="10470"/>
                    </a:lnTo>
                    <a:cubicBezTo>
                      <a:pt x="9572" y="8350"/>
                      <a:pt x="9924" y="5867"/>
                      <a:pt x="11436" y="4099"/>
                    </a:cubicBezTo>
                    <a:cubicBezTo>
                      <a:pt x="12947" y="2330"/>
                      <a:pt x="15345" y="1594"/>
                      <a:pt x="17588" y="2211"/>
                    </a:cubicBezTo>
                    <a:cubicBezTo>
                      <a:pt x="18026" y="2331"/>
                      <a:pt x="18128" y="2873"/>
                      <a:pt x="17807" y="3195"/>
                    </a:cubicBezTo>
                    <a:lnTo>
                      <a:pt x="14700" y="6300"/>
                    </a:lnTo>
                    <a:close/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14" name="messages-square-0">
                <a:extLst xmlns:a="http://schemas.openxmlformats.org/drawingml/2006/main">
                  <a:ext uri="{FF2B5EF4-FFF2-40B4-BE49-F238E27FC236}">
                    <a16:creationId xmlns:a16="http://schemas.microsoft.com/office/drawing/2014/main" id="{C7E2D1C5-D7E1-4D35-88C3-D35512895FD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383324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10000"/>
                    </a:moveTo>
                    <a:cubicBezTo>
                      <a:pt x="16000" y="11105"/>
                      <a:pt x="15105" y="12000"/>
                      <a:pt x="14000" y="12000"/>
                    </a:cubicBezTo>
                    <a:lnTo>
                      <a:pt x="6828" y="12000"/>
                    </a:lnTo>
                    <a:cubicBezTo>
                      <a:pt x="6298" y="12000"/>
                      <a:pt x="5789" y="12211"/>
                      <a:pt x="5414" y="12586"/>
                    </a:cubicBezTo>
                    <a:lnTo>
                      <a:pt x="3212" y="14788"/>
                    </a:lnTo>
                    <a:cubicBezTo>
                      <a:pt x="3009" y="14991"/>
                      <a:pt x="2704" y="15052"/>
                      <a:pt x="2438" y="14942"/>
                    </a:cubicBezTo>
                    <a:cubicBezTo>
                      <a:pt x="2173" y="14832"/>
                      <a:pt x="2000" y="14573"/>
                      <a:pt x="2000" y="14286"/>
                    </a:cubicBezTo>
                    <a:lnTo>
                      <a:pt x="2000" y="4000"/>
                    </a:lnTo>
                    <a:cubicBezTo>
                      <a:pt x="2000" y="2895"/>
                      <a:pt x="2895" y="2000"/>
                      <a:pt x="4000" y="2000"/>
                    </a:cubicBezTo>
                    <a:lnTo>
                      <a:pt x="14000" y="2000"/>
                    </a:lnTo>
                    <a:cubicBezTo>
                      <a:pt x="15105" y="2000"/>
                      <a:pt x="16000" y="2895"/>
                      <a:pt x="16000" y="4000"/>
                    </a:cubicBezTo>
                    <a:lnTo>
                      <a:pt x="16000" y="10000"/>
                    </a:lnTo>
                    <a:close/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215" name="messages-square-1">
                <a:extLst xmlns:a="http://schemas.openxmlformats.org/drawingml/2006/main">
                  <a:ext uri="{FF2B5EF4-FFF2-40B4-BE49-F238E27FC236}">
                    <a16:creationId xmlns:a16="http://schemas.microsoft.com/office/drawing/2014/main" id="{20521170-1EAF-44E8-8126-4F3A0F9C63B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383324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0000" y="9000"/>
                    </a:moveTo>
                    <a:cubicBezTo>
                      <a:pt x="21105" y="9000"/>
                      <a:pt x="22000" y="9895"/>
                      <a:pt x="22000" y="11000"/>
                    </a:cubicBezTo>
                    <a:lnTo>
                      <a:pt x="22000" y="21286"/>
                    </a:lnTo>
                    <a:cubicBezTo>
                      <a:pt x="22000" y="21573"/>
                      <a:pt x="21827" y="21832"/>
                      <a:pt x="21562" y="21942"/>
                    </a:cubicBezTo>
                    <a:cubicBezTo>
                      <a:pt x="21296" y="22052"/>
                      <a:pt x="20991" y="21991"/>
                      <a:pt x="20788" y="21788"/>
                    </a:cubicBezTo>
                    <a:lnTo>
                      <a:pt x="18586" y="19586"/>
                    </a:lnTo>
                    <a:cubicBezTo>
                      <a:pt x="18211" y="19211"/>
                      <a:pt x="17702" y="19000"/>
                      <a:pt x="17172" y="19000"/>
                    </a:cubicBezTo>
                    <a:lnTo>
                      <a:pt x="10000" y="19000"/>
                    </a:lnTo>
                    <a:cubicBezTo>
                      <a:pt x="8895" y="19000"/>
                      <a:pt x="8000" y="18105"/>
                      <a:pt x="8000" y="17000"/>
                    </a:cubicBezTo>
                    <a:lnTo>
                      <a:pt x="8000" y="16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217" name="search-check-0">
                <a:extLst xmlns:a="http://schemas.openxmlformats.org/drawingml/2006/main">
                  <a:ext uri="{FF2B5EF4-FFF2-40B4-BE49-F238E27FC236}">
                    <a16:creationId xmlns:a16="http://schemas.microsoft.com/office/drawing/2014/main" id="{C7AC1180-E5FD-410F-B0EC-4C17AB874FB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24329" y="280911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1000"/>
                    </a:moveTo>
                    <a:lnTo>
                      <a:pt x="10000" y="13000"/>
                    </a:lnTo>
                    <a:lnTo>
                      <a:pt x="14000" y="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</p:sp>
          <p:sp>
            <p:nvSpPr>
              <p:cNvPr id="10218" name="search-check-1">
                <a:extLst xmlns:a="http://schemas.openxmlformats.org/drawingml/2006/main">
                  <a:ext uri="{FF2B5EF4-FFF2-40B4-BE49-F238E27FC236}">
                    <a16:creationId xmlns:a16="http://schemas.microsoft.com/office/drawing/2014/main" id="{CF1DBC1C-2D89-4902-9CBD-671BF4CB50D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64810" y="2849594"/>
                <a:ext cx="215900" cy="215900"/>
              </a:xfrm>
              <a:prstGeom xmlns:a="http://schemas.openxmlformats.org/drawingml/2006/main" prst="ellipse">
                <a:avLst/>
              </a:pr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</p:sp>
          <p:sp>
            <p:nvSpPr>
              <p:cNvPr id="10219" name="search-check-2">
                <a:extLst xmlns:a="http://schemas.openxmlformats.org/drawingml/2006/main">
                  <a:ext uri="{FF2B5EF4-FFF2-40B4-BE49-F238E27FC236}">
                    <a16:creationId xmlns:a16="http://schemas.microsoft.com/office/drawing/2014/main" id="{E7AAAFF2-A0EF-4D55-89C8-DCEB62F8987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24329" y="280911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21000"/>
                    </a:moveTo>
                    <a:lnTo>
                      <a:pt x="16700" y="167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</p:sp>
        </p:grpSp>
        <p:grpSp>
          <p:nvGrpSpPr>
            <p:cNvPr id="50003" name="Anomaly analysis"/>
            <p:cNvGrpSpPr/>
            <p:nvPr/>
          </p:nvGrpSpPr>
          <p:grpSpPr>
            <ns1:xfrm xmlns:ns1="http://schemas.openxmlformats.org/drawingml/2006/main">
              <ns1:off x="219456" y="5998464"/>
              <ns1:ext cx="7900416" cy="4937760"/>
              <ns1:chOff x="219456" y="5998464"/>
              <ns1:chExt cx="7900416" cy="4937760"/>
            </ns1:xfrm>
          </p:grpSpPr>
          <p:sp>
            <p:nvSpPr>
              <p:cNvPr id="117" name="anomaly-115">
                <a:extLst xmlns:a="http://schemas.openxmlformats.org/drawingml/2006/main">
                  <a:ext uri="{FF2B5EF4-FFF2-40B4-BE49-F238E27FC236}">
                    <a16:creationId xmlns:a16="http://schemas.microsoft.com/office/drawing/2014/main" id="{77BEF07B-A8D0-4C3F-982C-5B95DF296EA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9456" y="5998464"/>
                <a:ext cx="7900416" cy="4937760"/>
              </a:xfrm>
              <a:prstGeom xmlns:a="http://schemas.openxmlformats.org/drawingml/2006/main" prst="roundRect">
                <a:avLst>
                  <a:gd name="adj" fmla="val 2963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18" name="anomaly-119">
                <a:extLst xmlns:a="http://schemas.openxmlformats.org/drawingml/2006/main">
                  <a:ext uri="{FF2B5EF4-FFF2-40B4-BE49-F238E27FC236}">
                    <a16:creationId xmlns:a16="http://schemas.microsoft.com/office/drawing/2014/main" id="{C2B32816-F256-4971-B89B-2DA13F59784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10460736"/>
                <a:ext cx="7498080" cy="310896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19" name="anomaly-121">
                <a:extLst xmlns:a="http://schemas.openxmlformats.org/drawingml/2006/main">
                  <a:ext uri="{FF2B5EF4-FFF2-40B4-BE49-F238E27FC236}">
                    <a16:creationId xmlns:a16="http://schemas.microsoft.com/office/drawing/2014/main" id="{664EF86A-C16B-4D0A-9D2E-E890D41CA86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60704" y="7882128"/>
                <a:ext cx="237744" cy="731520"/>
              </a:xfrm>
              <a:prstGeom xmlns:a="http://schemas.openxmlformats.org/drawingml/2006/main" prst="rect">
                <a:avLst/>
              </a:prstGeom>
              <ns0:gradFill xmlns:ns0="http://schemas.openxmlformats.org/drawingml/2006/main" rotWithShape="1">
                <ns0:gsLst>
                  <ns0:gs pos="0">
                    <ns0:srgbClr val="F8FAFB"/>
                  </ns0:gs>
                  <ns0:gs pos="100000">
                    <ns0:srgbClr val="DCE5EB"/>
                  </ns0:gs>
                </ns0:gsLst>
                <ns0:lin ang="5400000" scaled="1"/>
              </ns0:gra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0" name="anomaly-143">
                <a:extLst xmlns:a="http://schemas.openxmlformats.org/drawingml/2006/main">
                  <a:ext uri="{FF2B5EF4-FFF2-40B4-BE49-F238E27FC236}">
                    <a16:creationId xmlns:a16="http://schemas.microsoft.com/office/drawing/2014/main" id="{831BA412-4646-4191-B861-1AB845D713F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6473952" y="7882128"/>
                <a:ext cx="274320" cy="731520"/>
              </a:xfrm>
              <a:prstGeom xmlns:a="http://schemas.openxmlformats.org/drawingml/2006/main" prst="rect">
                <a:avLst/>
              </a:prstGeom>
              <ns0:gradFill xmlns:ns0="http://schemas.openxmlformats.org/drawingml/2006/main" rotWithShape="1">
                <ns0:gsLst>
                  <ns0:gs pos="0">
                    <ns0:srgbClr val="F8FAFB"/>
                  </ns0:gs>
                  <ns0:gs pos="100000">
                    <ns0:srgbClr val="DCE5EB"/>
                  </ns0:gs>
                </ns0:gsLst>
                <ns0:lin ang="5400000" scaled="1"/>
              </ns0:gra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1" name="anomaly-144">
                <a:extLst xmlns:a="http://schemas.openxmlformats.org/drawingml/2006/main">
                  <a:ext uri="{FF2B5EF4-FFF2-40B4-BE49-F238E27FC236}">
                    <a16:creationId xmlns:a16="http://schemas.microsoft.com/office/drawing/2014/main" id="{DD9DE4C5-39A5-45A4-92C0-0477B41A29E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6473952" y="7882128"/>
                <a:ext cx="0" cy="73152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2700">
                <a:solidFill>
                  <a:srgbClr val="A65F48"/>
                </a:solidFill>
                <a:prstDash val="dash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2" name="anomaly-145">
                <a:extLst xmlns:a="http://schemas.openxmlformats.org/drawingml/2006/main">
                  <a:ext uri="{FF2B5EF4-FFF2-40B4-BE49-F238E27FC236}">
                    <a16:creationId xmlns:a16="http://schemas.microsoft.com/office/drawing/2014/main" id="{628931EC-D99E-40B1-B993-0D6615009B7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6748272" y="7882128"/>
                <a:ext cx="0" cy="73152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2700">
                <a:solidFill>
                  <a:srgbClr val="A65F48"/>
                </a:solidFill>
                <a:prstDash val="dash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3" name="anomaly-122">
                <a:extLst xmlns:a="http://schemas.openxmlformats.org/drawingml/2006/main">
                  <a:ext uri="{FF2B5EF4-FFF2-40B4-BE49-F238E27FC236}">
                    <a16:creationId xmlns:a16="http://schemas.microsoft.com/office/drawing/2014/main" id="{CED986AA-479E-4BB7-B5D5-0C7CCF5387B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8613648"/>
                <a:ext cx="117043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4" name="anomaly-146">
                <a:extLst xmlns:a="http://schemas.openxmlformats.org/drawingml/2006/main">
                  <a:ext uri="{FF2B5EF4-FFF2-40B4-BE49-F238E27FC236}">
                    <a16:creationId xmlns:a16="http://schemas.microsoft.com/office/drawing/2014/main" id="{A7C402A1-2C8B-48AF-9322-2566003C970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522976" y="8613648"/>
                <a:ext cx="1572768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5" name="anomaly-116">
                <a:extLst xmlns:a="http://schemas.openxmlformats.org/drawingml/2006/main">
                  <a:ext uri="{FF2B5EF4-FFF2-40B4-BE49-F238E27FC236}">
                    <a16:creationId xmlns:a16="http://schemas.microsoft.com/office/drawing/2014/main" id="{D4B387F8-6D8E-4E4B-A12B-1D31B6959A1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6172200"/>
                <a:ext cx="310896" cy="310896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A65F48"/>
              </a:soli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6" name="anomaly-127">
                <a:extLst xmlns:a="http://schemas.openxmlformats.org/drawingml/2006/main">
                  <a:ext uri="{FF2B5EF4-FFF2-40B4-BE49-F238E27FC236}">
                    <a16:creationId xmlns:a16="http://schemas.microsoft.com/office/drawing/2014/main" id="{F771059A-03A7-4C61-9008-7DC2E2F23AD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19072" y="6894576"/>
                <a:ext cx="1591056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4:effectLst xmlns:ns4="http://schemas.openxmlformats.org/drawingml/2006/main">
                <ns4:outerShdw blurRad="18000" dist="11000" dir="5400000" algn="ctr" rotWithShape="0">
                  <ns4:srgbClr val="333333">
                    <ns4:alpha val="11000"/>
                  </ns4:srgbClr>
                </ns4:outerShdw>
              </ns4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7" name="anomaly-131">
                <a:extLst xmlns:a="http://schemas.openxmlformats.org/drawingml/2006/main">
                  <a:ext uri="{FF2B5EF4-FFF2-40B4-BE49-F238E27FC236}">
                    <a16:creationId xmlns:a16="http://schemas.microsoft.com/office/drawing/2014/main" id="{D7DC6C28-9501-46F2-A810-F98119BAF9C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20240" y="7763256"/>
                <a:ext cx="1188720" cy="347472"/>
              </a:xfrm>
              <a:prstGeom xmlns:a="http://schemas.openxmlformats.org/drawingml/2006/main" prst="roundRect">
                <a:avLst>
                  <a:gd name="adj" fmla="val 7895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8" name="anomaly-135">
                <a:extLst xmlns:a="http://schemas.openxmlformats.org/drawingml/2006/main">
                  <a:ext uri="{FF2B5EF4-FFF2-40B4-BE49-F238E27FC236}">
                    <a16:creationId xmlns:a16="http://schemas.microsoft.com/office/drawing/2014/main" id="{FDBC36C7-DF1B-488A-8039-5AE90F4210C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20240" y="8458200"/>
                <a:ext cx="1188720" cy="347472"/>
              </a:xfrm>
              <a:prstGeom xmlns:a="http://schemas.openxmlformats.org/drawingml/2006/main" prst="roundRect">
                <a:avLst>
                  <a:gd name="adj" fmla="val 7895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9" name="anomaly-140">
                <a:extLst xmlns:a="http://schemas.openxmlformats.org/drawingml/2006/main">
                  <a:ext uri="{FF2B5EF4-FFF2-40B4-BE49-F238E27FC236}">
                    <a16:creationId xmlns:a16="http://schemas.microsoft.com/office/drawing/2014/main" id="{FDD89015-7ABE-47E9-B64F-1F18D70F9A7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621024" y="8101584"/>
                <a:ext cx="1645920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5:effectLst xmlns:ns5="http://schemas.openxmlformats.org/drawingml/2006/main">
                <ns5:outerShdw blurRad="18000" dist="11000" dir="5400000" algn="ctr" rotWithShape="0">
                  <ns5:srgbClr val="333333">
                    <ns5:alpha val="11000"/>
                  </ns5:srgbClr>
                </ns5:outerShdw>
              </ns5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0" name="anomaly-149">
                <a:extLst xmlns:a="http://schemas.openxmlformats.org/drawingml/2006/main">
                  <a:ext uri="{FF2B5EF4-FFF2-40B4-BE49-F238E27FC236}">
                    <a16:creationId xmlns:a16="http://schemas.microsoft.com/office/drawing/2014/main" id="{E4611341-E161-4E10-A196-7CE2D34AC85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9582912"/>
                <a:ext cx="1078992" cy="329184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1" name="anomaly-152">
                <a:extLst xmlns:a="http://schemas.openxmlformats.org/drawingml/2006/main">
                  <a:ext uri="{FF2B5EF4-FFF2-40B4-BE49-F238E27FC236}">
                    <a16:creationId xmlns:a16="http://schemas.microsoft.com/office/drawing/2014/main" id="{A4481EC8-60B5-4984-B934-4AB1B3D2192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55648" y="9564624"/>
                <a:ext cx="1517904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2" name="anomaly-155">
                <a:extLst xmlns:a="http://schemas.openxmlformats.org/drawingml/2006/main">
                  <a:ext uri="{FF2B5EF4-FFF2-40B4-BE49-F238E27FC236}">
                    <a16:creationId xmlns:a16="http://schemas.microsoft.com/office/drawing/2014/main" id="{AD7712DD-24D5-49D6-A395-59D6ED618DA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803904" y="9546336"/>
                <a:ext cx="585216" cy="420624"/>
              </a:xfrm>
              <a:prstGeom xmlns:a="http://schemas.openxmlformats.org/drawingml/2006/main" prst="roundRect">
                <a:avLst>
                  <a:gd name="adj" fmla="val 6522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3" name="anomaly-161">
                <a:extLst xmlns:a="http://schemas.openxmlformats.org/drawingml/2006/main">
                  <a:ext uri="{FF2B5EF4-FFF2-40B4-BE49-F238E27FC236}">
                    <a16:creationId xmlns:a16="http://schemas.microsoft.com/office/drawing/2014/main" id="{F549A16D-0C79-4B35-AAC5-216BB148E83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791456" y="9564624"/>
                <a:ext cx="1097280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4" name="anomaly-165">
                <a:extLst xmlns:a="http://schemas.openxmlformats.org/drawingml/2006/main">
                  <a:ext uri="{FF2B5EF4-FFF2-40B4-BE49-F238E27FC236}">
                    <a16:creationId xmlns:a16="http://schemas.microsoft.com/office/drawing/2014/main" id="{AD0FF397-34B0-4249-AA96-558D16BF5DE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6254496" y="9491472"/>
                <a:ext cx="1097280" cy="512064"/>
              </a:xfrm>
              <a:prstGeom xmlns:a="http://schemas.openxmlformats.org/drawingml/2006/main" prst="roundRect">
                <a:avLst>
                  <a:gd name="adj" fmla="val 7143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2700">
                <a:solidFill>
                  <a:srgbClr val="A65F48"/>
                </a:solidFill>
                <a:prstDash val="dash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5" name="anomaly-123">
                <a:extLst xmlns:a="http://schemas.openxmlformats.org/drawingml/2006/main">
                  <a:ext uri="{FF2B5EF4-FFF2-40B4-BE49-F238E27FC236}">
                    <a16:creationId xmlns:a16="http://schemas.microsoft.com/office/drawing/2014/main" id="{5292BBD4-9C72-450D-AB8C-EB926BC0622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57200" y="7889443"/>
                <a:ext cx="1097280" cy="48524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166"/>
                    </a:moveTo>
                    <a:cubicBezTo>
                      <a:pt x="432" y="20569"/>
                      <a:pt x="1728" y="17584"/>
                      <a:pt x="2592" y="17584"/>
                    </a:cubicBezTo>
                    <a:cubicBezTo>
                      <a:pt x="3456" y="17584"/>
                      <a:pt x="4320" y="21600"/>
                      <a:pt x="5184" y="21166"/>
                    </a:cubicBezTo>
                    <a:cubicBezTo>
                      <a:pt x="6048" y="20732"/>
                      <a:pt x="6948" y="15305"/>
                      <a:pt x="7776" y="14979"/>
                    </a:cubicBezTo>
                    <a:cubicBezTo>
                      <a:pt x="8604" y="14653"/>
                      <a:pt x="9432" y="18724"/>
                      <a:pt x="10152" y="19212"/>
                    </a:cubicBezTo>
                    <a:cubicBezTo>
                      <a:pt x="10872" y="19701"/>
                      <a:pt x="11520" y="20515"/>
                      <a:pt x="12096" y="17910"/>
                    </a:cubicBezTo>
                    <a:cubicBezTo>
                      <a:pt x="12672" y="15305"/>
                      <a:pt x="13104" y="6404"/>
                      <a:pt x="13608" y="3582"/>
                    </a:cubicBezTo>
                    <a:cubicBezTo>
                      <a:pt x="14112" y="760"/>
                      <a:pt x="14616" y="0"/>
                      <a:pt x="15120" y="977"/>
                    </a:cubicBezTo>
                    <a:cubicBezTo>
                      <a:pt x="15624" y="1954"/>
                      <a:pt x="16128" y="6295"/>
                      <a:pt x="16632" y="9443"/>
                    </a:cubicBezTo>
                    <a:cubicBezTo>
                      <a:pt x="17136" y="12591"/>
                      <a:pt x="17604" y="18561"/>
                      <a:pt x="18144" y="19863"/>
                    </a:cubicBezTo>
                    <a:cubicBezTo>
                      <a:pt x="18684" y="21166"/>
                      <a:pt x="19296" y="17367"/>
                      <a:pt x="19872" y="17258"/>
                    </a:cubicBezTo>
                    <a:cubicBezTo>
                      <a:pt x="20448" y="17150"/>
                      <a:pt x="21312" y="18886"/>
                      <a:pt x="21600" y="19212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540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6" name="anomaly-147">
                <a:extLst xmlns:a="http://schemas.openxmlformats.org/drawingml/2006/main">
                  <a:ext uri="{FF2B5EF4-FFF2-40B4-BE49-F238E27FC236}">
                    <a16:creationId xmlns:a16="http://schemas.microsoft.com/office/drawing/2014/main" id="{78D1B45E-C886-47E0-BAB5-94B2C8F6B2E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559552" y="7889443"/>
                <a:ext cx="1499616" cy="48524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166"/>
                    </a:moveTo>
                    <a:cubicBezTo>
                      <a:pt x="432" y="20569"/>
                      <a:pt x="1728" y="17584"/>
                      <a:pt x="2592" y="17584"/>
                    </a:cubicBezTo>
                    <a:cubicBezTo>
                      <a:pt x="3456" y="17584"/>
                      <a:pt x="4320" y="21600"/>
                      <a:pt x="5184" y="21166"/>
                    </a:cubicBezTo>
                    <a:cubicBezTo>
                      <a:pt x="6048" y="20732"/>
                      <a:pt x="6948" y="15305"/>
                      <a:pt x="7776" y="14979"/>
                    </a:cubicBezTo>
                    <a:cubicBezTo>
                      <a:pt x="8604" y="14653"/>
                      <a:pt x="9432" y="18724"/>
                      <a:pt x="10152" y="19212"/>
                    </a:cubicBezTo>
                    <a:cubicBezTo>
                      <a:pt x="10872" y="19701"/>
                      <a:pt x="11520" y="20515"/>
                      <a:pt x="12096" y="17910"/>
                    </a:cubicBezTo>
                    <a:cubicBezTo>
                      <a:pt x="12672" y="15305"/>
                      <a:pt x="13104" y="6404"/>
                      <a:pt x="13608" y="3582"/>
                    </a:cubicBezTo>
                    <a:cubicBezTo>
                      <a:pt x="14112" y="760"/>
                      <a:pt x="14616" y="0"/>
                      <a:pt x="15120" y="977"/>
                    </a:cubicBezTo>
                    <a:cubicBezTo>
                      <a:pt x="15624" y="1954"/>
                      <a:pt x="16128" y="6295"/>
                      <a:pt x="16632" y="9443"/>
                    </a:cubicBezTo>
                    <a:cubicBezTo>
                      <a:pt x="17136" y="12591"/>
                      <a:pt x="17604" y="18561"/>
                      <a:pt x="18144" y="19863"/>
                    </a:cubicBezTo>
                    <a:cubicBezTo>
                      <a:pt x="18684" y="21166"/>
                      <a:pt x="19296" y="17367"/>
                      <a:pt x="19872" y="17258"/>
                    </a:cubicBezTo>
                    <a:cubicBezTo>
                      <a:pt x="20448" y="17150"/>
                      <a:pt x="21312" y="18886"/>
                      <a:pt x="21600" y="19212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540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7" name="anomaly-125">
                <a:extLst xmlns:a="http://schemas.openxmlformats.org/drawingml/2006/main">
                  <a:ext uri="{FF2B5EF4-FFF2-40B4-BE49-F238E27FC236}">
                    <a16:creationId xmlns:a16="http://schemas.microsoft.com/office/drawing/2014/main" id="{B87A2E8C-9B90-4292-8B0D-F99B7A48982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609344" y="8284464"/>
                <a:ext cx="146304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8" name="anomaly-126">
                <a:extLst xmlns:a="http://schemas.openxmlformats.org/drawingml/2006/main">
                  <a:ext uri="{FF2B5EF4-FFF2-40B4-BE49-F238E27FC236}">
                    <a16:creationId xmlns:a16="http://schemas.microsoft.com/office/drawing/2014/main" id="{93696F92-4891-43FB-B761-E60CFE3F41C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55648" y="7936992"/>
                <a:ext cx="9144" cy="6949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9" name="anomaly-129">
                <a:extLst xmlns:a="http://schemas.openxmlformats.org/drawingml/2006/main">
                  <a:ext uri="{FF2B5EF4-FFF2-40B4-BE49-F238E27FC236}">
                    <a16:creationId xmlns:a16="http://schemas.microsoft.com/office/drawing/2014/main" id="{115515EB-175E-4E45-9A25-A86C3280A3B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514600" y="7278624"/>
                <a:ext cx="9144" cy="429768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2:effectLst xmlns:ns22="http://schemas.openxmlformats.org/drawingml/2006/main">
                <ns22:outerShdw blurRad="15000" dist="9000" dir="5400000" algn="ctr" rotWithShape="0">
                  <ns22:srgbClr val="333333">
                    <ns22:alpha val="12000"/>
                  </ns22:srgbClr>
                </ns22:outerShdw>
              </ns22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0" name="anomaly-130">
                <a:extLst xmlns:a="http://schemas.openxmlformats.org/drawingml/2006/main">
                  <a:ext uri="{FF2B5EF4-FFF2-40B4-BE49-F238E27FC236}">
                    <a16:creationId xmlns:a16="http://schemas.microsoft.com/office/drawing/2014/main" id="{8BFD77F1-118C-4258-920B-10D3BB67973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55648" y="7936992"/>
                <a:ext cx="10972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3:effectLst xmlns:ns23="http://schemas.openxmlformats.org/drawingml/2006/main">
                <ns23:outerShdw blurRad="15000" dist="9000" dir="5400000" algn="ctr" rotWithShape="0">
                  <ns23:srgbClr val="333333">
                    <ns23:alpha val="12000"/>
                  </ns23:srgbClr>
                </ns23:outerShdw>
              </ns23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1" name="anomaly-133">
                <a:extLst xmlns:a="http://schemas.openxmlformats.org/drawingml/2006/main">
                  <a:ext uri="{FF2B5EF4-FFF2-40B4-BE49-F238E27FC236}">
                    <a16:creationId xmlns:a16="http://schemas.microsoft.com/office/drawing/2014/main" id="{94A0AB32-DACA-411A-BFF6-2671B23FF3D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145536" y="7936992"/>
                <a:ext cx="18288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2" name="anomaly-134">
                <a:extLst xmlns:a="http://schemas.openxmlformats.org/drawingml/2006/main">
                  <a:ext uri="{FF2B5EF4-FFF2-40B4-BE49-F238E27FC236}">
                    <a16:creationId xmlns:a16="http://schemas.microsoft.com/office/drawing/2014/main" id="{90118137-EAF0-4677-9093-192F1D961ED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55648" y="8631936"/>
                <a:ext cx="10972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4:effectLst xmlns:ns24="http://schemas.openxmlformats.org/drawingml/2006/main">
                <ns24:outerShdw blurRad="15000" dist="9000" dir="5400000" algn="ctr" rotWithShape="0">
                  <ns24:srgbClr val="333333">
                    <ns24:alpha val="12000"/>
                  </ns24:srgbClr>
                </ns24:outerShdw>
              </ns24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3" name="anomaly-137">
                <a:extLst xmlns:a="http://schemas.openxmlformats.org/drawingml/2006/main">
                  <a:ext uri="{FF2B5EF4-FFF2-40B4-BE49-F238E27FC236}">
                    <a16:creationId xmlns:a16="http://schemas.microsoft.com/office/drawing/2014/main" id="{9A15B200-00D9-4929-AD15-50641B9E61E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145536" y="8631936"/>
                <a:ext cx="18288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4" name="anomaly-138">
                <a:extLst xmlns:a="http://schemas.openxmlformats.org/drawingml/2006/main">
                  <a:ext uri="{FF2B5EF4-FFF2-40B4-BE49-F238E27FC236}">
                    <a16:creationId xmlns:a16="http://schemas.microsoft.com/office/drawing/2014/main" id="{8ECDA5B6-4BDB-4DC3-BCE6-1DBC2035E62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328416" y="7936992"/>
                <a:ext cx="9144" cy="6949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5" name="anomaly-139">
                <a:extLst xmlns:a="http://schemas.openxmlformats.org/drawingml/2006/main">
                  <a:ext uri="{FF2B5EF4-FFF2-40B4-BE49-F238E27FC236}">
                    <a16:creationId xmlns:a16="http://schemas.microsoft.com/office/drawing/2014/main" id="{FFC59F2A-0AE3-491D-AD49-C3E74F2E30F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328416" y="8284464"/>
                <a:ext cx="237744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5:effectLst xmlns:ns25="http://schemas.openxmlformats.org/drawingml/2006/main">
                <ns25:outerShdw blurRad="15000" dist="9000" dir="5400000" algn="ctr" rotWithShape="0">
                  <ns25:srgbClr val="333333">
                    <ns25:alpha val="12000"/>
                  </ns25:srgbClr>
                </ns25:outerShdw>
              </ns25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6" name="anomaly-142">
                <a:extLst xmlns:a="http://schemas.openxmlformats.org/drawingml/2006/main">
                  <a:ext uri="{FF2B5EF4-FFF2-40B4-BE49-F238E27FC236}">
                    <a16:creationId xmlns:a16="http://schemas.microsoft.com/office/drawing/2014/main" id="{0EE69370-57ED-44E6-9082-EC9138545EA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321808" y="8284464"/>
                <a:ext cx="164592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6:effectLst xmlns:ns26="http://schemas.openxmlformats.org/drawingml/2006/main">
                <ns26:outerShdw blurRad="15000" dist="9000" dir="5400000" algn="ctr" rotWithShape="0">
                  <ns26:srgbClr val="333333">
                    <ns26:alpha val="12000"/>
                  </ns26:srgbClr>
                </ns26:outerShdw>
              </ns26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7" name="anomaly-151">
                <a:extLst xmlns:a="http://schemas.openxmlformats.org/drawingml/2006/main">
                  <a:ext uri="{FF2B5EF4-FFF2-40B4-BE49-F238E27FC236}">
                    <a16:creationId xmlns:a16="http://schemas.microsoft.com/office/drawing/2014/main" id="{7B6B4278-7F27-47E7-B466-F5302EFFC1F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536192" y="9747504"/>
                <a:ext cx="164592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7:effectLst xmlns:ns27="http://schemas.openxmlformats.org/drawingml/2006/main">
                <ns27:outerShdw blurRad="15000" dist="9000" dir="5400000" algn="ctr" rotWithShape="0">
                  <ns27:srgbClr val="333333">
                    <ns27:alpha val="12000"/>
                  </ns27:srgbClr>
                </ns27:outerShdw>
              </ns27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8" name="anomaly-154">
                <a:extLst xmlns:a="http://schemas.openxmlformats.org/drawingml/2006/main">
                  <a:ext uri="{FF2B5EF4-FFF2-40B4-BE49-F238E27FC236}">
                    <a16:creationId xmlns:a16="http://schemas.microsoft.com/office/drawing/2014/main" id="{F6D9FB73-9BDA-46A9-AAAD-B82AC726440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514600" y="8842248"/>
                <a:ext cx="9144" cy="704088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lnTo>
                      <a:pt x="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8:effectLst xmlns:ns28="http://schemas.openxmlformats.org/drawingml/2006/main">
                <ns28:outerShdw blurRad="15000" dist="9000" dir="5400000" algn="ctr" rotWithShape="0">
                  <ns28:srgbClr val="333333">
                    <ns28:alpha val="12000"/>
                  </ns28:srgbClr>
                </ns28:outerShdw>
              </ns28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9" name="anomaly-156">
                <a:extLst xmlns:a="http://schemas.openxmlformats.org/drawingml/2006/main">
                  <a:ext uri="{FF2B5EF4-FFF2-40B4-BE49-F238E27FC236}">
                    <a16:creationId xmlns:a16="http://schemas.microsoft.com/office/drawing/2014/main" id="{16D465A2-0BF0-4B52-B903-7B335161C71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904488" y="9665208"/>
                <a:ext cx="36576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50" name="anomaly-157">
                <a:extLst xmlns:a="http://schemas.openxmlformats.org/drawingml/2006/main">
                  <a:ext uri="{FF2B5EF4-FFF2-40B4-BE49-F238E27FC236}">
                    <a16:creationId xmlns:a16="http://schemas.microsoft.com/office/drawing/2014/main" id="{8EBF63F7-F836-4098-9FF2-0E4AA9E610D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904488" y="9784080"/>
                <a:ext cx="25603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51" name="anomaly-158">
                <a:extLst xmlns:a="http://schemas.openxmlformats.org/drawingml/2006/main">
                  <a:ext uri="{FF2B5EF4-FFF2-40B4-BE49-F238E27FC236}">
                    <a16:creationId xmlns:a16="http://schemas.microsoft.com/office/drawing/2014/main" id="{139FA09C-25B3-4526-94C8-EA1398BD1A2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904488" y="9902952"/>
                <a:ext cx="36576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52" name="anomaly-160">
                <a:extLst xmlns:a="http://schemas.openxmlformats.org/drawingml/2006/main">
                  <a:ext uri="{FF2B5EF4-FFF2-40B4-BE49-F238E27FC236}">
                    <a16:creationId xmlns:a16="http://schemas.microsoft.com/office/drawing/2014/main" id="{042734FB-79B9-400A-AD29-3BF197FB667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443984" y="9747504"/>
                <a:ext cx="29260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9:effectLst xmlns:ns29="http://schemas.openxmlformats.org/drawingml/2006/main">
                <ns29:outerShdw blurRad="15000" dist="9000" dir="5400000" algn="ctr" rotWithShape="0">
                  <ns29:srgbClr val="333333">
                    <ns29:alpha val="12000"/>
                  </ns29:srgbClr>
                </ns29:outerShdw>
              </ns29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53" name="anomaly-163">
                <a:extLst xmlns:a="http://schemas.openxmlformats.org/drawingml/2006/main">
                  <a:ext uri="{FF2B5EF4-FFF2-40B4-BE49-F238E27FC236}">
                    <a16:creationId xmlns:a16="http://schemas.microsoft.com/office/drawing/2014/main" id="{EFD21638-F8BC-41F8-88D8-DA2B65E4FDB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340096" y="8906256"/>
                <a:ext cx="969264" cy="62179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21600" y="0"/>
                    </a:moveTo>
                    <a:lnTo>
                      <a:pt x="21600" y="10800"/>
                    </a:lnTo>
                    <a:lnTo>
                      <a:pt x="0" y="10800"/>
                    </a:ln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0:effectLst xmlns:ns30="http://schemas.openxmlformats.org/drawingml/2006/main">
                <ns30:outerShdw blurRad="15000" dist="9000" dir="5400000" algn="ctr" rotWithShape="0">
                  <ns30:srgbClr val="333333">
                    <ns30:alpha val="12000"/>
                  </ns30:srgbClr>
                </ns30:outerShdw>
              </ns30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54" name="anomaly-164">
                <a:extLst xmlns:a="http://schemas.openxmlformats.org/drawingml/2006/main">
                  <a:ext uri="{FF2B5EF4-FFF2-40B4-BE49-F238E27FC236}">
                    <a16:creationId xmlns:a16="http://schemas.microsoft.com/office/drawing/2014/main" id="{70CEDEA9-50A0-41CC-B9D3-3C15BBA690B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943600" y="9747504"/>
                <a:ext cx="256032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1:effectLst xmlns:ns31="http://schemas.openxmlformats.org/drawingml/2006/main">
                <ns31:outerShdw blurRad="15000" dist="9000" dir="5400000" algn="ctr" rotWithShape="0">
                  <ns31:srgbClr val="333333">
                    <ns31:alpha val="12000"/>
                  </ns31:srgbClr>
                </ns31:outerShdw>
              </ns31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55" name="anomaly-117">
                <a:extLst xmlns:a="http://schemas.openxmlformats.org/drawingml/2006/main">
                  <a:ext uri="{FF2B5EF4-FFF2-40B4-BE49-F238E27FC236}">
                    <a16:creationId xmlns:a16="http://schemas.microsoft.com/office/drawing/2014/main" id="{5C991CF8-1421-46C2-B4B9-A5C30DCA397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6172200"/>
                <a:ext cx="310896" cy="30175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96" b="1">
                    <a:solidFill>
                      <a:srgbClr val="FFFFFF"/>
                    </a:solidFill>
                    <a:latin typeface="Arial"/>
                    <a:ea typeface="Times New Roman"/>
                    <a:cs typeface="Times New Roman"/>
                  </a:rPr>
                  <a:t>c</a:t>
                </a:r>
                <a:endParaRPr sz="1496">
                  <a:latin typeface="Arial"/>
                </a:endParaRPr>
              </a:p>
            </p:txBody>
          </p:sp>
          <p:sp>
            <p:nvSpPr>
              <p:cNvPr id="156" name="anomaly-118">
                <a:extLst xmlns:a="http://schemas.openxmlformats.org/drawingml/2006/main">
                  <a:ext uri="{FF2B5EF4-FFF2-40B4-BE49-F238E27FC236}">
                    <a16:creationId xmlns:a16="http://schemas.microsoft.com/office/drawing/2014/main" id="{260C1670-38A3-415F-80E8-9B5929ED344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41248" y="6144768"/>
                <a:ext cx="698601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936">
                    <a:solidFill>
                      <a:srgbClr val="222222"/>
                    </a:solidFill>
                    <a:latin typeface="Comic Sans MS"/>
                    <a:ea typeface="Times New Roman"/>
                    <a:cs typeface="Times New Roman"/>
                  </a:rPr>
                  <a:t>Anomaly detection and diagnosis</a:t>
                </a:r>
                <a:endParaRPr sz="1936">
                  <a:latin typeface="Comic Sans MS"/>
                </a:endParaRPr>
              </a:p>
            </p:txBody>
          </p:sp>
          <p:sp>
            <p:nvSpPr>
              <p:cNvPr id="157" name="anomaly-120">
                <a:extLst xmlns:a="http://schemas.openxmlformats.org/drawingml/2006/main">
                  <a:ext uri="{FF2B5EF4-FFF2-40B4-BE49-F238E27FC236}">
                    <a16:creationId xmlns:a16="http://schemas.microsoft.com/office/drawing/2014/main" id="{248EEF6D-396C-4BC0-9BDA-AE0BE64C927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10460736"/>
                <a:ext cx="7498080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00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Evaluation   </a:t>
                </a:r>
                <a:r>
                  <a:rPr sz="140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Detection / validation of proposed causes</a:t>
                </a:r>
                <a:endParaRPr sz="1400">
                  <a:latin typeface="Arial"/>
                </a:endParaRPr>
              </a:p>
            </p:txBody>
          </p:sp>
          <p:sp>
            <p:nvSpPr>
              <p:cNvPr id="158" name="anomaly-124">
                <a:extLst xmlns:a="http://schemas.openxmlformats.org/drawingml/2006/main">
                  <a:ext uri="{FF2B5EF4-FFF2-40B4-BE49-F238E27FC236}">
                    <a16:creationId xmlns:a16="http://schemas.microsoft.com/office/drawing/2014/main" id="{234D66A4-F685-4386-ABF5-93F406D2CC8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57200" y="8668512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Series</a:t>
                </a:r>
                <a:endParaRPr sz="1320">
                  <a:latin typeface="Arial"/>
                </a:endParaRPr>
              </a:p>
            </p:txBody>
          </p:sp>
          <p:sp>
            <p:nvSpPr>
              <p:cNvPr id="159" name="anomaly-128">
                <a:extLst xmlns:a="http://schemas.openxmlformats.org/drawingml/2006/main">
                  <a:ext uri="{FF2B5EF4-FFF2-40B4-BE49-F238E27FC236}">
                    <a16:creationId xmlns:a16="http://schemas.microsoft.com/office/drawing/2014/main" id="{E7F38B3D-2F4D-4717-A506-1D14E7992DB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73936" y="6894576"/>
                <a:ext cx="1481328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Choose probes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60" name="anomaly-132">
                <a:extLst xmlns:a="http://schemas.openxmlformats.org/drawingml/2006/main">
                  <a:ext uri="{FF2B5EF4-FFF2-40B4-BE49-F238E27FC236}">
                    <a16:creationId xmlns:a16="http://schemas.microsoft.com/office/drawing/2014/main" id="{F4452A0F-6083-41EF-A3EA-0002E10C16B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20240" y="7763256"/>
                <a:ext cx="1188720" cy="34747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64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Diagnostics</a:t>
                </a:r>
                <a:endParaRPr sz="1364">
                  <a:latin typeface="Arial"/>
                </a:endParaRPr>
              </a:p>
            </p:txBody>
          </p:sp>
          <p:sp>
            <p:nvSpPr>
              <p:cNvPr id="161" name="anomaly-136">
                <a:extLst xmlns:a="http://schemas.openxmlformats.org/drawingml/2006/main">
                  <a:ext uri="{FF2B5EF4-FFF2-40B4-BE49-F238E27FC236}">
                    <a16:creationId xmlns:a16="http://schemas.microsoft.com/office/drawing/2014/main" id="{E1C03208-4FE8-43D1-B539-0657631998B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20240" y="8458200"/>
                <a:ext cx="1188720" cy="34747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64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Detector</a:t>
                </a:r>
                <a:endParaRPr sz="1364">
                  <a:latin typeface="Arial"/>
                </a:endParaRPr>
              </a:p>
            </p:txBody>
          </p:sp>
          <p:sp>
            <p:nvSpPr>
              <p:cNvPr id="162" name="anomaly-141">
                <a:extLst xmlns:a="http://schemas.openxmlformats.org/drawingml/2006/main">
                  <a:ext uri="{FF2B5EF4-FFF2-40B4-BE49-F238E27FC236}">
                    <a16:creationId xmlns:a16="http://schemas.microsoft.com/office/drawing/2014/main" id="{CB20D783-4BA0-4C26-82BD-E8B0823CC0F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675888" y="8101584"/>
                <a:ext cx="1536192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Refine intervals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63" name="anomaly-148">
                <a:extLst xmlns:a="http://schemas.openxmlformats.org/drawingml/2006/main">
                  <a:ext uri="{FF2B5EF4-FFF2-40B4-BE49-F238E27FC236}">
                    <a16:creationId xmlns:a16="http://schemas.microsoft.com/office/drawing/2014/main" id="{3D0190EE-AB84-4B7C-A81B-2624A0389A0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760720" y="8668512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Intervals</a:t>
                </a:r>
                <a:endParaRPr sz="1320">
                  <a:latin typeface="Arial"/>
                </a:endParaRPr>
              </a:p>
            </p:txBody>
          </p:sp>
          <p:sp>
            <p:nvSpPr>
              <p:cNvPr id="164" name="anomaly-150">
                <a:extLst xmlns:a="http://schemas.openxmlformats.org/drawingml/2006/main">
                  <a:ext uri="{FF2B5EF4-FFF2-40B4-BE49-F238E27FC236}">
                    <a16:creationId xmlns:a16="http://schemas.microsoft.com/office/drawing/2014/main" id="{4E2F19F8-6F4D-49B5-A849-B51BC9A4294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9582912"/>
                <a:ext cx="1078992" cy="329184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Data / labels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65" name="anomaly-153">
                <a:extLst xmlns:a="http://schemas.openxmlformats.org/drawingml/2006/main">
                  <a:ext uri="{FF2B5EF4-FFF2-40B4-BE49-F238E27FC236}">
                    <a16:creationId xmlns:a16="http://schemas.microsoft.com/office/drawing/2014/main" id="{9003DAB7-318B-4961-9B22-A2832568047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10512" y="9564624"/>
                <a:ext cx="140817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Build detector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66" name="anomaly-159">
                <a:extLst xmlns:a="http://schemas.openxmlformats.org/drawingml/2006/main">
                  <a:ext uri="{FF2B5EF4-FFF2-40B4-BE49-F238E27FC236}">
                    <a16:creationId xmlns:a16="http://schemas.microsoft.com/office/drawing/2014/main" id="{7538430D-38B3-4D98-8407-D1AA45E4D78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547872" y="10003536"/>
                <a:ext cx="1097280" cy="201168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32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Logs</a:t>
                </a:r>
                <a:endParaRPr sz="1232">
                  <a:latin typeface="Arial"/>
                </a:endParaRPr>
              </a:p>
            </p:txBody>
          </p:sp>
          <p:sp>
            <p:nvSpPr>
              <p:cNvPr id="167" name="anomaly-162">
                <a:extLst xmlns:a="http://schemas.openxmlformats.org/drawingml/2006/main">
                  <a:ext uri="{FF2B5EF4-FFF2-40B4-BE49-F238E27FC236}">
                    <a16:creationId xmlns:a16="http://schemas.microsoft.com/office/drawing/2014/main" id="{F8B1DE8C-4D05-43D6-A652-4EB5EDD0D77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46320" y="9564624"/>
                <a:ext cx="987552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Diagnose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68" name="anomaly-166">
                <a:extLst xmlns:a="http://schemas.openxmlformats.org/drawingml/2006/main">
                  <a:ext uri="{FF2B5EF4-FFF2-40B4-BE49-F238E27FC236}">
                    <a16:creationId xmlns:a16="http://schemas.microsoft.com/office/drawing/2014/main" id="{E1BC0804-2EB4-4FD9-9D27-7E3E5C87C94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6254496" y="9491472"/>
                <a:ext cx="1097280" cy="512064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Cause A?</a:t>
                </a:r>
                <a:endParaRPr sz="1276">
                  <a:latin typeface="Arial"/>
                </a:endParaRPr>
              </a:p>
              <a:p xmlns:a="http://schemas.openxmlformats.org/drawingml/2006/main">
                <a:pPr algn="ctr">
                  <a:buNone/>
                </a:pPr>
                <a:r>
                  <a:rPr sz="1276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Cause B?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0221" name="scan-search-0">
                <a:extLst xmlns:a="http://schemas.openxmlformats.org/drawingml/2006/main">
                  <a:ext uri="{FF2B5EF4-FFF2-40B4-BE49-F238E27FC236}">
                    <a16:creationId xmlns:a16="http://schemas.microsoft.com/office/drawing/2014/main" id="{C018FA09-F3F3-491A-AB83-BE7E1FD95F9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21561" y="648500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3000" y="7000"/>
                    </a:moveTo>
                    <a:lnTo>
                      <a:pt x="3000" y="5000"/>
                    </a:lnTo>
                    <a:cubicBezTo>
                      <a:pt x="3000" y="3895"/>
                      <a:pt x="3895" y="3000"/>
                      <a:pt x="5000" y="3000"/>
                    </a:cubicBezTo>
                    <a:lnTo>
                      <a:pt x="7000" y="3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222" name="scan-search-1">
                <a:extLst xmlns:a="http://schemas.openxmlformats.org/drawingml/2006/main">
                  <a:ext uri="{FF2B5EF4-FFF2-40B4-BE49-F238E27FC236}">
                    <a16:creationId xmlns:a16="http://schemas.microsoft.com/office/drawing/2014/main" id="{1B08431F-3748-416C-A422-B630F3A56D8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21561" y="648500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7000" y="3000"/>
                    </a:moveTo>
                    <a:lnTo>
                      <a:pt x="19000" y="3000"/>
                    </a:lnTo>
                    <a:cubicBezTo>
                      <a:pt x="20105" y="3000"/>
                      <a:pt x="21000" y="3895"/>
                      <a:pt x="21000" y="5000"/>
                    </a:cubicBezTo>
                    <a:lnTo>
                      <a:pt x="21000" y="7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223" name="scan-search-2">
                <a:extLst xmlns:a="http://schemas.openxmlformats.org/drawingml/2006/main">
                  <a:ext uri="{FF2B5EF4-FFF2-40B4-BE49-F238E27FC236}">
                    <a16:creationId xmlns:a16="http://schemas.microsoft.com/office/drawing/2014/main" id="{B7447ACE-AE5C-48B5-B8C0-30265461CB1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21561" y="648500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17000"/>
                    </a:moveTo>
                    <a:lnTo>
                      <a:pt x="21000" y="19000"/>
                    </a:lnTo>
                    <a:cubicBezTo>
                      <a:pt x="21000" y="20105"/>
                      <a:pt x="20105" y="21000"/>
                      <a:pt x="19000" y="21000"/>
                    </a:cubicBezTo>
                    <a:lnTo>
                      <a:pt x="17000" y="21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224" name="scan-search-3">
                <a:extLst xmlns:a="http://schemas.openxmlformats.org/drawingml/2006/main">
                  <a:ext uri="{FF2B5EF4-FFF2-40B4-BE49-F238E27FC236}">
                    <a16:creationId xmlns:a16="http://schemas.microsoft.com/office/drawing/2014/main" id="{13050D06-DB0E-4FFC-95DD-B0462FCA9B2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21561" y="648500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7000" y="21000"/>
                    </a:moveTo>
                    <a:lnTo>
                      <a:pt x="5000" y="21000"/>
                    </a:lnTo>
                    <a:cubicBezTo>
                      <a:pt x="3895" y="21000"/>
                      <a:pt x="3000" y="20105"/>
                      <a:pt x="3000" y="19000"/>
                    </a:cubicBezTo>
                    <a:lnTo>
                      <a:pt x="3000" y="17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225" name="scan-search-4">
                <a:extLst xmlns:a="http://schemas.openxmlformats.org/drawingml/2006/main">
                  <a:ext uri="{FF2B5EF4-FFF2-40B4-BE49-F238E27FC236}">
                    <a16:creationId xmlns:a16="http://schemas.microsoft.com/office/drawing/2014/main" id="{3D09E774-337D-455C-8F22-44FDEE0EBF5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43005" y="6606445"/>
                <a:ext cx="80962" cy="80962"/>
              </a:xfrm>
              <a:prstGeom xmlns:a="http://schemas.openxmlformats.org/drawingml/2006/main" prst="ellipse">
                <a:avLst/>
              </a:pr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226" name="scan-search-5">
                <a:extLst xmlns:a="http://schemas.openxmlformats.org/drawingml/2006/main">
                  <a:ext uri="{FF2B5EF4-FFF2-40B4-BE49-F238E27FC236}">
                    <a16:creationId xmlns:a16="http://schemas.microsoft.com/office/drawing/2014/main" id="{9F0D1953-37D4-4B13-AA11-D8296DBA735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21561" y="648500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16000"/>
                    </a:moveTo>
                    <a:lnTo>
                      <a:pt x="14100" y="141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228" name="sliders-horizontal-0">
                <a:extLst xmlns:a="http://schemas.openxmlformats.org/drawingml/2006/main">
                  <a:ext uri="{FF2B5EF4-FFF2-40B4-BE49-F238E27FC236}">
                    <a16:creationId xmlns:a16="http://schemas.microsoft.com/office/drawing/2014/main" id="{61952517-A422-4560-A0D3-9DC901A1E8A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0000" y="5000"/>
                    </a:moveTo>
                    <a:lnTo>
                      <a:pt x="3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29" name="sliders-horizontal-1">
                <a:extLst xmlns:a="http://schemas.openxmlformats.org/drawingml/2006/main">
                  <a:ext uri="{FF2B5EF4-FFF2-40B4-BE49-F238E27FC236}">
                    <a16:creationId xmlns:a16="http://schemas.microsoft.com/office/drawing/2014/main" id="{61FC2EA5-8B1A-4CD9-8CF9-70CE48AD779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2000" y="19000"/>
                    </a:moveTo>
                    <a:lnTo>
                      <a:pt x="3000" y="1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30" name="sliders-horizontal-2">
                <a:extLst xmlns:a="http://schemas.openxmlformats.org/drawingml/2006/main">
                  <a:ext uri="{FF2B5EF4-FFF2-40B4-BE49-F238E27FC236}">
                    <a16:creationId xmlns:a16="http://schemas.microsoft.com/office/drawing/2014/main" id="{619367B2-7132-4614-860B-0C43627648B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4000" y="3000"/>
                    </a:moveTo>
                    <a:lnTo>
                      <a:pt x="14000" y="7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31" name="sliders-horizontal-3">
                <a:extLst xmlns:a="http://schemas.openxmlformats.org/drawingml/2006/main">
                  <a:ext uri="{FF2B5EF4-FFF2-40B4-BE49-F238E27FC236}">
                    <a16:creationId xmlns:a16="http://schemas.microsoft.com/office/drawing/2014/main" id="{8F4400A0-6CA6-455D-B3A9-BE62966A906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17000"/>
                    </a:moveTo>
                    <a:lnTo>
                      <a:pt x="16000" y="21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32" name="sliders-horizontal-4">
                <a:extLst xmlns:a="http://schemas.openxmlformats.org/drawingml/2006/main">
                  <a:ext uri="{FF2B5EF4-FFF2-40B4-BE49-F238E27FC236}">
                    <a16:creationId xmlns:a16="http://schemas.microsoft.com/office/drawing/2014/main" id="{8C97355A-3F4F-43DF-966E-6D7A1EFA2ED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12000"/>
                    </a:moveTo>
                    <a:lnTo>
                      <a:pt x="12000" y="12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33" name="sliders-horizontal-5">
                <a:extLst xmlns:a="http://schemas.openxmlformats.org/drawingml/2006/main">
                  <a:ext uri="{FF2B5EF4-FFF2-40B4-BE49-F238E27FC236}">
                    <a16:creationId xmlns:a16="http://schemas.microsoft.com/office/drawing/2014/main" id="{41FC7042-9BDD-4EEC-BD05-9D6D7261337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19000"/>
                    </a:moveTo>
                    <a:lnTo>
                      <a:pt x="16000" y="1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34" name="sliders-horizontal-6">
                <a:extLst xmlns:a="http://schemas.openxmlformats.org/drawingml/2006/main">
                  <a:ext uri="{FF2B5EF4-FFF2-40B4-BE49-F238E27FC236}">
                    <a16:creationId xmlns:a16="http://schemas.microsoft.com/office/drawing/2014/main" id="{54A5AEC6-73FF-4A42-A07B-1347BF05F4D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5000"/>
                    </a:moveTo>
                    <a:lnTo>
                      <a:pt x="14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35" name="sliders-horizontal-7">
                <a:extLst xmlns:a="http://schemas.openxmlformats.org/drawingml/2006/main">
                  <a:ext uri="{FF2B5EF4-FFF2-40B4-BE49-F238E27FC236}">
                    <a16:creationId xmlns:a16="http://schemas.microsoft.com/office/drawing/2014/main" id="{5DC0D7AA-D8C6-439A-AF10-37C39D6A580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0000"/>
                    </a:moveTo>
                    <a:lnTo>
                      <a:pt x="8000" y="14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36" name="sliders-horizontal-8">
                <a:extLst xmlns:a="http://schemas.openxmlformats.org/drawingml/2006/main">
                  <a:ext uri="{FF2B5EF4-FFF2-40B4-BE49-F238E27FC236}">
                    <a16:creationId xmlns:a16="http://schemas.microsoft.com/office/drawing/2014/main" id="{F08BE558-E533-4E86-BB90-2E0B748002B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2000"/>
                    </a:moveTo>
                    <a:lnTo>
                      <a:pt x="3000" y="12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</p:sp>
          <p:sp>
            <p:nvSpPr>
              <p:cNvPr id="10238" name="braces-0">
                <a:extLst xmlns:a="http://schemas.openxmlformats.org/drawingml/2006/main">
                  <a:ext uri="{FF2B5EF4-FFF2-40B4-BE49-F238E27FC236}">
                    <a16:creationId xmlns:a16="http://schemas.microsoft.com/office/drawing/2014/main" id="{88116D3F-BDF9-4FD4-93F7-A43F04501F8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58137" y="915504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3000"/>
                    </a:moveTo>
                    <a:lnTo>
                      <a:pt x="7000" y="3000"/>
                    </a:lnTo>
                    <a:cubicBezTo>
                      <a:pt x="5895" y="3000"/>
                      <a:pt x="5000" y="3895"/>
                      <a:pt x="5000" y="5000"/>
                    </a:cubicBezTo>
                    <a:lnTo>
                      <a:pt x="5000" y="10000"/>
                    </a:lnTo>
                    <a:cubicBezTo>
                      <a:pt x="5000" y="11105"/>
                      <a:pt x="4105" y="12000"/>
                      <a:pt x="3000" y="12000"/>
                    </a:cubicBezTo>
                    <a:cubicBezTo>
                      <a:pt x="4105" y="12000"/>
                      <a:pt x="5000" y="12895"/>
                      <a:pt x="5000" y="14000"/>
                    </a:cubicBezTo>
                    <a:lnTo>
                      <a:pt x="5000" y="19000"/>
                    </a:lnTo>
                    <a:cubicBezTo>
                      <a:pt x="5000" y="20100"/>
                      <a:pt x="5900" y="21000"/>
                      <a:pt x="7000" y="21000"/>
                    </a:cubicBezTo>
                    <a:lnTo>
                      <a:pt x="8000" y="21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239" name="braces-1">
                <a:extLst xmlns:a="http://schemas.openxmlformats.org/drawingml/2006/main">
                  <a:ext uri="{FF2B5EF4-FFF2-40B4-BE49-F238E27FC236}">
                    <a16:creationId xmlns:a16="http://schemas.microsoft.com/office/drawing/2014/main" id="{FB4FAB33-448D-4964-8CE0-48851A49C03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58137" y="915504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21000"/>
                    </a:moveTo>
                    <a:lnTo>
                      <a:pt x="17000" y="21000"/>
                    </a:lnTo>
                    <a:cubicBezTo>
                      <a:pt x="18105" y="21000"/>
                      <a:pt x="19000" y="20105"/>
                      <a:pt x="19000" y="19000"/>
                    </a:cubicBezTo>
                    <a:lnTo>
                      <a:pt x="19000" y="14000"/>
                    </a:lnTo>
                    <a:cubicBezTo>
                      <a:pt x="19000" y="12900"/>
                      <a:pt x="19900" y="12000"/>
                      <a:pt x="21000" y="12000"/>
                    </a:cubicBezTo>
                    <a:cubicBezTo>
                      <a:pt x="19895" y="12000"/>
                      <a:pt x="19000" y="11105"/>
                      <a:pt x="19000" y="10000"/>
                    </a:cubicBezTo>
                    <a:lnTo>
                      <a:pt x="19000" y="5000"/>
                    </a:lnTo>
                    <a:cubicBezTo>
                      <a:pt x="19000" y="3895"/>
                      <a:pt x="18105" y="3000"/>
                      <a:pt x="17000" y="3000"/>
                    </a:cubicBezTo>
                    <a:lnTo>
                      <a:pt x="16000" y="3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241" name="search-check-0">
                <a:extLst xmlns:a="http://schemas.openxmlformats.org/drawingml/2006/main">
                  <a:ext uri="{FF2B5EF4-FFF2-40B4-BE49-F238E27FC236}">
                    <a16:creationId xmlns:a16="http://schemas.microsoft.com/office/drawing/2014/main" id="{23E2ED39-6268-459D-9713-575A0B6388E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93945" y="915504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1000"/>
                    </a:moveTo>
                    <a:lnTo>
                      <a:pt x="10000" y="13000"/>
                    </a:lnTo>
                    <a:lnTo>
                      <a:pt x="14000" y="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</p:sp>
          <p:sp>
            <p:nvSpPr>
              <p:cNvPr id="10242" name="search-check-1">
                <a:extLst xmlns:a="http://schemas.openxmlformats.org/drawingml/2006/main">
                  <a:ext uri="{FF2B5EF4-FFF2-40B4-BE49-F238E27FC236}">
                    <a16:creationId xmlns:a16="http://schemas.microsoft.com/office/drawing/2014/main" id="{DF0A866C-4622-483C-96A2-9D0F3A882A2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934426" y="9195530"/>
                <a:ext cx="215900" cy="215900"/>
              </a:xfrm>
              <a:prstGeom xmlns:a="http://schemas.openxmlformats.org/drawingml/2006/main" prst="ellipse">
                <a:avLst/>
              </a:pr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</p:sp>
          <p:sp>
            <p:nvSpPr>
              <p:cNvPr id="10243" name="search-check-2">
                <a:extLst xmlns:a="http://schemas.openxmlformats.org/drawingml/2006/main">
                  <a:ext uri="{FF2B5EF4-FFF2-40B4-BE49-F238E27FC236}">
                    <a16:creationId xmlns:a16="http://schemas.microsoft.com/office/drawing/2014/main" id="{8A052A53-9345-4982-8E8A-7EAAFE17E83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93945" y="915504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21000"/>
                    </a:moveTo>
                    <a:lnTo>
                      <a:pt x="16700" y="167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</p:sp>
        </p:grpSp>
        <p:grpSp>
          <p:nvGrpSpPr>
            <p:cNvPr id="50004" name="Decision support"/>
            <p:cNvGrpSpPr/>
            <p:nvPr/>
          </p:nvGrpSpPr>
          <p:grpSpPr>
            <ns1:xfrm xmlns:ns1="http://schemas.openxmlformats.org/drawingml/2006/main">
              <ns1:off x="8339328" y="5998464"/>
              <ns1:ext cx="7900416" cy="4937760"/>
              <ns1:chOff x="8339328" y="5998464"/>
              <ns1:chExt cx="7900416" cy="4937760"/>
            </ns1:xfrm>
          </p:grpSpPr>
          <p:sp>
            <p:nvSpPr>
              <p:cNvPr id="169" name="decision-167">
                <a:extLst xmlns:a="http://schemas.openxmlformats.org/drawingml/2006/main">
                  <a:ext uri="{FF2B5EF4-FFF2-40B4-BE49-F238E27FC236}">
                    <a16:creationId xmlns:a16="http://schemas.microsoft.com/office/drawing/2014/main" id="{B6185714-8293-4ED6-BBDB-661261852EF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339328" y="5998464"/>
                <a:ext cx="7900416" cy="4937760"/>
              </a:xfrm>
              <a:prstGeom xmlns:a="http://schemas.openxmlformats.org/drawingml/2006/main" prst="roundRect">
                <a:avLst>
                  <a:gd name="adj" fmla="val 2963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0" name="decision-171">
                <a:extLst xmlns:a="http://schemas.openxmlformats.org/drawingml/2006/main">
                  <a:ext uri="{FF2B5EF4-FFF2-40B4-BE49-F238E27FC236}">
                    <a16:creationId xmlns:a16="http://schemas.microsoft.com/office/drawing/2014/main" id="{3E408D41-2D30-4F71-9578-6E9CC6379BD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10460736"/>
                <a:ext cx="7498080" cy="310896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1" name="decision-173">
                <a:extLst xmlns:a="http://schemas.openxmlformats.org/drawingml/2006/main">
                  <a:ext uri="{FF2B5EF4-FFF2-40B4-BE49-F238E27FC236}">
                    <a16:creationId xmlns:a16="http://schemas.microsoft.com/office/drawing/2014/main" id="{CA9094D9-B2D5-4138-B2E8-5A83A277CAE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705088" y="7730886"/>
                <a:ext cx="914400" cy="51700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4036"/>
                    </a:moveTo>
                    <a:cubicBezTo>
                      <a:pt x="432" y="13279"/>
                      <a:pt x="1728" y="9749"/>
                      <a:pt x="2592" y="9497"/>
                    </a:cubicBezTo>
                    <a:cubicBezTo>
                      <a:pt x="3456" y="9245"/>
                      <a:pt x="4284" y="13447"/>
                      <a:pt x="5184" y="12523"/>
                    </a:cubicBezTo>
                    <a:cubicBezTo>
                      <a:pt x="6084" y="11598"/>
                      <a:pt x="7056" y="4707"/>
                      <a:pt x="7992" y="3950"/>
                    </a:cubicBezTo>
                    <a:cubicBezTo>
                      <a:pt x="8928" y="3194"/>
                      <a:pt x="9900" y="8321"/>
                      <a:pt x="10800" y="7984"/>
                    </a:cubicBezTo>
                    <a:cubicBezTo>
                      <a:pt x="11700" y="7648"/>
                      <a:pt x="12492" y="2185"/>
                      <a:pt x="13392" y="1933"/>
                    </a:cubicBezTo>
                    <a:cubicBezTo>
                      <a:pt x="14292" y="1681"/>
                      <a:pt x="15300" y="6724"/>
                      <a:pt x="16200" y="6472"/>
                    </a:cubicBezTo>
                    <a:cubicBezTo>
                      <a:pt x="17100" y="6219"/>
                      <a:pt x="17892" y="840"/>
                      <a:pt x="18792" y="420"/>
                    </a:cubicBezTo>
                    <a:cubicBezTo>
                      <a:pt x="19692" y="0"/>
                      <a:pt x="21132" y="3362"/>
                      <a:pt x="21600" y="395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ns0:gradFill xmlns:ns0="http://schemas.openxmlformats.org/drawingml/2006/main" rotWithShape="1">
                <ns0:gsLst>
                  <ns0:gs pos="0">
                    <ns0:srgbClr val="F8FAFB"/>
                  </ns0:gs>
                  <ns0:gs pos="100000">
                    <ns0:srgbClr val="DCE5EB"/>
                  </ns0:gs>
                </ns0:gsLst>
                <ns0:lin ang="5400000" scaled="1"/>
              </ns0:gra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2" name="decision-174">
                <a:extLst xmlns:a="http://schemas.openxmlformats.org/drawingml/2006/main">
                  <a:ext uri="{FF2B5EF4-FFF2-40B4-BE49-F238E27FC236}">
                    <a16:creationId xmlns:a16="http://schemas.microsoft.com/office/drawing/2014/main" id="{651A86A5-EA32-4EDA-BFDF-D0E31E7B88D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668512" y="8247888"/>
                <a:ext cx="98755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3" name="decision-198">
                <a:extLst xmlns:a="http://schemas.openxmlformats.org/drawingml/2006/main">
                  <a:ext uri="{FF2B5EF4-FFF2-40B4-BE49-F238E27FC236}">
                    <a16:creationId xmlns:a16="http://schemas.microsoft.com/office/drawing/2014/main" id="{AF127807-41BA-4DA6-8EC1-5BAA8B56FC6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478256" y="7607808"/>
                <a:ext cx="1042416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4" name="decision-203">
                <a:extLst xmlns:a="http://schemas.openxmlformats.org/drawingml/2006/main">
                  <a:ext uri="{FF2B5EF4-FFF2-40B4-BE49-F238E27FC236}">
                    <a16:creationId xmlns:a16="http://schemas.microsoft.com/office/drawing/2014/main" id="{978FB2AB-FA54-4630-8891-58F95B86835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478256" y="9180576"/>
                <a:ext cx="1042416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5" name="decision-168">
                <a:extLst xmlns:a="http://schemas.openxmlformats.org/drawingml/2006/main">
                  <a:ext uri="{FF2B5EF4-FFF2-40B4-BE49-F238E27FC236}">
                    <a16:creationId xmlns:a16="http://schemas.microsoft.com/office/drawing/2014/main" id="{22F9ECDB-D381-46F9-8D62-291DE2EC172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6172200"/>
                <a:ext cx="310896" cy="310896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304B63"/>
              </a:soli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6" name="decision-177">
                <a:extLst xmlns:a="http://schemas.openxmlformats.org/drawingml/2006/main">
                  <a:ext uri="{FF2B5EF4-FFF2-40B4-BE49-F238E27FC236}">
                    <a16:creationId xmlns:a16="http://schemas.microsoft.com/office/drawing/2014/main" id="{CC2826FD-4772-404F-8941-19E52CE6099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814816" y="8942832"/>
                <a:ext cx="585216" cy="420624"/>
              </a:xfrm>
              <a:prstGeom xmlns:a="http://schemas.openxmlformats.org/drawingml/2006/main" prst="roundRect">
                <a:avLst>
                  <a:gd name="adj" fmla="val 6522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7" name="decision-181">
                <a:extLst xmlns:a="http://schemas.openxmlformats.org/drawingml/2006/main">
                  <a:ext uri="{FF2B5EF4-FFF2-40B4-BE49-F238E27FC236}">
                    <a16:creationId xmlns:a16="http://schemas.microsoft.com/office/drawing/2014/main" id="{B44E4B43-CFAC-47B5-820F-9E8033D21E1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906256" y="9034272"/>
                <a:ext cx="585216" cy="420624"/>
              </a:xfrm>
              <a:prstGeom xmlns:a="http://schemas.openxmlformats.org/drawingml/2006/main" prst="roundRect">
                <a:avLst>
                  <a:gd name="adj" fmla="val 6522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8" name="decision-188">
                <a:extLst xmlns:a="http://schemas.openxmlformats.org/drawingml/2006/main">
                  <a:ext uri="{FF2B5EF4-FFF2-40B4-BE49-F238E27FC236}">
                    <a16:creationId xmlns:a16="http://schemas.microsoft.com/office/drawing/2014/main" id="{D01E4633-320E-4045-81BD-466E07006BE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985248" y="7973568"/>
                <a:ext cx="1024128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6:effectLst xmlns:ns6="http://schemas.openxmlformats.org/drawingml/2006/main">
                <ns6:outerShdw blurRad="18000" dist="11000" dir="5400000" algn="ctr" rotWithShape="0">
                  <ns6:srgbClr val="333333">
                    <ns6:alpha val="11000"/>
                  </ns6:srgbClr>
                </ns6:outerShdw>
              </ns6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9" name="decision-191">
                <a:extLst xmlns:a="http://schemas.openxmlformats.org/drawingml/2006/main">
                  <a:ext uri="{FF2B5EF4-FFF2-40B4-BE49-F238E27FC236}">
                    <a16:creationId xmlns:a16="http://schemas.microsoft.com/office/drawing/2014/main" id="{28599036-B1C1-41E4-AD4D-7E036DD726D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283696" y="7973568"/>
                <a:ext cx="1554480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7:effectLst xmlns:ns7="http://schemas.openxmlformats.org/drawingml/2006/main">
                <ns7:outerShdw blurRad="18000" dist="11000" dir="5400000" algn="ctr" rotWithShape="0">
                  <ns7:srgbClr val="333333">
                    <ns7:alpha val="11000"/>
                  </ns7:srgbClr>
                </ns7:outerShdw>
              </ns7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0" name="decision-196">
                <a:extLst xmlns:a="http://schemas.openxmlformats.org/drawingml/2006/main">
                  <a:ext uri="{FF2B5EF4-FFF2-40B4-BE49-F238E27FC236}">
                    <a16:creationId xmlns:a16="http://schemas.microsoft.com/office/drawing/2014/main" id="{9C4A558F-D612-41C2-B15A-D18094B9B8A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112496" y="7232904"/>
                <a:ext cx="274320" cy="27432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1" name="decision-201">
                <a:extLst xmlns:a="http://schemas.openxmlformats.org/drawingml/2006/main">
                  <a:ext uri="{FF2B5EF4-FFF2-40B4-BE49-F238E27FC236}">
                    <a16:creationId xmlns:a16="http://schemas.microsoft.com/office/drawing/2014/main" id="{D1D3EBAB-2755-4DE9-8B65-EDFFD8C8DEB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112496" y="8805672"/>
                <a:ext cx="274320" cy="27432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2" name="decision-207">
                <a:extLst xmlns:a="http://schemas.openxmlformats.org/drawingml/2006/main">
                  <a:ext uri="{FF2B5EF4-FFF2-40B4-BE49-F238E27FC236}">
                    <a16:creationId xmlns:a16="http://schemas.microsoft.com/office/drawing/2014/main" id="{DA12BACA-09AC-48C7-96F3-B082941B4E5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31568" y="7863840"/>
                <a:ext cx="1170432" cy="585216"/>
              </a:xfrm>
              <a:prstGeom xmlns:a="http://schemas.openxmlformats.org/drawingml/2006/main" prst="roundRect">
                <a:avLst>
                  <a:gd name="adj" fmla="val 14062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8:effectLst xmlns:ns8="http://schemas.openxmlformats.org/drawingml/2006/main">
                <ns8:outerShdw blurRad="18000" dist="11000" dir="5400000" algn="ctr" rotWithShape="0">
                  <ns8:srgbClr val="333333">
                    <ns8:alpha val="11000"/>
                  </ns8:srgbClr>
                </ns8:outerShdw>
              </ns8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3" name="decision-211">
                <a:extLst xmlns:a="http://schemas.openxmlformats.org/drawingml/2006/main">
                  <a:ext uri="{FF2B5EF4-FFF2-40B4-BE49-F238E27FC236}">
                    <a16:creationId xmlns:a16="http://schemas.microsoft.com/office/drawing/2014/main" id="{6CD116B7-2F57-4614-B1C6-2C50F829874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31568" y="9418320"/>
                <a:ext cx="1170432" cy="347472"/>
              </a:xfrm>
              <a:prstGeom xmlns:a="http://schemas.openxmlformats.org/drawingml/2006/main" prst="roundRect">
                <a:avLst>
                  <a:gd name="adj" fmla="val 7895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4" name="decision-175">
                <a:extLst xmlns:a="http://schemas.openxmlformats.org/drawingml/2006/main">
                  <a:ext uri="{FF2B5EF4-FFF2-40B4-BE49-F238E27FC236}">
                    <a16:creationId xmlns:a16="http://schemas.microsoft.com/office/drawing/2014/main" id="{75E9C787-97ED-4F2A-8304-79013EE251A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705088" y="7730886"/>
                <a:ext cx="914400" cy="335951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432" y="20436"/>
                      <a:pt x="1728" y="15004"/>
                      <a:pt x="2592" y="14616"/>
                    </a:cubicBezTo>
                    <a:cubicBezTo>
                      <a:pt x="3456" y="14228"/>
                      <a:pt x="4284" y="20695"/>
                      <a:pt x="5184" y="19272"/>
                    </a:cubicBezTo>
                    <a:cubicBezTo>
                      <a:pt x="6084" y="17849"/>
                      <a:pt x="7056" y="7243"/>
                      <a:pt x="7992" y="6079"/>
                    </a:cubicBezTo>
                    <a:cubicBezTo>
                      <a:pt x="8928" y="4915"/>
                      <a:pt x="9900" y="12805"/>
                      <a:pt x="10800" y="12287"/>
                    </a:cubicBezTo>
                    <a:cubicBezTo>
                      <a:pt x="11700" y="11770"/>
                      <a:pt x="12492" y="3363"/>
                      <a:pt x="13392" y="2975"/>
                    </a:cubicBezTo>
                    <a:cubicBezTo>
                      <a:pt x="14292" y="2587"/>
                      <a:pt x="15300" y="10347"/>
                      <a:pt x="16200" y="9959"/>
                    </a:cubicBezTo>
                    <a:cubicBezTo>
                      <a:pt x="17100" y="9571"/>
                      <a:pt x="17892" y="1293"/>
                      <a:pt x="18792" y="647"/>
                    </a:cubicBezTo>
                    <a:cubicBezTo>
                      <a:pt x="19692" y="0"/>
                      <a:pt x="21132" y="5174"/>
                      <a:pt x="21600" y="6079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540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5" name="decision-199">
                <a:extLst xmlns:a="http://schemas.openxmlformats.org/drawingml/2006/main">
                  <a:ext uri="{FF2B5EF4-FFF2-40B4-BE49-F238E27FC236}">
                    <a16:creationId xmlns:a16="http://schemas.microsoft.com/office/drawing/2014/main" id="{A3322128-7078-48A2-ABAA-DCC73A65374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514832" y="7162312"/>
                <a:ext cx="969264" cy="328818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720" y="20671"/>
                      <a:pt x="2952" y="16839"/>
                      <a:pt x="4320" y="16026"/>
                    </a:cubicBezTo>
                    <a:cubicBezTo>
                      <a:pt x="5688" y="15213"/>
                      <a:pt x="6912" y="17884"/>
                      <a:pt x="8208" y="16723"/>
                    </a:cubicBezTo>
                    <a:cubicBezTo>
                      <a:pt x="9504" y="15561"/>
                      <a:pt x="10800" y="10219"/>
                      <a:pt x="12096" y="9058"/>
                    </a:cubicBezTo>
                    <a:cubicBezTo>
                      <a:pt x="13392" y="7897"/>
                      <a:pt x="14400" y="11265"/>
                      <a:pt x="15984" y="9755"/>
                    </a:cubicBezTo>
                    <a:cubicBezTo>
                      <a:pt x="17568" y="8245"/>
                      <a:pt x="20664" y="1626"/>
                      <a:pt x="21600" y="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540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6" name="decision-204">
                <a:extLst xmlns:a="http://schemas.openxmlformats.org/drawingml/2006/main">
                  <a:ext uri="{FF2B5EF4-FFF2-40B4-BE49-F238E27FC236}">
                    <a16:creationId xmlns:a16="http://schemas.microsoft.com/office/drawing/2014/main" id="{4CC355F6-F29A-49D2-876B-6104B3C5920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514832" y="8926007"/>
                <a:ext cx="969264" cy="15910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5840"/>
                    </a:moveTo>
                    <a:cubicBezTo>
                      <a:pt x="720" y="13560"/>
                      <a:pt x="2880" y="3600"/>
                      <a:pt x="4320" y="2160"/>
                    </a:cubicBezTo>
                    <a:cubicBezTo>
                      <a:pt x="5760" y="720"/>
                      <a:pt x="7200" y="7320"/>
                      <a:pt x="8640" y="7200"/>
                    </a:cubicBezTo>
                    <a:cubicBezTo>
                      <a:pt x="10080" y="7080"/>
                      <a:pt x="11520" y="0"/>
                      <a:pt x="12960" y="1440"/>
                    </a:cubicBezTo>
                    <a:cubicBezTo>
                      <a:pt x="14400" y="2880"/>
                      <a:pt x="15840" y="12480"/>
                      <a:pt x="17280" y="15840"/>
                    </a:cubicBezTo>
                    <a:cubicBezTo>
                      <a:pt x="18720" y="19200"/>
                      <a:pt x="20880" y="20640"/>
                      <a:pt x="21600" y="2160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5400" cap="rnd">
                <a:solidFill>
                  <a:srgbClr val="000000"/>
                </a:solidFill>
                <a:tailEnd type="none"/>
                <a:prstDash val="dash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7" name="decision-178">
                <a:extLst xmlns:a="http://schemas.openxmlformats.org/drawingml/2006/main">
                  <a:ext uri="{FF2B5EF4-FFF2-40B4-BE49-F238E27FC236}">
                    <a16:creationId xmlns:a16="http://schemas.microsoft.com/office/drawing/2014/main" id="{05B75742-470E-4B43-AFBA-737C6C6D373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915400" y="9061704"/>
                <a:ext cx="36576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8" name="decision-179">
                <a:extLst xmlns:a="http://schemas.openxmlformats.org/drawingml/2006/main">
                  <a:ext uri="{FF2B5EF4-FFF2-40B4-BE49-F238E27FC236}">
                    <a16:creationId xmlns:a16="http://schemas.microsoft.com/office/drawing/2014/main" id="{D17BDB94-A032-4EA8-B8B3-F99FF195902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915400" y="9180576"/>
                <a:ext cx="25603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9" name="decision-180">
                <a:extLst xmlns:a="http://schemas.openxmlformats.org/drawingml/2006/main">
                  <a:ext uri="{FF2B5EF4-FFF2-40B4-BE49-F238E27FC236}">
                    <a16:creationId xmlns:a16="http://schemas.microsoft.com/office/drawing/2014/main" id="{2DD3F643-AEA3-4AE8-B713-18DE68FD6D9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915400" y="9299448"/>
                <a:ext cx="36576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0" name="decision-182">
                <a:extLst xmlns:a="http://schemas.openxmlformats.org/drawingml/2006/main">
                  <a:ext uri="{FF2B5EF4-FFF2-40B4-BE49-F238E27FC236}">
                    <a16:creationId xmlns:a16="http://schemas.microsoft.com/office/drawing/2014/main" id="{4DD25FE0-E968-46B6-8894-68452169B45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006840" y="9153144"/>
                <a:ext cx="36576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1" name="decision-183">
                <a:extLst xmlns:a="http://schemas.openxmlformats.org/drawingml/2006/main">
                  <a:ext uri="{FF2B5EF4-FFF2-40B4-BE49-F238E27FC236}">
                    <a16:creationId xmlns:a16="http://schemas.microsoft.com/office/drawing/2014/main" id="{51CAD73A-8902-4E83-892E-4260ADE8104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006840" y="9272016"/>
                <a:ext cx="25603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2" name="decision-184">
                <a:extLst xmlns:a="http://schemas.openxmlformats.org/drawingml/2006/main">
                  <a:ext uri="{FF2B5EF4-FFF2-40B4-BE49-F238E27FC236}">
                    <a16:creationId xmlns:a16="http://schemas.microsoft.com/office/drawing/2014/main" id="{327879E7-2242-42AA-849A-FD96A347D69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006840" y="9390888"/>
                <a:ext cx="36576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3" name="decision-186">
                <a:extLst xmlns:a="http://schemas.openxmlformats.org/drawingml/2006/main">
                  <a:ext uri="{FF2B5EF4-FFF2-40B4-BE49-F238E27FC236}">
                    <a16:creationId xmlns:a16="http://schemas.microsoft.com/office/drawing/2014/main" id="{06BB3760-AD13-4650-AF3E-182B5F39270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674352" y="8046720"/>
                <a:ext cx="256032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2:effectLst xmlns:ns32="http://schemas.openxmlformats.org/drawingml/2006/main">
                <ns32:outerShdw blurRad="15000" dist="9000" dir="5400000" algn="ctr" rotWithShape="0">
                  <ns32:srgbClr val="333333">
                    <ns32:alpha val="12000"/>
                  </ns32:srgbClr>
                </ns32:outerShdw>
              </ns32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4" name="decision-187">
                <a:extLst xmlns:a="http://schemas.openxmlformats.org/drawingml/2006/main">
                  <a:ext uri="{FF2B5EF4-FFF2-40B4-BE49-F238E27FC236}">
                    <a16:creationId xmlns:a16="http://schemas.microsoft.com/office/drawing/2014/main" id="{AB3041F7-9496-4465-AA77-794C06DDE87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546336" y="8266176"/>
                <a:ext cx="384048" cy="978408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lnTo>
                      <a:pt x="13371" y="21600"/>
                    </a:lnTo>
                    <a:lnTo>
                      <a:pt x="13371" y="0"/>
                    </a:ln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3:effectLst xmlns:ns33="http://schemas.openxmlformats.org/drawingml/2006/main">
                <ns33:outerShdw blurRad="15000" dist="9000" dir="5400000" algn="ctr" rotWithShape="0">
                  <ns33:srgbClr val="333333">
                    <ns33:alpha val="12000"/>
                  </ns33:srgbClr>
                </ns33:outerShdw>
              </ns33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5" name="decision-190">
                <a:extLst xmlns:a="http://schemas.openxmlformats.org/drawingml/2006/main">
                  <a:ext uri="{FF2B5EF4-FFF2-40B4-BE49-F238E27FC236}">
                    <a16:creationId xmlns:a16="http://schemas.microsoft.com/office/drawing/2014/main" id="{41BFF718-E222-42E9-9CC1-180A300320F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045952" y="8156448"/>
                <a:ext cx="18288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4:effectLst xmlns:ns34="http://schemas.openxmlformats.org/drawingml/2006/main">
                <ns34:outerShdw blurRad="15000" dist="9000" dir="5400000" algn="ctr" rotWithShape="0">
                  <ns34:srgbClr val="333333">
                    <ns34:alpha val="12000"/>
                  </ns34:srgbClr>
                </ns34:outerShdw>
              </ns34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6" name="decision-193">
                <a:extLst xmlns:a="http://schemas.openxmlformats.org/drawingml/2006/main">
                  <a:ext uri="{FF2B5EF4-FFF2-40B4-BE49-F238E27FC236}">
                    <a16:creationId xmlns:a16="http://schemas.microsoft.com/office/drawing/2014/main" id="{7241E3E7-F0AB-4403-AAB9-F02A1014DBB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874752" y="8156448"/>
                <a:ext cx="10972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7" name="decision-194">
                <a:extLst xmlns:a="http://schemas.openxmlformats.org/drawingml/2006/main">
                  <a:ext uri="{FF2B5EF4-FFF2-40B4-BE49-F238E27FC236}">
                    <a16:creationId xmlns:a16="http://schemas.microsoft.com/office/drawing/2014/main" id="{BE25FDEA-9BEA-4277-86A1-534A9640B24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984480" y="7370064"/>
                <a:ext cx="9144" cy="1572768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8" name="decision-195">
                <a:extLst xmlns:a="http://schemas.openxmlformats.org/drawingml/2006/main">
                  <a:ext uri="{FF2B5EF4-FFF2-40B4-BE49-F238E27FC236}">
                    <a16:creationId xmlns:a16="http://schemas.microsoft.com/office/drawing/2014/main" id="{C78FDBB6-AEBF-4CFD-86D3-5E1E62254F4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984480" y="7370064"/>
                <a:ext cx="9144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5:effectLst xmlns:ns35="http://schemas.openxmlformats.org/drawingml/2006/main">
                <ns35:outerShdw blurRad="15000" dist="9000" dir="5400000" algn="ctr" rotWithShape="0">
                  <ns35:srgbClr val="333333">
                    <ns35:alpha val="12000"/>
                  </ns35:srgbClr>
                </ns35:outerShdw>
              </ns35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9" name="decision-200">
                <a:extLst xmlns:a="http://schemas.openxmlformats.org/drawingml/2006/main">
                  <a:ext uri="{FF2B5EF4-FFF2-40B4-BE49-F238E27FC236}">
                    <a16:creationId xmlns:a16="http://schemas.microsoft.com/office/drawing/2014/main" id="{BAE7AACC-3481-487D-AEDD-CCC0F7F8749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984480" y="8942832"/>
                <a:ext cx="9144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6:effectLst xmlns:ns36="http://schemas.openxmlformats.org/drawingml/2006/main">
                <ns36:outerShdw blurRad="15000" dist="9000" dir="5400000" algn="ctr" rotWithShape="0">
                  <ns36:srgbClr val="333333">
                    <ns36:alpha val="12000"/>
                  </ns36:srgbClr>
                </ns36:outerShdw>
              </ns36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00" name="decision-205">
                <a:extLst xmlns:a="http://schemas.openxmlformats.org/drawingml/2006/main">
                  <a:ext uri="{FF2B5EF4-FFF2-40B4-BE49-F238E27FC236}">
                    <a16:creationId xmlns:a16="http://schemas.microsoft.com/office/drawing/2014/main" id="{7F9495B2-CD19-4DD8-B11D-51DE269C8BB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484096" y="7370064"/>
                <a:ext cx="292608" cy="67665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12150" y="0"/>
                    </a:lnTo>
                    <a:lnTo>
                      <a:pt x="12150" y="21600"/>
                    </a:lnTo>
                    <a:lnTo>
                      <a:pt x="2160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7:effectLst xmlns:ns37="http://schemas.openxmlformats.org/drawingml/2006/main">
                <ns37:outerShdw blurRad="15000" dist="9000" dir="5400000" algn="ctr" rotWithShape="0">
                  <ns37:srgbClr val="333333">
                    <ns37:alpha val="12000"/>
                  </ns37:srgbClr>
                </ns37:outerShdw>
              </ns37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01" name="decision-206">
                <a:extLst xmlns:a="http://schemas.openxmlformats.org/drawingml/2006/main">
                  <a:ext uri="{FF2B5EF4-FFF2-40B4-BE49-F238E27FC236}">
                    <a16:creationId xmlns:a16="http://schemas.microsoft.com/office/drawing/2014/main" id="{CAAB9B72-37F0-4362-80B8-9F5ABDB36B9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484096" y="8284464"/>
                <a:ext cx="292608" cy="658368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lnTo>
                      <a:pt x="12150" y="21600"/>
                    </a:lnTo>
                    <a:lnTo>
                      <a:pt x="12150" y="0"/>
                    </a:ln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8:effectLst xmlns:ns38="http://schemas.openxmlformats.org/drawingml/2006/main">
                <ns38:outerShdw blurRad="15000" dist="9000" dir="5400000" algn="ctr" rotWithShape="0">
                  <ns38:srgbClr val="333333">
                    <ns38:alpha val="12000"/>
                  </ns38:srgbClr>
                </ns38:outerShdw>
              </ns38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02" name="decision-209">
                <a:extLst xmlns:a="http://schemas.openxmlformats.org/drawingml/2006/main">
                  <a:ext uri="{FF2B5EF4-FFF2-40B4-BE49-F238E27FC236}">
                    <a16:creationId xmlns:a16="http://schemas.microsoft.com/office/drawing/2014/main" id="{75CFC67C-DF4E-4503-B180-DDC5A8C5B38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5416784" y="8485632"/>
                <a:ext cx="9144" cy="87782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9:effectLst xmlns:ns39="http://schemas.openxmlformats.org/drawingml/2006/main">
                <ns39:outerShdw blurRad="15000" dist="9000" dir="5400000" algn="ctr" rotWithShape="0">
                  <ns39:srgbClr val="333333">
                    <ns39:alpha val="12000"/>
                  </ns39:srgbClr>
                </ns39:outerShdw>
              </ns39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03" name="decision-213">
                <a:extLst xmlns:a="http://schemas.openxmlformats.org/drawingml/2006/main">
                  <a:ext uri="{FF2B5EF4-FFF2-40B4-BE49-F238E27FC236}">
                    <a16:creationId xmlns:a16="http://schemas.microsoft.com/office/drawing/2014/main" id="{68A78495-5D5B-4AC3-8212-D1E3D938B50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22208" y="7946136"/>
                <a:ext cx="6894576" cy="2075688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21600" y="19126"/>
                    </a:move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0"/>
                    </a:lnTo>
                    <a:lnTo>
                      <a:pt x="401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dash"/>
                <a:tailEnd type="triangle"/>
              </a:ln>
              <ns40:effectLst xmlns:ns40="http://schemas.openxmlformats.org/drawingml/2006/main">
                <ns40:outerShdw blurRad="15000" dist="9000" dir="5400000" algn="ctr" rotWithShape="0">
                  <ns40:srgbClr val="333333">
                    <ns40:alpha val="12000"/>
                  </ns40:srgbClr>
                </ns40:outerShdw>
              </ns40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04" name="decision-169">
                <a:extLst xmlns:a="http://schemas.openxmlformats.org/drawingml/2006/main">
                  <a:ext uri="{FF2B5EF4-FFF2-40B4-BE49-F238E27FC236}">
                    <a16:creationId xmlns:a16="http://schemas.microsoft.com/office/drawing/2014/main" id="{891CFD40-42F9-4BEB-BAA0-41EF792FFC8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6172200"/>
                <a:ext cx="310896" cy="30175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96" b="1">
                    <a:solidFill>
                      <a:srgbClr val="FFFFFF"/>
                    </a:solidFill>
                    <a:latin typeface="Arial"/>
                    <a:ea typeface="Times New Roman"/>
                    <a:cs typeface="Times New Roman"/>
                  </a:rPr>
                  <a:t>d</a:t>
                </a:r>
                <a:endParaRPr sz="1496">
                  <a:latin typeface="Arial"/>
                </a:endParaRPr>
              </a:p>
            </p:txBody>
          </p:sp>
          <p:sp>
            <p:nvSpPr>
              <p:cNvPr id="205" name="decision-170">
                <a:extLst xmlns:a="http://schemas.openxmlformats.org/drawingml/2006/main">
                  <a:ext uri="{FF2B5EF4-FFF2-40B4-BE49-F238E27FC236}">
                    <a16:creationId xmlns:a16="http://schemas.microsoft.com/office/drawing/2014/main" id="{08E1C17E-5E7F-42D6-8F49-C43C147E9A5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961120" y="6144768"/>
                <a:ext cx="698601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936">
                    <a:solidFill>
                      <a:srgbClr val="222222"/>
                    </a:solidFill>
                    <a:latin typeface="Comic Sans MS"/>
                    <a:ea typeface="Times New Roman"/>
                    <a:cs typeface="Times New Roman"/>
                  </a:rPr>
                  <a:t>Decision Support</a:t>
                </a:r>
                <a:endParaRPr sz="1936">
                  <a:latin typeface="Comic Sans MS"/>
                </a:endParaRPr>
              </a:p>
            </p:txBody>
          </p:sp>
          <p:sp>
            <p:nvSpPr>
              <p:cNvPr id="206" name="decision-172">
                <a:extLst xmlns:a="http://schemas.openxmlformats.org/drawingml/2006/main">
                  <a:ext uri="{FF2B5EF4-FFF2-40B4-BE49-F238E27FC236}">
                    <a16:creationId xmlns:a16="http://schemas.microsoft.com/office/drawing/2014/main" id="{AB098C84-581C-4D70-A5EE-32AF8CAFE76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10460736"/>
                <a:ext cx="7498080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00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Evaluation   </a:t>
                </a:r>
                <a:r>
                  <a:rPr sz="140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Action utility / risk / latency</a:t>
                </a:r>
                <a:endParaRPr sz="1400">
                  <a:latin typeface="Arial"/>
                </a:endParaRPr>
              </a:p>
            </p:txBody>
          </p:sp>
          <p:sp>
            <p:nvSpPr>
              <p:cNvPr id="207" name="decision-176">
                <a:extLst xmlns:a="http://schemas.openxmlformats.org/drawingml/2006/main">
                  <a:ext uri="{FF2B5EF4-FFF2-40B4-BE49-F238E27FC236}">
                    <a16:creationId xmlns:a16="http://schemas.microsoft.com/office/drawing/2014/main" id="{CCCFC123-CE55-4FA2-9086-A9EF95F5368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613648" y="8302752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State</a:t>
                </a:r>
                <a:endParaRPr sz="1320">
                  <a:latin typeface="Arial"/>
                </a:endParaRPr>
              </a:p>
            </p:txBody>
          </p:sp>
          <p:sp>
            <p:nvSpPr>
              <p:cNvPr id="208" name="decision-185">
                <a:extLst xmlns:a="http://schemas.openxmlformats.org/drawingml/2006/main">
                  <a:ext uri="{FF2B5EF4-FFF2-40B4-BE49-F238E27FC236}">
                    <a16:creationId xmlns:a16="http://schemas.microsoft.com/office/drawing/2014/main" id="{0524C14F-B889-4915-8996-A077CEB4FC3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650224" y="9491472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Memory</a:t>
                </a:r>
                <a:endParaRPr sz="1320">
                  <a:latin typeface="Arial"/>
                </a:endParaRPr>
              </a:p>
            </p:txBody>
          </p:sp>
          <p:sp>
            <p:nvSpPr>
              <p:cNvPr id="209" name="decision-189">
                <a:extLst xmlns:a="http://schemas.openxmlformats.org/drawingml/2006/main">
                  <a:ext uri="{FF2B5EF4-FFF2-40B4-BE49-F238E27FC236}">
                    <a16:creationId xmlns:a16="http://schemas.microsoft.com/office/drawing/2014/main" id="{DBE49BFB-1132-416A-8354-3CBB68FF1A6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40112" y="7973568"/>
                <a:ext cx="914400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Retrieve</a:t>
                </a:r>
                <a:endParaRPr sz="1276">
                  <a:latin typeface="Arial"/>
                </a:endParaRPr>
              </a:p>
            </p:txBody>
          </p:sp>
          <p:sp>
            <p:nvSpPr>
              <p:cNvPr id="210" name="decision-192">
                <a:extLst xmlns:a="http://schemas.openxmlformats.org/drawingml/2006/main">
                  <a:ext uri="{FF2B5EF4-FFF2-40B4-BE49-F238E27FC236}">
                    <a16:creationId xmlns:a16="http://schemas.microsoft.com/office/drawing/2014/main" id="{7B796C4D-1149-44CC-A711-0C0614CAE03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338560" y="7973568"/>
                <a:ext cx="1444752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Predict futures</a:t>
                </a:r>
                <a:endParaRPr sz="1276">
                  <a:latin typeface="Arial"/>
                </a:endParaRPr>
              </a:p>
            </p:txBody>
          </p:sp>
          <p:sp>
            <p:nvSpPr>
              <p:cNvPr id="211" name="decision-197">
                <a:extLst xmlns:a="http://schemas.openxmlformats.org/drawingml/2006/main">
                  <a:ext uri="{FF2B5EF4-FFF2-40B4-BE49-F238E27FC236}">
                    <a16:creationId xmlns:a16="http://schemas.microsoft.com/office/drawing/2014/main" id="{F5FB5775-5989-4D52-9440-75B770A3463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112496" y="7232904"/>
                <a:ext cx="274320" cy="27432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A</a:t>
                </a:r>
                <a:endParaRPr sz="1276">
                  <a:latin typeface="Arial"/>
                </a:endParaRPr>
              </a:p>
            </p:txBody>
          </p:sp>
          <p:sp>
            <p:nvSpPr>
              <p:cNvPr id="212" name="decision-202">
                <a:extLst xmlns:a="http://schemas.openxmlformats.org/drawingml/2006/main">
                  <a:ext uri="{FF2B5EF4-FFF2-40B4-BE49-F238E27FC236}">
                    <a16:creationId xmlns:a16="http://schemas.microsoft.com/office/drawing/2014/main" id="{A482B34C-1F18-416D-8329-82065736796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112496" y="8805672"/>
                <a:ext cx="274320" cy="27432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B</a:t>
                </a:r>
                <a:endParaRPr sz="1276">
                  <a:latin typeface="Arial"/>
                </a:endParaRPr>
              </a:p>
            </p:txBody>
          </p:sp>
          <p:sp>
            <p:nvSpPr>
              <p:cNvPr id="213" name="decision-208">
                <a:extLst xmlns:a="http://schemas.openxmlformats.org/drawingml/2006/main">
                  <a:ext uri="{FF2B5EF4-FFF2-40B4-BE49-F238E27FC236}">
                    <a16:creationId xmlns:a16="http://schemas.microsoft.com/office/drawing/2014/main" id="{952316D3-8F54-46CA-AD2B-534B9BA75E1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86432" y="7863840"/>
                <a:ext cx="1060704" cy="58521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Select /</a:t>
                </a:r>
                <a:endParaRPr sz="1276">
                  <a:latin typeface="Arial"/>
                </a:endParaRPr>
              </a:p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check risk</a:t>
                </a:r>
                <a:endParaRPr sz="1276">
                  <a:latin typeface="Arial"/>
                </a:endParaRPr>
              </a:p>
            </p:txBody>
          </p:sp>
          <p:sp>
            <p:nvSpPr>
              <p:cNvPr id="214" name="decision-210">
                <a:extLst xmlns:a="http://schemas.openxmlformats.org/drawingml/2006/main">
                  <a:ext uri="{FF2B5EF4-FFF2-40B4-BE49-F238E27FC236}">
                    <a16:creationId xmlns:a16="http://schemas.microsoft.com/office/drawing/2014/main" id="{9F589B83-D27E-4B70-8ABA-D0FC4AA9139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740128" y="8814816"/>
                <a:ext cx="621792" cy="18288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r">
                  <a:buNone/>
                </a:pPr>
                <a:r>
                  <a:rPr sz="1188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Action</a:t>
                </a:r>
                <a:endParaRPr sz="1188">
                  <a:latin typeface="Arial"/>
                </a:endParaRPr>
              </a:p>
            </p:txBody>
          </p:sp>
          <p:sp>
            <p:nvSpPr>
              <p:cNvPr id="215" name="decision-212">
                <a:extLst xmlns:a="http://schemas.openxmlformats.org/drawingml/2006/main">
                  <a:ext uri="{FF2B5EF4-FFF2-40B4-BE49-F238E27FC236}">
                    <a16:creationId xmlns:a16="http://schemas.microsoft.com/office/drawing/2014/main" id="{AAECFD12-3517-45A0-814E-CADED83CAF8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31568" y="9418320"/>
                <a:ext cx="1170432" cy="34747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64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Simulator</a:t>
                </a:r>
                <a:endParaRPr sz="1364">
                  <a:latin typeface="Arial"/>
                </a:endParaRPr>
              </a:p>
            </p:txBody>
          </p:sp>
          <p:sp>
            <p:nvSpPr>
              <p:cNvPr id="216" name="decision-214">
                <a:extLst xmlns:a="http://schemas.openxmlformats.org/drawingml/2006/main">
                  <a:ext uri="{FF2B5EF4-FFF2-40B4-BE49-F238E27FC236}">
                    <a16:creationId xmlns:a16="http://schemas.microsoft.com/office/drawing/2014/main" id="{6480E147-61B1-4BB2-8E73-7F7D6F8404E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356848" y="9784080"/>
                <a:ext cx="1828800" cy="18288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188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Observed outcome</a:t>
                </a:r>
                <a:endParaRPr sz="1188">
                  <a:latin typeface="Arial"/>
                </a:endParaRPr>
              </a:p>
            </p:txBody>
          </p:sp>
          <p:sp>
            <p:nvSpPr>
              <p:cNvPr id="10245" name="database-0">
                <a:extLst xmlns:a="http://schemas.openxmlformats.org/drawingml/2006/main">
                  <a:ext uri="{FF2B5EF4-FFF2-40B4-BE49-F238E27FC236}">
                    <a16:creationId xmlns:a16="http://schemas.microsoft.com/office/drawing/2014/main" id="{08E3DE0F-971A-4AA8-953B-4FFC0E946F3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128218" y="7590980"/>
                <a:ext cx="242888" cy="80962"/>
              </a:xfrm>
              <a:prstGeom xmlns:a="http://schemas.openxmlformats.org/drawingml/2006/main" prst="ellipse">
                <a:avLst/>
              </a:pr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</p:sp>
          <p:sp>
            <p:nvSpPr>
              <p:cNvPr id="10246" name="database-1">
                <a:extLst xmlns:a="http://schemas.openxmlformats.org/drawingml/2006/main">
                  <a:ext uri="{FF2B5EF4-FFF2-40B4-BE49-F238E27FC236}">
                    <a16:creationId xmlns:a16="http://schemas.microsoft.com/office/drawing/2014/main" id="{93AA26BA-6EB4-45D7-9099-1DAC254C1F5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756399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3000" y="5000"/>
                    </a:moveTo>
                    <a:lnTo>
                      <a:pt x="3000" y="19000"/>
                    </a:lnTo>
                    <a:cubicBezTo>
                      <a:pt x="3000" y="20657"/>
                      <a:pt x="7029" y="22000"/>
                      <a:pt x="12000" y="22000"/>
                    </a:cubicBezTo>
                    <a:cubicBezTo>
                      <a:pt x="16971" y="22000"/>
                      <a:pt x="21000" y="20657"/>
                      <a:pt x="21000" y="19000"/>
                    </a:cubicBezTo>
                    <a:lnTo>
                      <a:pt x="21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</p:sp>
          <p:sp>
            <p:nvSpPr>
              <p:cNvPr id="10247" name="database-2">
                <a:extLst xmlns:a="http://schemas.openxmlformats.org/drawingml/2006/main">
                  <a:ext uri="{FF2B5EF4-FFF2-40B4-BE49-F238E27FC236}">
                    <a16:creationId xmlns:a16="http://schemas.microsoft.com/office/drawing/2014/main" id="{E342F0C0-B486-4917-93CD-2EEC9DBCECC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756399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3000" y="12000"/>
                    </a:moveTo>
                    <a:cubicBezTo>
                      <a:pt x="3000" y="13657"/>
                      <a:pt x="7029" y="15000"/>
                      <a:pt x="12000" y="15000"/>
                    </a:cubicBezTo>
                    <a:cubicBezTo>
                      <a:pt x="16971" y="15000"/>
                      <a:pt x="21000" y="13657"/>
                      <a:pt x="21000" y="1200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</p:sp>
          <p:sp>
            <p:nvSpPr>
              <p:cNvPr id="10249" name="git-branch-0">
                <a:extLst xmlns:a="http://schemas.openxmlformats.org/drawingml/2006/main">
                  <a:ext uri="{FF2B5EF4-FFF2-40B4-BE49-F238E27FC236}">
                    <a16:creationId xmlns:a16="http://schemas.microsoft.com/office/drawing/2014/main" id="{2C24F141-F16C-45BD-9345-0568EC35181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386185" y="756399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5000" y="6000"/>
                    </a:moveTo>
                    <a:cubicBezTo>
                      <a:pt x="10029" y="6000"/>
                      <a:pt x="6000" y="10029"/>
                      <a:pt x="6000" y="15000"/>
                    </a:cubicBezTo>
                    <a:lnTo>
                      <a:pt x="6000" y="3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250" name="git-branch-1">
                <a:extLst xmlns:a="http://schemas.openxmlformats.org/drawingml/2006/main">
                  <a:ext uri="{FF2B5EF4-FFF2-40B4-BE49-F238E27FC236}">
                    <a16:creationId xmlns:a16="http://schemas.microsoft.com/office/drawing/2014/main" id="{D00207F2-4423-4916-A6F5-58C7C2061F2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588591" y="7604474"/>
                <a:ext cx="80962" cy="80962"/>
              </a:xfrm>
              <a:prstGeom xmlns:a="http://schemas.openxmlformats.org/drawingml/2006/main" prst="ellipse">
                <a:avLst/>
              </a:pr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251" name="git-branch-2">
                <a:extLst xmlns:a="http://schemas.openxmlformats.org/drawingml/2006/main">
                  <a:ext uri="{FF2B5EF4-FFF2-40B4-BE49-F238E27FC236}">
                    <a16:creationId xmlns:a16="http://schemas.microsoft.com/office/drawing/2014/main" id="{92F8728C-52BE-4609-A5FB-8033A3EA86E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426666" y="7766399"/>
                <a:ext cx="80962" cy="80962"/>
              </a:xfrm>
              <a:prstGeom xmlns:a="http://schemas.openxmlformats.org/drawingml/2006/main" prst="ellipse">
                <a:avLst/>
              </a:pr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</p:sp>
          <p:sp>
            <p:nvSpPr>
              <p:cNvPr id="10253" name="shield-check-0">
                <a:extLst xmlns:a="http://schemas.openxmlformats.org/drawingml/2006/main">
                  <a:ext uri="{FF2B5EF4-FFF2-40B4-BE49-F238E27FC236}">
                    <a16:creationId xmlns:a16="http://schemas.microsoft.com/office/drawing/2014/main" id="{4FC92B4E-BA1B-4BF7-9877-947AD3EBE30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934057" y="745426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0000" y="13000"/>
                    </a:moveTo>
                    <a:cubicBezTo>
                      <a:pt x="20000" y="18000"/>
                      <a:pt x="16500" y="20500"/>
                      <a:pt x="12340" y="21950"/>
                    </a:cubicBezTo>
                    <a:cubicBezTo>
                      <a:pt x="12122" y="22024"/>
                      <a:pt x="11886" y="22020"/>
                      <a:pt x="11670" y="21940"/>
                    </a:cubicBezTo>
                    <a:cubicBezTo>
                      <a:pt x="7500" y="20500"/>
                      <a:pt x="4000" y="18000"/>
                      <a:pt x="4000" y="13000"/>
                    </a:cubicBezTo>
                    <a:lnTo>
                      <a:pt x="4000" y="6000"/>
                    </a:lnTo>
                    <a:cubicBezTo>
                      <a:pt x="4000" y="5448"/>
                      <a:pt x="4448" y="5000"/>
                      <a:pt x="5000" y="5000"/>
                    </a:cubicBezTo>
                    <a:cubicBezTo>
                      <a:pt x="7000" y="5000"/>
                      <a:pt x="9500" y="3800"/>
                      <a:pt x="11240" y="2280"/>
                    </a:cubicBezTo>
                    <a:cubicBezTo>
                      <a:pt x="11678" y="1906"/>
                      <a:pt x="12322" y="1906"/>
                      <a:pt x="12760" y="2280"/>
                    </a:cubicBezTo>
                    <a:cubicBezTo>
                      <a:pt x="14510" y="3810"/>
                      <a:pt x="17000" y="5000"/>
                      <a:pt x="19000" y="5000"/>
                    </a:cubicBezTo>
                    <a:cubicBezTo>
                      <a:pt x="19552" y="5000"/>
                      <a:pt x="20000" y="5448"/>
                      <a:pt x="20000" y="6000"/>
                    </a:cubicBezTo>
                    <a:lnTo>
                      <a:pt x="20000" y="13000"/>
                    </a:lnTo>
                    <a:close/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</p:sp>
          <p:sp>
            <p:nvSpPr>
              <p:cNvPr id="10254" name="shield-check-1">
                <a:extLst xmlns:a="http://schemas.openxmlformats.org/drawingml/2006/main">
                  <a:ext uri="{FF2B5EF4-FFF2-40B4-BE49-F238E27FC236}">
                    <a16:creationId xmlns:a16="http://schemas.microsoft.com/office/drawing/2014/main" id="{62A9F032-81F3-4DCA-8D19-ECD4043D50E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934057" y="745426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9000" y="12000"/>
                    </a:moveTo>
                    <a:lnTo>
                      <a:pt x="11000" y="14000"/>
                    </a:lnTo>
                    <a:lnTo>
                      <a:pt x="15000" y="10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</p:sp>
        </p:grpSp>
      </p:grpSp>
    </p:spTree>
    <p:extLst>
      <p:ext uri="{BB962C8B-B14F-4D97-AF65-F5344CB8AC3E}">
        <p14:creationId xmlns:p14="http://schemas.microsoft.com/office/powerpoint/2010/main" val="2101032319"/>
      </p:ext>
    </p:extLst>
  </p:cSld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2026-10-21T08:48:17.9520000Z</dcterms:created>
  <dcterms:modified xsi:type="dcterms:W3CDTF">2026-10-21T08:48:17.9520000Z</dcterms:modified>
</coreProperties>
</file>