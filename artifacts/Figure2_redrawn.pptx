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184D"/>
    <a:srgbClr val="2D9B67"/>
    <a:srgbClr val="D1188E"/>
    <a:srgbClr val="092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4605"/>
  </p:normalViewPr>
  <p:slideViewPr>
    <p:cSldViewPr snapToGrid="0" snapToObjects="1">
      <p:cViewPr varScale="1">
        <p:scale>
          <a:sx n="132" d="100"/>
          <a:sy n="132" d="100"/>
        </p:scale>
        <p:origin x="9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206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871EBF-D82C-8821-DFC0-174AA2317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7772400" cy="43742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</Words>
  <Application>Microsoft Macintosh PowerPoint</Application>
  <PresentationFormat>宽屏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EpiGraph: Making Scientific Decisions Verifiable</dc:title>
  <dc:subject>EpiGraph vector reconstruction</dc:subject>
  <dc:creator>OpenAI</dc:creator>
  <cp:lastModifiedBy>Jiaming Ma</cp:lastModifiedBy>
  <cp:revision>5</cp:revision>
  <dcterms:created xsi:type="dcterms:W3CDTF">2026-09-19T10:41:12Z</dcterms:created>
  <dcterms:modified xsi:type="dcterms:W3CDTF">2026-09-20T06:45:03Z</dcterms:modified>
</cp:coreProperties>
</file>