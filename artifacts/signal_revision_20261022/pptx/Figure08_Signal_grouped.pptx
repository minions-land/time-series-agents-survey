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e7dacd23049f5" /><Relationship Type="http://schemas.openxmlformats.org/officeDocument/2006/relationships/extended-properties" Target="/docProps/app.xml" Id="R4839043827594ea6" /><Relationship Type="http://schemas.openxmlformats.org/officeDocument/2006/relationships/officeDocument" Target="/ppt/presentation.xml" Id="Ra6d9e426d87e49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52b56c79247de"/>
  </p:sldMasterIdLst>
  <p:notesMasterIdLst>
    <p:notesMasterId xmlns:r="http://schemas.openxmlformats.org/officeDocument/2006/relationships" r:id="Rf5fe093b147e42c1"/>
  </p:notesMasterIdLst>
  <p:sldIdLst>
    <p:sldId xmlns:r="http://schemas.openxmlformats.org/officeDocument/2006/relationships" id="256" r:id="R017222573c684c3a"/>
  </p:sldIdLst>
  <p:sldSz cx="16459200" cy="11100816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f00c6d4da142d5" /><Relationship Type="http://schemas.openxmlformats.org/officeDocument/2006/relationships/slideMaster" Target="/ppt/slideMasters/slideMaster1.xml" Id="R59952b56c79247de" /><Relationship Type="http://schemas.openxmlformats.org/officeDocument/2006/relationships/notesMaster" Target="/ppt/notesMasters/notesMaster1.xml" Id="Rf5fe093b147e42c1" /><Relationship Type="http://schemas.openxmlformats.org/officeDocument/2006/relationships/presProps" Target="/ppt/presProps.xml" Id="R661be6a2b0484883" /><Relationship Type="http://schemas.openxmlformats.org/officeDocument/2006/relationships/viewProps" Target="/ppt/viewProps.xml" Id="R0ff7f05e22b5492f" /><Relationship Type="http://schemas.openxmlformats.org/officeDocument/2006/relationships/tableStyles" Target="/ppt/tableStyles.xml" Id="Rdfdf97bd06b046d6" /><Relationship Type="http://schemas.openxmlformats.org/officeDocument/2006/relationships/slide" Target="/ppt/slides/slide1.xml" Id="R017222573c684c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9854ff53945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ec72f7ca6e4d2f" /><Relationship Type="http://schemas.openxmlformats.org/officeDocument/2006/relationships/notesMaster" Target="/ppt/notesMasters/notesMaster1.xml" Id="R4a2d11b61fb0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Revised Figure 08.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31fc3f1b843c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dca70fa3949a7" /><Relationship Type="http://schemas.openxmlformats.org/officeDocument/2006/relationships/slideLayout" Target="/ppt/slideLayouts/slideLayout1.xml" Id="R3f09c8d4c42545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9c8d4c42545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f4b101214434" /><Relationship Type="http://schemas.openxmlformats.org/officeDocument/2006/relationships/notesSlide" Target="/ppt/notesSlides/notesSlide1.xml" Id="R093362ba43bb48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005" name="Figure 8 — ungroup into four task workflows"/>
          <p:cNvGrpSpPr/>
          <p:nvPr/>
        </p:nvGrpSpPr>
        <p:grpSpPr>
          <ns1:xfrm xmlns:ns1="http://schemas.openxmlformats.org/drawingml/2006/main">
            <ns1:off x="219456" y="201168"/>
            <ns1:ext cx="16020288" cy="10735056"/>
            <ns1:chOff x="219456" y="201168"/>
            <ns1:chExt cx="16020288" cy="10735056"/>
          </ns1:xfrm>
        </p:grpSpPr>
        <p:grpSp>
          <p:nvGrpSpPr>
            <p:cNvPr id="50000" name="Title and key"/>
            <p:cNvGrpSpPr/>
            <p:nvPr/>
          </p:nvGrpSpPr>
          <p:grpSpPr>
            <ns1:xfrm xmlns:ns1="http://schemas.openxmlformats.org/drawingml/2006/main">
              <ns1:off x="219456" y="201168"/>
              <ns1:ext cx="16020288" cy="493776"/>
              <ns1:chOff x="219456" y="201168"/>
              <ns1:chExt cx="16020288" cy="493776"/>
            </ns1:xfrm>
          </p:grpSpPr>
          <p:sp>
            <p:nvSpPr>
              <p:cNvPr id="2" name="title-and-role-key-001">
                <a:extLst xmlns:a="http://schemas.openxmlformats.org/drawingml/2006/main">
                  <a:ext uri="{FF2B5EF4-FFF2-40B4-BE49-F238E27FC236}">
                    <a16:creationId xmlns:a16="http://schemas.microsoft.com/office/drawing/2014/main" id="{469CDDD8-A2BA-41E0-B7F0-8730AA51FD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7754112" y="310896"/>
                <a:ext cx="402336" cy="237744"/>
              </a:xfrm>
              <a:prstGeom xmlns:a="http://schemas.openxmlformats.org/drawingml/2006/main" prst="roundRect">
                <a:avLst>
                  <a:gd name="adj" fmla="val 34615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" name="title-and-role-key-003">
                <a:extLst xmlns:a="http://schemas.openxmlformats.org/drawingml/2006/main">
                  <a:ext uri="{FF2B5EF4-FFF2-40B4-BE49-F238E27FC236}">
                    <a16:creationId xmlns:a16="http://schemas.microsoft.com/office/drawing/2014/main" id="{1912D9E7-60DB-447D-9730-52B0703B50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310896"/>
                <a:ext cx="402336" cy="237744"/>
              </a:xfrm>
              <a:prstGeom xmlns:a="http://schemas.openxmlformats.org/drawingml/2006/main" prst="roundRect">
                <a:avLst>
                  <a:gd name="adj" fmla="val 11538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" name="title-and-role-key-005">
                <a:extLst xmlns:a="http://schemas.openxmlformats.org/drawingml/2006/main">
                  <a:ext uri="{FF2B5EF4-FFF2-40B4-BE49-F238E27FC236}">
                    <a16:creationId xmlns:a16="http://schemas.microsoft.com/office/drawing/2014/main" id="{0390C478-9482-4119-AD43-E2D43B736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56464" y="358018"/>
                <a:ext cx="420624" cy="11198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5" name="title-and-role-key-007">
                <a:extLst xmlns:a="http://schemas.openxmlformats.org/drawingml/2006/main">
                  <a:ext uri="{FF2B5EF4-FFF2-40B4-BE49-F238E27FC236}">
                    <a16:creationId xmlns:a16="http://schemas.microsoft.com/office/drawing/2014/main" id="{7B11BF7F-D337-4D50-A7D9-7D267B5D9B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429768"/>
                <a:ext cx="4023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76675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" name="title-and-role-key-009">
                <a:extLst xmlns:a="http://schemas.openxmlformats.org/drawingml/2006/main">
                  <a:ext uri="{FF2B5EF4-FFF2-40B4-BE49-F238E27FC236}">
                    <a16:creationId xmlns:a16="http://schemas.microsoft.com/office/drawing/2014/main" id="{420BC5B0-954C-4E62-B8CB-9E1D67E60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694944"/>
                <a:ext cx="1602028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DCE2E7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" name="title-and-role-key-000">
                <a:extLst xmlns:a="http://schemas.openxmlformats.org/drawingml/2006/main">
                  <a:ext uri="{FF2B5EF4-FFF2-40B4-BE49-F238E27FC236}">
                    <a16:creationId xmlns:a16="http://schemas.microsoft.com/office/drawing/2014/main" id="{AA5B0420-F8B7-4F4F-B75E-C445497A27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37744" y="201168"/>
                <a:ext cx="694944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64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Task-Specific Time-Series Harness</a:t>
                </a:r>
                <a:endParaRPr sz="2640">
                  <a:latin typeface="Comic Sans MS"/>
                </a:endParaRPr>
              </a:p>
            </p:txBody>
          </p:sp>
          <p:sp>
            <p:nvSpPr>
              <p:cNvPr id="8" name="title-and-role-key-002">
                <a:extLst xmlns:a="http://schemas.openxmlformats.org/drawingml/2006/main">
                  <a:ext uri="{FF2B5EF4-FFF2-40B4-BE49-F238E27FC236}">
                    <a16:creationId xmlns:a16="http://schemas.microsoft.com/office/drawing/2014/main" id="{0077FF00-4471-4A9E-A8F2-D6638CAC6C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247888" y="310896"/>
                <a:ext cx="219456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Agent / harness operation</a:t>
                </a:r>
                <a:endParaRPr sz="1232">
                  <a:latin typeface="Comic Sans MS"/>
                </a:endParaRPr>
              </a:p>
            </p:txBody>
          </p:sp>
          <p:sp>
            <p:nvSpPr>
              <p:cNvPr id="9" name="title-and-role-key-004">
                <a:extLst xmlns:a="http://schemas.openxmlformats.org/drawingml/2006/main">
                  <a:ext uri="{FF2B5EF4-FFF2-40B4-BE49-F238E27FC236}">
                    <a16:creationId xmlns:a16="http://schemas.microsoft.com/office/drawing/2014/main" id="{CD2FE485-5750-4D40-8FE9-ADAAF154B9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10544" y="310896"/>
                <a:ext cx="13716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TS model / tool</a:t>
                </a:r>
                <a:endParaRPr sz="1232">
                  <a:latin typeface="Comic Sans MS"/>
                </a:endParaRPr>
              </a:p>
            </p:txBody>
          </p:sp>
          <p:sp>
            <p:nvSpPr>
              <p:cNvPr id="10" name="title-and-role-key-006">
                <a:extLst xmlns:a="http://schemas.openxmlformats.org/drawingml/2006/main">
                  <a:ext uri="{FF2B5EF4-FFF2-40B4-BE49-F238E27FC236}">
                    <a16:creationId xmlns:a16="http://schemas.microsoft.com/office/drawing/2014/main" id="{7CB4536C-7FFF-46E2-8C07-4DF07E08F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368528" y="310896"/>
                <a:ext cx="118872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Data / output</a:t>
                </a:r>
                <a:endParaRPr sz="1232">
                  <a:latin typeface="Comic Sans MS"/>
                </a:endParaRPr>
              </a:p>
            </p:txBody>
          </p:sp>
          <p:sp>
            <p:nvSpPr>
              <p:cNvPr id="11" name="title-and-role-key-008">
                <a:extLst xmlns:a="http://schemas.openxmlformats.org/drawingml/2006/main">
                  <a:ext uri="{FF2B5EF4-FFF2-40B4-BE49-F238E27FC236}">
                    <a16:creationId xmlns:a16="http://schemas.microsoft.com/office/drawing/2014/main" id="{50419582-4C1F-4DE2-95DC-BAB1F80F2B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25344" y="310896"/>
                <a:ext cx="9144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Feedback</a:t>
                </a:r>
                <a:endParaRPr sz="1232">
                  <a:latin typeface="Comic Sans MS"/>
                </a:endParaRPr>
              </a:p>
            </p:txBody>
          </p:sp>
        </p:grpSp>
        <p:grpSp>
          <p:nvGrpSpPr>
            <p:cNvPr id="50001" name="Forecasting"/>
            <p:cNvGrpSpPr/>
            <p:nvPr/>
          </p:nvGrpSpPr>
          <p:grpSpPr>
            <ns1:xfrm xmlns:ns1="http://schemas.openxmlformats.org/drawingml/2006/main">
              <ns1:off x="219456" y="841248"/>
              <ns1:ext cx="7900416" cy="4937760"/>
              <ns1:chOff x="219456" y="841248"/>
              <ns1:chExt cx="7900416" cy="4937760"/>
            </ns1:xfrm>
          </p:grpSpPr>
          <p:sp>
            <p:nvSpPr>
              <p:cNvPr id="12" name="forecast-010">
                <a:extLst xmlns:a="http://schemas.openxmlformats.org/drawingml/2006/main">
                  <a:ext uri="{FF2B5EF4-FFF2-40B4-BE49-F238E27FC236}">
                    <a16:creationId xmlns:a16="http://schemas.microsoft.com/office/drawing/2014/main" id="{A254C5AD-3150-41F1-BABE-1E896F5750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6FC"/>
              </a:solidFill>
              <a:ln xmlns:a="http://schemas.openxmlformats.org/drawingml/2006/main" w="12700">
                <a:solidFill>
                  <a:srgbClr val="D4E2F1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" name="forecast-014">
                <a:extLst xmlns:a="http://schemas.openxmlformats.org/drawingml/2006/main">
                  <a:ext uri="{FF2B5EF4-FFF2-40B4-BE49-F238E27FC236}">
                    <a16:creationId xmlns:a16="http://schemas.microsoft.com/office/drawing/2014/main" id="{A83AF0C2-7F02-468B-BED9-81EF139037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4E2F1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" name="forecast-016">
                <a:extLst xmlns:a="http://schemas.openxmlformats.org/drawingml/2006/main">
                  <a:ext uri="{FF2B5EF4-FFF2-40B4-BE49-F238E27FC236}">
                    <a16:creationId xmlns:a16="http://schemas.microsoft.com/office/drawing/2014/main" id="{5E02D6BA-835E-492F-B061-C56FE59F34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548335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CE8F5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" name="forecast-043">
                <a:extLst xmlns:a="http://schemas.openxmlformats.org/drawingml/2006/main">
                  <a:ext uri="{FF2B5EF4-FFF2-40B4-BE49-F238E27FC236}">
                    <a16:creationId xmlns:a16="http://schemas.microsoft.com/office/drawing/2014/main" id="{9EA24D26-5DFB-43BF-892E-AAF9827363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7048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6545"/>
                    </a:moveTo>
                    <a:cubicBezTo>
                      <a:pt x="900" y="15702"/>
                      <a:pt x="3600" y="12791"/>
                      <a:pt x="5400" y="11489"/>
                    </a:cubicBezTo>
                    <a:cubicBezTo>
                      <a:pt x="7200" y="10187"/>
                      <a:pt x="9000" y="10111"/>
                      <a:pt x="10800" y="8732"/>
                    </a:cubicBezTo>
                    <a:cubicBezTo>
                      <a:pt x="12600" y="7353"/>
                      <a:pt x="14400" y="4672"/>
                      <a:pt x="16200" y="3217"/>
                    </a:cubicBezTo>
                    <a:cubicBezTo>
                      <a:pt x="18000" y="1762"/>
                      <a:pt x="20700" y="536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CE8F5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6" name="forecast-017">
                <a:extLst xmlns:a="http://schemas.openxmlformats.org/drawingml/2006/main">
                  <a:ext uri="{FF2B5EF4-FFF2-40B4-BE49-F238E27FC236}">
                    <a16:creationId xmlns:a16="http://schemas.microsoft.com/office/drawing/2014/main" id="{F9A1B530-37CD-432A-8177-4922AE819C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3419856"/>
                <a:ext cx="1152144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" name="forecast-023">
                <a:extLst xmlns:a="http://schemas.openxmlformats.org/drawingml/2006/main">
                  <a:ext uri="{FF2B5EF4-FFF2-40B4-BE49-F238E27FC236}">
                    <a16:creationId xmlns:a16="http://schemas.microsoft.com/office/drawing/2014/main" id="{63B80B76-CB03-4917-95BA-400CF0BC3E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75104" y="2450592"/>
                <a:ext cx="932688" cy="1298448"/>
              </a:xfrm>
              <a:prstGeom xmlns:a="http://schemas.openxmlformats.org/drawingml/2006/main" prst="roundRect">
                <a:avLst>
                  <a:gd name="adj" fmla="val 78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8E9DAA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" name="forecast-032">
                <a:extLst xmlns:a="http://schemas.openxmlformats.org/drawingml/2006/main">
                  <a:ext uri="{FF2B5EF4-FFF2-40B4-BE49-F238E27FC236}">
                    <a16:creationId xmlns:a16="http://schemas.microsoft.com/office/drawing/2014/main" id="{5744763C-24B1-486E-A7C9-A17B561544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91840" y="3419856"/>
                <a:ext cx="107899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" name="forecast-044">
                <a:extLst xmlns:a="http://schemas.openxmlformats.org/drawingml/2006/main">
                  <a:ext uri="{FF2B5EF4-FFF2-40B4-BE49-F238E27FC236}">
                    <a16:creationId xmlns:a16="http://schemas.microsoft.com/office/drawing/2014/main" id="{1B1F7479-0CAC-4D82-82ED-AD7FB01599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25312" y="3419856"/>
                <a:ext cx="14447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" name="forecast-011">
                <a:extLst xmlns:a="http://schemas.openxmlformats.org/drawingml/2006/main">
                  <a:ext uri="{FF2B5EF4-FFF2-40B4-BE49-F238E27FC236}">
                    <a16:creationId xmlns:a16="http://schemas.microsoft.com/office/drawing/2014/main" id="{DAC82018-C993-4DF7-82D4-B0A993BEFE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2F6CA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1" name="forecast-020">
                <a:extLst xmlns:a="http://schemas.openxmlformats.org/drawingml/2006/main">
                  <a:ext uri="{FF2B5EF4-FFF2-40B4-BE49-F238E27FC236}">
                    <a16:creationId xmlns:a16="http://schemas.microsoft.com/office/drawing/2014/main" id="{6103BE44-3CC9-4117-B97D-9011C32A52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00784" y="1682496"/>
                <a:ext cx="14813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2" name="forecast-024">
                <a:extLst xmlns:a="http://schemas.openxmlformats.org/drawingml/2006/main">
                  <a:ext uri="{FF2B5EF4-FFF2-40B4-BE49-F238E27FC236}">
                    <a16:creationId xmlns:a16="http://schemas.microsoft.com/office/drawing/2014/main" id="{72C8D4E6-A0A1-4D39-8DA6-840CA21FB6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3" name="forecast-026">
                <a:extLst xmlns:a="http://schemas.openxmlformats.org/drawingml/2006/main">
                  <a:ext uri="{FF2B5EF4-FFF2-40B4-BE49-F238E27FC236}">
                    <a16:creationId xmlns:a16="http://schemas.microsoft.com/office/drawing/2014/main" id="{10E66928-E4D7-4196-B9D7-0757E1B38E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4" name="forecast-028">
                <a:extLst xmlns:a="http://schemas.openxmlformats.org/drawingml/2006/main">
                  <a:ext uri="{FF2B5EF4-FFF2-40B4-BE49-F238E27FC236}">
                    <a16:creationId xmlns:a16="http://schemas.microsoft.com/office/drawing/2014/main" id="{5F8ADB54-6CF3-421A-A684-2428DD1EC2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5" name="forecast-036">
                <a:extLst xmlns:a="http://schemas.openxmlformats.org/drawingml/2006/main">
                  <a:ext uri="{FF2B5EF4-FFF2-40B4-BE49-F238E27FC236}">
                    <a16:creationId xmlns:a16="http://schemas.microsoft.com/office/drawing/2014/main" id="{3F278CF6-79A9-4DB6-A491-153EA8DAD2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B9C4CE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6" name="forecast-039">
                <a:extLst xmlns:a="http://schemas.openxmlformats.org/drawingml/2006/main">
                  <a:ext uri="{FF2B5EF4-FFF2-40B4-BE49-F238E27FC236}">
                    <a16:creationId xmlns:a16="http://schemas.microsoft.com/office/drawing/2014/main" id="{6CE38BF0-10ED-46F6-B49E-538D454DDD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18304" y="2916936"/>
                <a:ext cx="8229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7" name="forecast-048">
                <a:extLst xmlns:a="http://schemas.openxmlformats.org/drawingml/2006/main">
                  <a:ext uri="{FF2B5EF4-FFF2-40B4-BE49-F238E27FC236}">
                    <a16:creationId xmlns:a16="http://schemas.microsoft.com/office/drawing/2014/main" id="{83ED95CA-C5A5-4F8D-B3AF-C0157E7CA9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4407408"/>
                <a:ext cx="142646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8" name="forecast-051">
                <a:extLst xmlns:a="http://schemas.openxmlformats.org/drawingml/2006/main">
                  <a:ext uri="{FF2B5EF4-FFF2-40B4-BE49-F238E27FC236}">
                    <a16:creationId xmlns:a16="http://schemas.microsoft.com/office/drawing/2014/main" id="{62DE0805-8BFC-4B8A-8746-4383BC4FDC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231136" y="4334256"/>
                <a:ext cx="219456" cy="49377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2F6CA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9" name="forecast-052">
                <a:extLst xmlns:a="http://schemas.openxmlformats.org/drawingml/2006/main">
                  <a:ext uri="{FF2B5EF4-FFF2-40B4-BE49-F238E27FC236}">
                    <a16:creationId xmlns:a16="http://schemas.microsoft.com/office/drawing/2014/main" id="{323AA17D-230A-4966-AB78-1E2A1AF771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23744" y="4590288"/>
                <a:ext cx="219456" cy="23774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B5C0CA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0" name="forecast-055">
                <a:extLst xmlns:a="http://schemas.openxmlformats.org/drawingml/2006/main">
                  <a:ext uri="{FF2B5EF4-FFF2-40B4-BE49-F238E27FC236}">
                    <a16:creationId xmlns:a16="http://schemas.microsoft.com/office/drawing/2014/main" id="{022802BC-EAE1-4218-94AB-16C4966FAD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169664" y="440740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1" name="forecast-018">
                <a:extLst xmlns:a="http://schemas.openxmlformats.org/drawingml/2006/main">
                  <a:ext uri="{FF2B5EF4-FFF2-40B4-BE49-F238E27FC236}">
                    <a16:creationId xmlns:a16="http://schemas.microsoft.com/office/drawing/2014/main" id="{A9B29840-EFA9-480C-9520-265B8B15FB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35631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2" name="forecast-033">
                <a:extLst xmlns:a="http://schemas.openxmlformats.org/drawingml/2006/main">
                  <a:ext uri="{FF2B5EF4-FFF2-40B4-BE49-F238E27FC236}">
                    <a16:creationId xmlns:a16="http://schemas.microsoft.com/office/drawing/2014/main" id="{7A83F5C5-079E-4B9D-A398-196532013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2882189"/>
                <a:ext cx="1005840" cy="39685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3" name="forecast-042">
                <a:extLst xmlns:a="http://schemas.openxmlformats.org/drawingml/2006/main">
                  <a:ext uri="{FF2B5EF4-FFF2-40B4-BE49-F238E27FC236}">
                    <a16:creationId xmlns:a16="http://schemas.microsoft.com/office/drawing/2014/main" id="{6AB07E02-69FA-4133-A35E-66EFB9C3BA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90017"/>
                <a:ext cx="1371600" cy="46488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000000"/>
                </a:solidFill>
                <a:tailEnd type="none"/>
                <a:prstDash val="dash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4" name="forecast-045">
                <a:extLst xmlns:a="http://schemas.openxmlformats.org/drawingml/2006/main">
                  <a:ext uri="{FF2B5EF4-FFF2-40B4-BE49-F238E27FC236}">
                    <a16:creationId xmlns:a16="http://schemas.microsoft.com/office/drawing/2014/main" id="{E3B9635E-5888-44C1-A12D-FDDB567B8C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53986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900" y="20500"/>
                      <a:pt x="3600" y="16700"/>
                      <a:pt x="5400" y="15000"/>
                    </a:cubicBezTo>
                    <a:cubicBezTo>
                      <a:pt x="7200" y="13300"/>
                      <a:pt x="9000" y="13200"/>
                      <a:pt x="10800" y="11400"/>
                    </a:cubicBezTo>
                    <a:cubicBezTo>
                      <a:pt x="12600" y="9600"/>
                      <a:pt x="14400" y="6100"/>
                      <a:pt x="16200" y="4200"/>
                    </a:cubicBezTo>
                    <a:cubicBezTo>
                      <a:pt x="18000" y="2300"/>
                      <a:pt x="20700" y="700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9209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5" name="forecast-022">
                <a:extLst xmlns:a="http://schemas.openxmlformats.org/drawingml/2006/main">
                  <a:ext uri="{FF2B5EF4-FFF2-40B4-BE49-F238E27FC236}">
                    <a16:creationId xmlns:a16="http://schemas.microsoft.com/office/drawing/2014/main" id="{262DC447-5DB4-44FE-B043-2755677C5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2066544"/>
                <a:ext cx="9144" cy="3474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6" name="forecast-030">
                <a:extLst xmlns:a="http://schemas.openxmlformats.org/drawingml/2006/main">
                  <a:ext uri="{FF2B5EF4-FFF2-40B4-BE49-F238E27FC236}">
                    <a16:creationId xmlns:a16="http://schemas.microsoft.com/office/drawing/2014/main" id="{B7845F67-8B8E-43AF-ADFA-32EA14F54F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45920" y="309981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7" name="forecast-031">
                <a:extLst xmlns:a="http://schemas.openxmlformats.org/drawingml/2006/main">
                  <a:ext uri="{FF2B5EF4-FFF2-40B4-BE49-F238E27FC236}">
                    <a16:creationId xmlns:a16="http://schemas.microsoft.com/office/drawing/2014/main" id="{CF7061E1-C57A-4316-A4C4-57F2EB7073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944368" y="3099816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8" name="forecast-035">
                <a:extLst xmlns:a="http://schemas.openxmlformats.org/drawingml/2006/main">
                  <a:ext uri="{FF2B5EF4-FFF2-40B4-BE49-F238E27FC236}">
                    <a16:creationId xmlns:a16="http://schemas.microsoft.com/office/drawing/2014/main" id="{E2B8BDA7-573E-46B4-AD6D-AAACED7B22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0740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39" name="forecast-038">
                <a:extLst xmlns:a="http://schemas.openxmlformats.org/drawingml/2006/main">
                  <a:ext uri="{FF2B5EF4-FFF2-40B4-BE49-F238E27FC236}">
                    <a16:creationId xmlns:a16="http://schemas.microsoft.com/office/drawing/2014/main" id="{309DDA42-4DF5-4084-8CAB-9DBC5D4B9C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129784" y="2450592"/>
                <a:ext cx="9144" cy="4206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0" name="forecast-041">
                <a:extLst xmlns:a="http://schemas.openxmlformats.org/drawingml/2006/main">
                  <a:ext uri="{FF2B5EF4-FFF2-40B4-BE49-F238E27FC236}">
                    <a16:creationId xmlns:a16="http://schemas.microsoft.com/office/drawing/2014/main" id="{D5467EB8-87D8-4C02-AFB6-212F2A990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9612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1" name="forecast-047">
                <a:extLst xmlns:a="http://schemas.openxmlformats.org/drawingml/2006/main">
                  <a:ext uri="{FF2B5EF4-FFF2-40B4-BE49-F238E27FC236}">
                    <a16:creationId xmlns:a16="http://schemas.microsoft.com/office/drawing/2014/main" id="{6DB13424-85D9-4DFF-B719-49E9A70C47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24128" y="3730752"/>
                <a:ext cx="9144" cy="6400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2" name="forecast-050">
                <a:extLst xmlns:a="http://schemas.openxmlformats.org/drawingml/2006/main">
                  <a:ext uri="{FF2B5EF4-FFF2-40B4-BE49-F238E27FC236}">
                    <a16:creationId xmlns:a16="http://schemas.microsoft.com/office/drawing/2014/main" id="{B18FC767-BFD7-4160-AF97-418B492DF4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01952" y="459028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3" name="forecast-053">
                <a:extLst xmlns:a="http://schemas.openxmlformats.org/drawingml/2006/main">
                  <a:ext uri="{FF2B5EF4-FFF2-40B4-BE49-F238E27FC236}">
                    <a16:creationId xmlns:a16="http://schemas.microsoft.com/office/drawing/2014/main" id="{00E5107E-2293-4D84-BC4E-D1E34A3F08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57984" y="4837176"/>
                <a:ext cx="67665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AAB5BF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4" name="forecast-057">
                <a:extLst xmlns:a="http://schemas.openxmlformats.org/drawingml/2006/main">
                  <a:ext uri="{FF2B5EF4-FFF2-40B4-BE49-F238E27FC236}">
                    <a16:creationId xmlns:a16="http://schemas.microsoft.com/office/drawing/2014/main" id="{F681BD3E-B9E6-402D-94E4-F109BCE59B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42432" y="3493008"/>
                <a:ext cx="1700784" cy="10972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6CA8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5" name="forecast-059">
                <a:extLst xmlns:a="http://schemas.openxmlformats.org/drawingml/2006/main">
                  <a:ext uri="{FF2B5EF4-FFF2-40B4-BE49-F238E27FC236}">
                    <a16:creationId xmlns:a16="http://schemas.microsoft.com/office/drawing/2014/main" id="{9B0F3DD4-4F50-4FFD-81F9-31B774930F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3785616"/>
                <a:ext cx="1673352" cy="8046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19003" y="21600"/>
                    </a:lnTo>
                    <a:lnTo>
                      <a:pt x="19003" y="5891"/>
                    </a:lnTo>
                    <a:lnTo>
                      <a:pt x="0" y="5891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6CA8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46" name="forecast-012">
                <a:extLst xmlns:a="http://schemas.openxmlformats.org/drawingml/2006/main">
                  <a:ext uri="{FF2B5EF4-FFF2-40B4-BE49-F238E27FC236}">
                    <a16:creationId xmlns:a16="http://schemas.microsoft.com/office/drawing/2014/main" id="{7E853A32-A8B6-4990-95E9-FF2F982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Comic Sans MS"/>
                    <a:ea typeface="Times New Roman"/>
                    <a:cs typeface="Times New Roman"/>
                  </a:rPr>
                  <a:t>a</a:t>
                </a:r>
                <a:endParaRPr sz="1496">
                  <a:latin typeface="Comic Sans MS"/>
                </a:endParaRPr>
              </a:p>
            </p:txBody>
          </p:sp>
          <p:sp>
            <p:nvSpPr>
              <p:cNvPr id="47" name="forecast-013">
                <a:extLst xmlns:a="http://schemas.openxmlformats.org/drawingml/2006/main">
                  <a:ext uri="{FF2B5EF4-FFF2-40B4-BE49-F238E27FC236}">
                    <a16:creationId xmlns:a16="http://schemas.microsoft.com/office/drawing/2014/main" id="{4E82BA6F-634B-4389-B070-A2DD0EC76D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Forecasting and prediction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48" name="forecast-015">
                <a:extLst xmlns:a="http://schemas.openxmlformats.org/drawingml/2006/main">
                  <a:ext uri="{FF2B5EF4-FFF2-40B4-BE49-F238E27FC236}">
                    <a16:creationId xmlns:a16="http://schemas.microsoft.com/office/drawing/2014/main" id="{700F458A-5B1B-46CC-B3B2-3DE73A06B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F6CA8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Forecast error / calibration</a:t>
                </a:r>
                <a:endParaRPr sz="1400"/>
              </a:p>
            </p:txBody>
          </p:sp>
          <p:sp>
            <p:nvSpPr>
              <p:cNvPr id="49" name="forecast-019">
                <a:extLst xmlns:a="http://schemas.openxmlformats.org/drawingml/2006/main">
                  <a:ext uri="{FF2B5EF4-FFF2-40B4-BE49-F238E27FC236}">
                    <a16:creationId xmlns:a16="http://schemas.microsoft.com/office/drawing/2014/main" id="{3B7F44FC-EEB3-40BD-8D9A-16AA27F3F8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History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0" name="forecast-021">
                <a:extLst xmlns:a="http://schemas.openxmlformats.org/drawingml/2006/main">
                  <a:ext uri="{FF2B5EF4-FFF2-40B4-BE49-F238E27FC236}">
                    <a16:creationId xmlns:a16="http://schemas.microsoft.com/office/drawing/2014/main" id="{2127EA46-0A3E-4F2E-A8E6-52A40485B8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1682496"/>
                <a:ext cx="13716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376A0"/>
                    </a:solidFill>
                    <a:latin typeface="Comic Sans MS"/>
                    <a:ea typeface="Times New Roman"/>
                    <a:cs typeface="Times New Roman"/>
                  </a:rPr>
                  <a:t>Select models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51" name="forecast-025">
                <a:extLst xmlns:a="http://schemas.openxmlformats.org/drawingml/2006/main">
                  <a:ext uri="{FF2B5EF4-FFF2-40B4-BE49-F238E27FC236}">
                    <a16:creationId xmlns:a16="http://schemas.microsoft.com/office/drawing/2014/main" id="{6E7B9435-B6CB-474A-B6DB-54C57CA54A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M1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2" name="forecast-027">
                <a:extLst xmlns:a="http://schemas.openxmlformats.org/drawingml/2006/main">
                  <a:ext uri="{FF2B5EF4-FFF2-40B4-BE49-F238E27FC236}">
                    <a16:creationId xmlns:a16="http://schemas.microsoft.com/office/drawing/2014/main" id="{9DB1D78C-1B35-483B-8864-6CF56076F4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M2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3" name="forecast-029">
                <a:extLst xmlns:a="http://schemas.openxmlformats.org/drawingml/2006/main">
                  <a:ext uri="{FF2B5EF4-FFF2-40B4-BE49-F238E27FC236}">
                    <a16:creationId xmlns:a16="http://schemas.microsoft.com/office/drawing/2014/main" id="{62F8A30C-8A53-4DF0-8309-B071DC8F71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M3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4" name="forecast-034">
                <a:extLst xmlns:a="http://schemas.openxmlformats.org/drawingml/2006/main">
                  <a:ext uri="{FF2B5EF4-FFF2-40B4-BE49-F238E27FC236}">
                    <a16:creationId xmlns:a16="http://schemas.microsoft.com/office/drawing/2014/main" id="{EC3F6FC6-21DF-4A11-AF9C-4BB26C7559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82696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Baseline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5" name="forecast-037">
                <a:extLst xmlns:a="http://schemas.openxmlformats.org/drawingml/2006/main">
                  <a:ext uri="{FF2B5EF4-FFF2-40B4-BE49-F238E27FC236}">
                    <a16:creationId xmlns:a16="http://schemas.microsoft.com/office/drawing/2014/main" id="{1507FB1E-E17F-4D69-9D3E-F14273EE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Context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56" name="forecast-040">
                <a:extLst xmlns:a="http://schemas.openxmlformats.org/drawingml/2006/main">
                  <a:ext uri="{FF2B5EF4-FFF2-40B4-BE49-F238E27FC236}">
                    <a16:creationId xmlns:a16="http://schemas.microsoft.com/office/drawing/2014/main" id="{60028F9E-E3B8-4230-9615-5A1CE78A06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73168" y="2916936"/>
                <a:ext cx="7132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376A0"/>
                    </a:solidFill>
                    <a:latin typeface="Comic Sans MS"/>
                    <a:ea typeface="Times New Roman"/>
                    <a:cs typeface="Times New Roman"/>
                  </a:rPr>
                  <a:t>Revise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57" name="forecast-046">
                <a:extLst xmlns:a="http://schemas.openxmlformats.org/drawingml/2006/main">
                  <a:ext uri="{FF2B5EF4-FFF2-40B4-BE49-F238E27FC236}">
                    <a16:creationId xmlns:a16="http://schemas.microsoft.com/office/drawing/2014/main" id="{6314E5FB-E366-46B6-86BA-21A7350A13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099048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Revised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58" name="forecast-049">
                <a:extLst xmlns:a="http://schemas.openxmlformats.org/drawingml/2006/main">
                  <a:ext uri="{FF2B5EF4-FFF2-40B4-BE49-F238E27FC236}">
                    <a16:creationId xmlns:a16="http://schemas.microsoft.com/office/drawing/2014/main" id="{5D411789-D939-4425-97F1-40E1E618F5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5488" y="4407408"/>
                <a:ext cx="131673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376A0"/>
                    </a:solidFill>
                    <a:latin typeface="Comic Sans MS"/>
                    <a:ea typeface="Times New Roman"/>
                    <a:cs typeface="Times New Roman"/>
                  </a:rPr>
                  <a:t>Predict event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59" name="forecast-054">
                <a:extLst xmlns:a="http://schemas.openxmlformats.org/drawingml/2006/main">
                  <a:ext uri="{FF2B5EF4-FFF2-40B4-BE49-F238E27FC236}">
                    <a16:creationId xmlns:a16="http://schemas.microsoft.com/office/drawing/2014/main" id="{B70D94FD-2ABD-40BC-805D-5A06E81252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7672" y="4864608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576675"/>
                    </a:solidFill>
                    <a:latin typeface="Comic Sans MS"/>
                    <a:ea typeface="Times New Roman"/>
                    <a:cs typeface="Times New Roman"/>
                  </a:rPr>
                  <a:t>Probability</a:t>
                </a:r>
                <a:endParaRPr sz="1232">
                  <a:latin typeface="Comic Sans MS"/>
                </a:endParaRPr>
              </a:p>
            </p:txBody>
          </p:sp>
          <p:sp>
            <p:nvSpPr>
              <p:cNvPr id="60" name="forecast-056">
                <a:extLst xmlns:a="http://schemas.openxmlformats.org/drawingml/2006/main">
                  <a:ext uri="{FF2B5EF4-FFF2-40B4-BE49-F238E27FC236}">
                    <a16:creationId xmlns:a16="http://schemas.microsoft.com/office/drawing/2014/main" id="{E81DBF2B-491D-495A-B592-CB58F22498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24528" y="440740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376A0"/>
                    </a:solidFill>
                    <a:latin typeface="Comic Sans MS"/>
                    <a:ea typeface="Times New Roman"/>
                    <a:cs typeface="Times New Roman"/>
                  </a:rPr>
                  <a:t>Refine prompt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61" name="forecast-058">
                <a:extLst xmlns:a="http://schemas.openxmlformats.org/drawingml/2006/main">
                  <a:ext uri="{FF2B5EF4-FFF2-40B4-BE49-F238E27FC236}">
                    <a16:creationId xmlns:a16="http://schemas.microsoft.com/office/drawing/2014/main" id="{98D66507-E91B-4CBD-B3AC-3AB37FC21EC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815584" y="4334256"/>
                <a:ext cx="146304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F6CA8"/>
                    </a:solidFill>
                    <a:latin typeface="Comic Sans MS"/>
                    <a:ea typeface="Times New Roman"/>
                    <a:cs typeface="Times New Roman"/>
                  </a:rPr>
                  <a:t>Observed error</a:t>
                </a:r>
                <a:endParaRPr sz="1188">
                  <a:latin typeface="Comic Sans MS"/>
                </a:endParaRPr>
              </a:p>
            </p:txBody>
          </p:sp>
          <p:sp>
            <p:nvSpPr>
              <p:cNvPr id="10177" name="layers-0">
                <a:extLst xmlns:a="http://schemas.openxmlformats.org/drawingml/2006/main">
                  <a:ext uri="{FF2B5EF4-FFF2-40B4-BE49-F238E27FC236}">
                    <a16:creationId xmlns:a16="http://schemas.microsoft.com/office/drawing/2014/main" id="{FD0C7296-53DE-47AB-B3D4-0521057EFF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830" y="2180"/>
                    </a:moveTo>
                    <a:cubicBezTo>
                      <a:pt x="12303" y="1940"/>
                      <a:pt x="11697" y="1940"/>
                      <a:pt x="11170" y="2180"/>
                    </a:cubicBezTo>
                    <a:lnTo>
                      <a:pt x="2600" y="6080"/>
                    </a:lnTo>
                    <a:cubicBezTo>
                      <a:pt x="2237" y="6240"/>
                      <a:pt x="2003" y="6599"/>
                      <a:pt x="2003" y="6995"/>
                    </a:cubicBezTo>
                    <a:cubicBezTo>
                      <a:pt x="2003" y="7391"/>
                      <a:pt x="2237" y="7750"/>
                      <a:pt x="2600" y="7910"/>
                    </a:cubicBezTo>
                    <a:lnTo>
                      <a:pt x="11180" y="11820"/>
                    </a:lnTo>
                    <a:cubicBezTo>
                      <a:pt x="11707" y="12060"/>
                      <a:pt x="12313" y="12060"/>
                      <a:pt x="12840" y="11820"/>
                    </a:cubicBezTo>
                    <a:lnTo>
                      <a:pt x="21420" y="7920"/>
                    </a:lnTo>
                    <a:cubicBezTo>
                      <a:pt x="21783" y="7760"/>
                      <a:pt x="22017" y="7401"/>
                      <a:pt x="22017" y="7005"/>
                    </a:cubicBezTo>
                    <a:cubicBezTo>
                      <a:pt x="22017" y="6609"/>
                      <a:pt x="21783" y="6250"/>
                      <a:pt x="21420" y="6090"/>
                    </a:cubicBezTo>
                    <a:lnTo>
                      <a:pt x="12830" y="218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78" name="layers-1">
                <a:extLst xmlns:a="http://schemas.openxmlformats.org/drawingml/2006/main">
                  <a:ext uri="{FF2B5EF4-FFF2-40B4-BE49-F238E27FC236}">
                    <a16:creationId xmlns:a16="http://schemas.microsoft.com/office/drawing/2014/main" id="{25492908-05C6-4EF1-990C-E659C17D3B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2000"/>
                    </a:moveTo>
                    <a:cubicBezTo>
                      <a:pt x="1999" y="12391"/>
                      <a:pt x="2226" y="12746"/>
                      <a:pt x="2580" y="12910"/>
                    </a:cubicBezTo>
                    <a:lnTo>
                      <a:pt x="11180" y="16820"/>
                    </a:lnTo>
                    <a:cubicBezTo>
                      <a:pt x="11704" y="17057"/>
                      <a:pt x="12306" y="17057"/>
                      <a:pt x="12830" y="16820"/>
                    </a:cubicBezTo>
                    <a:lnTo>
                      <a:pt x="21410" y="12920"/>
                    </a:lnTo>
                    <a:cubicBezTo>
                      <a:pt x="21772" y="12757"/>
                      <a:pt x="22003" y="12397"/>
                      <a:pt x="22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79" name="layers-2">
                <a:extLst xmlns:a="http://schemas.openxmlformats.org/drawingml/2006/main">
                  <a:ext uri="{FF2B5EF4-FFF2-40B4-BE49-F238E27FC236}">
                    <a16:creationId xmlns:a16="http://schemas.microsoft.com/office/drawing/2014/main" id="{8A425A81-F6CF-4401-8D4E-F84480F71E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7000"/>
                    </a:moveTo>
                    <a:cubicBezTo>
                      <a:pt x="1999" y="17391"/>
                      <a:pt x="2226" y="17746"/>
                      <a:pt x="2580" y="17910"/>
                    </a:cubicBezTo>
                    <a:lnTo>
                      <a:pt x="11180" y="21820"/>
                    </a:lnTo>
                    <a:cubicBezTo>
                      <a:pt x="11704" y="22057"/>
                      <a:pt x="12306" y="22057"/>
                      <a:pt x="12830" y="21820"/>
                    </a:cubicBezTo>
                    <a:lnTo>
                      <a:pt x="21410" y="17920"/>
                    </a:lnTo>
                    <a:cubicBezTo>
                      <a:pt x="21772" y="17757"/>
                      <a:pt x="22003" y="17397"/>
                      <a:pt x="22000" y="17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1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C0D4CFA5-C5C2-4033-A1B9-8442D67259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2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562091EC-2DF1-4D8C-BB4A-046501A7A0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3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A20EEDF6-A466-480F-8606-3171EF301A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4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45573A3-22AE-44D0-BC06-220EF82C4D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5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7AE45C1C-8B81-49C9-934A-8B1C6F88B7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6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535C2B4C-CE43-4930-94C5-246F6E3D7F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7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5B7F158-A54E-4854-8141-4EA4EC28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8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EA05AF84-25EA-4401-BF23-26BFA91071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89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2E754201-8723-41D7-A018-FD0DBF89DE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1" name="chart-column-0">
                <a:extLst xmlns:a="http://schemas.openxmlformats.org/drawingml/2006/main">
                  <a:ext uri="{FF2B5EF4-FFF2-40B4-BE49-F238E27FC236}">
                    <a16:creationId xmlns:a16="http://schemas.microsoft.com/office/drawing/2014/main" id="{593F325D-2A22-4618-A74A-85708DA02E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20105"/>
                      <a:pt x="3895" y="21000"/>
                      <a:pt x="5000" y="21000"/>
                    </a:cubicBezTo>
                    <a:lnTo>
                      <a:pt x="21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2" name="chart-column-1">
                <a:extLst xmlns:a="http://schemas.openxmlformats.org/drawingml/2006/main">
                  <a:ext uri="{FF2B5EF4-FFF2-40B4-BE49-F238E27FC236}">
                    <a16:creationId xmlns:a16="http://schemas.microsoft.com/office/drawing/2014/main" id="{38FA0A44-1E90-4601-A8E4-89855D76435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8000" y="17000"/>
                    </a:moveTo>
                    <a:lnTo>
                      <a:pt x="1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3" name="chart-column-2">
                <a:extLst xmlns:a="http://schemas.openxmlformats.org/drawingml/2006/main">
                  <a:ext uri="{FF2B5EF4-FFF2-40B4-BE49-F238E27FC236}">
                    <a16:creationId xmlns:a16="http://schemas.microsoft.com/office/drawing/2014/main" id="{848EA1E8-F478-4E10-A760-79BF9A578A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3000" y="17000"/>
                    </a:moveTo>
                    <a:lnTo>
                      <a:pt x="1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4" name="chart-column-3">
                <a:extLst xmlns:a="http://schemas.openxmlformats.org/drawingml/2006/main">
                  <a:ext uri="{FF2B5EF4-FFF2-40B4-BE49-F238E27FC236}">
                    <a16:creationId xmlns:a16="http://schemas.microsoft.com/office/drawing/2014/main" id="{2AF7FAAA-17DF-4061-839E-2B7FCCD1BE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7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6" name="file-text-0">
                <a:extLst xmlns:a="http://schemas.openxmlformats.org/drawingml/2006/main">
                  <a:ext uri="{FF2B5EF4-FFF2-40B4-BE49-F238E27FC236}">
                    <a16:creationId xmlns:a16="http://schemas.microsoft.com/office/drawing/2014/main" id="{6F95BA03-E950-4148-976F-0DD464E770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7" name="file-text-1">
                <a:extLst xmlns:a="http://schemas.openxmlformats.org/drawingml/2006/main">
                  <a:ext uri="{FF2B5EF4-FFF2-40B4-BE49-F238E27FC236}">
                    <a16:creationId xmlns:a16="http://schemas.microsoft.com/office/drawing/2014/main" id="{F3067D5C-ADEE-4CAC-9B52-F74DF4811E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8" name="file-text-2">
                <a:extLst xmlns:a="http://schemas.openxmlformats.org/drawingml/2006/main">
                  <a:ext uri="{FF2B5EF4-FFF2-40B4-BE49-F238E27FC236}">
                    <a16:creationId xmlns:a16="http://schemas.microsoft.com/office/drawing/2014/main" id="{18DD5246-5CA3-4CD0-88AC-DAE8CD164A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199" name="file-text-3">
                <a:extLst xmlns:a="http://schemas.openxmlformats.org/drawingml/2006/main">
                  <a:ext uri="{FF2B5EF4-FFF2-40B4-BE49-F238E27FC236}">
                    <a16:creationId xmlns:a16="http://schemas.microsoft.com/office/drawing/2014/main" id="{683A39BA-F8C5-478A-96B7-A47EBEC67B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  <p:sp>
            <p:nvSpPr>
              <p:cNvPr id="10200" name="file-text-4">
                <a:extLst xmlns:a="http://schemas.openxmlformats.org/drawingml/2006/main">
                  <a:ext uri="{FF2B5EF4-FFF2-40B4-BE49-F238E27FC236}">
                    <a16:creationId xmlns:a16="http://schemas.microsoft.com/office/drawing/2014/main" id="{F2B58DF3-8812-43CC-BB90-FCF76C5C7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376A0"/>
                </a:solidFill>
              </a:ln>
            </p:spPr>
          </p:sp>
        </p:grpSp>
        <p:grpSp>
          <p:nvGrpSpPr>
            <p:cNvPr id="50002" name="Synthesis"/>
            <p:cNvGrpSpPr/>
            <p:nvPr/>
          </p:nvGrpSpPr>
          <p:grpSpPr>
            <ns1:xfrm xmlns:ns1="http://schemas.openxmlformats.org/drawingml/2006/main">
              <ns1:off x="8339328" y="841248"/>
              <ns1:ext cx="7900416" cy="4937760"/>
              <ns1:chOff x="8339328" y="841248"/>
              <ns1:chExt cx="7900416" cy="4937760"/>
            </ns1:xfrm>
          </p:grpSpPr>
          <p:sp>
            <p:nvSpPr>
              <p:cNvPr id="62" name="synthesis-060">
                <a:extLst xmlns:a="http://schemas.openxmlformats.org/drawingml/2006/main">
                  <a:ext uri="{FF2B5EF4-FFF2-40B4-BE49-F238E27FC236}">
                    <a16:creationId xmlns:a16="http://schemas.microsoft.com/office/drawing/2014/main" id="{BACF32DA-10EF-46B5-A407-0DB35C748F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0F7F3"/>
              </a:solidFill>
              <a:ln xmlns:a="http://schemas.openxmlformats.org/drawingml/2006/main" w="12700">
                <a:solidFill>
                  <a:srgbClr val="D1E7DA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3" name="synthesis-064">
                <a:extLst xmlns:a="http://schemas.openxmlformats.org/drawingml/2006/main">
                  <a:ext uri="{FF2B5EF4-FFF2-40B4-BE49-F238E27FC236}">
                    <a16:creationId xmlns:a16="http://schemas.microsoft.com/office/drawing/2014/main" id="{2324138E-5964-40A6-ABD6-2B8DEC1ED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1E7D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4" name="synthesis-066">
                <a:extLst xmlns:a="http://schemas.openxmlformats.org/drawingml/2006/main">
                  <a:ext uri="{FF2B5EF4-FFF2-40B4-BE49-F238E27FC236}">
                    <a16:creationId xmlns:a16="http://schemas.microsoft.com/office/drawing/2014/main" id="{68242762-4188-4A05-A114-C933E6588E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D6EBDF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5" name="synthesis-067">
                <a:extLst xmlns:a="http://schemas.openxmlformats.org/drawingml/2006/main">
                  <a:ext uri="{FF2B5EF4-FFF2-40B4-BE49-F238E27FC236}">
                    <a16:creationId xmlns:a16="http://schemas.microsoft.com/office/drawing/2014/main" id="{7E4932A8-ECB9-4DCB-A047-69056FCECA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3694176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6" name="synthesis-061">
                <a:extLst xmlns:a="http://schemas.openxmlformats.org/drawingml/2006/main">
                  <a:ext uri="{FF2B5EF4-FFF2-40B4-BE49-F238E27FC236}">
                    <a16:creationId xmlns:a16="http://schemas.microsoft.com/office/drawing/2014/main" id="{6E53B1F2-4280-4F70-A42F-7E5581E11A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2F855E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7" name="synthesis-073">
                <a:extLst xmlns:a="http://schemas.openxmlformats.org/drawingml/2006/main">
                  <a:ext uri="{FF2B5EF4-FFF2-40B4-BE49-F238E27FC236}">
                    <a16:creationId xmlns:a16="http://schemas.microsoft.com/office/drawing/2014/main" id="{A3C4AEC6-931A-4403-869D-B029D93BAB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2286000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8" name="synthesis-076">
                <a:extLst xmlns:a="http://schemas.openxmlformats.org/drawingml/2006/main">
                  <a:ext uri="{FF2B5EF4-FFF2-40B4-BE49-F238E27FC236}">
                    <a16:creationId xmlns:a16="http://schemas.microsoft.com/office/drawing/2014/main" id="{811F6B6E-927B-4097-A510-82D53A23D5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69" name="synthesis-080">
                <a:extLst xmlns:a="http://schemas.openxmlformats.org/drawingml/2006/main">
                  <a:ext uri="{FF2B5EF4-FFF2-40B4-BE49-F238E27FC236}">
                    <a16:creationId xmlns:a16="http://schemas.microsoft.com/office/drawing/2014/main" id="{B47DA7A4-204C-411D-A568-9189943A2D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321868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0" name="synthesis-083">
                <a:extLst xmlns:a="http://schemas.openxmlformats.org/drawingml/2006/main">
                  <a:ext uri="{FF2B5EF4-FFF2-40B4-BE49-F238E27FC236}">
                    <a16:creationId xmlns:a16="http://schemas.microsoft.com/office/drawing/2014/main" id="{2ECA8E55-8E4D-47AA-9806-DF2F6DF9C4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1" name="synthesis-087">
                <a:extLst xmlns:a="http://schemas.openxmlformats.org/drawingml/2006/main">
                  <a:ext uri="{FF2B5EF4-FFF2-40B4-BE49-F238E27FC236}">
                    <a16:creationId xmlns:a16="http://schemas.microsoft.com/office/drawing/2014/main" id="{9BD9E700-1EED-4D6F-ADE7-A6D61FF4706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4242816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2" name="synthesis-095">
                <a:extLst xmlns:a="http://schemas.openxmlformats.org/drawingml/2006/main">
                  <a:ext uri="{FF2B5EF4-FFF2-40B4-BE49-F238E27FC236}">
                    <a16:creationId xmlns:a16="http://schemas.microsoft.com/office/drawing/2014/main" id="{65CBA129-E08C-46B0-B5E1-3E3E8AD30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887200" y="4133088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9D3B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3" name="synthesis-099">
                <a:extLst xmlns:a="http://schemas.openxmlformats.org/drawingml/2006/main">
                  <a:ext uri="{FF2B5EF4-FFF2-40B4-BE49-F238E27FC236}">
                    <a16:creationId xmlns:a16="http://schemas.microsoft.com/office/drawing/2014/main" id="{C8B8495A-520C-471D-92AE-2C0C34FB6B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179808" y="4443984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9D3B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4" name="synthesis-108">
                <a:extLst xmlns:a="http://schemas.openxmlformats.org/drawingml/2006/main">
                  <a:ext uri="{FF2B5EF4-FFF2-40B4-BE49-F238E27FC236}">
                    <a16:creationId xmlns:a16="http://schemas.microsoft.com/office/drawing/2014/main" id="{0D657437-A316-457F-8024-A51FC957AA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3218688"/>
                <a:ext cx="12801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5" name="synthesis-111">
                <a:extLst xmlns:a="http://schemas.openxmlformats.org/drawingml/2006/main">
                  <a:ext uri="{FF2B5EF4-FFF2-40B4-BE49-F238E27FC236}">
                    <a16:creationId xmlns:a16="http://schemas.microsoft.com/office/drawing/2014/main" id="{FD061627-38A2-4F83-9A76-70EDF3F9CE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6" name="synthesis-068">
                <a:extLst xmlns:a="http://schemas.openxmlformats.org/drawingml/2006/main">
                  <a:ext uri="{FF2B5EF4-FFF2-40B4-BE49-F238E27FC236}">
                    <a16:creationId xmlns:a16="http://schemas.microsoft.com/office/drawing/2014/main" id="{22C535EC-D757-4C2A-9BB0-A1D77FBBB2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7" name="synthesis-070">
                <a:extLst xmlns:a="http://schemas.openxmlformats.org/drawingml/2006/main">
                  <a:ext uri="{FF2B5EF4-FFF2-40B4-BE49-F238E27FC236}">
                    <a16:creationId xmlns:a16="http://schemas.microsoft.com/office/drawing/2014/main" id="{3E0F7E49-0C1D-4F0F-B8C5-A862AB7FE2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8" name="synthesis-071">
                <a:extLst xmlns:a="http://schemas.openxmlformats.org/drawingml/2006/main">
                  <a:ext uri="{FF2B5EF4-FFF2-40B4-BE49-F238E27FC236}">
                    <a16:creationId xmlns:a16="http://schemas.microsoft.com/office/drawing/2014/main" id="{8B4F6E40-9D96-4648-8930-A19B8D466D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9144" cy="19568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79" name="synthesis-072">
                <a:extLst xmlns:a="http://schemas.openxmlformats.org/drawingml/2006/main">
                  <a:ext uri="{FF2B5EF4-FFF2-40B4-BE49-F238E27FC236}">
                    <a16:creationId xmlns:a16="http://schemas.microsoft.com/office/drawing/2014/main" id="{C2BAB912-FE48-45C3-A5D5-1949859CB0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0" name="synthesis-075">
                <a:extLst xmlns:a="http://schemas.openxmlformats.org/drawingml/2006/main">
                  <a:ext uri="{FF2B5EF4-FFF2-40B4-BE49-F238E27FC236}">
                    <a16:creationId xmlns:a16="http://schemas.microsoft.com/office/drawing/2014/main" id="{BBDD790B-DF60-430E-B833-9056A959D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1" name="synthesis-078">
                <a:extLst xmlns:a="http://schemas.openxmlformats.org/drawingml/2006/main">
                  <a:ext uri="{FF2B5EF4-FFF2-40B4-BE49-F238E27FC236}">
                    <a16:creationId xmlns:a16="http://schemas.microsoft.com/office/drawing/2014/main" id="{258D1C12-66D7-4E67-B19A-2A74D88F8E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2468880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2" name="synthesis-079">
                <a:extLst xmlns:a="http://schemas.openxmlformats.org/drawingml/2006/main">
                  <a:ext uri="{FF2B5EF4-FFF2-40B4-BE49-F238E27FC236}">
                    <a16:creationId xmlns:a16="http://schemas.microsoft.com/office/drawing/2014/main" id="{C1E0F715-3611-41AD-AB30-E0F9355F6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3" name="synthesis-082">
                <a:extLst xmlns:a="http://schemas.openxmlformats.org/drawingml/2006/main">
                  <a:ext uri="{FF2B5EF4-FFF2-40B4-BE49-F238E27FC236}">
                    <a16:creationId xmlns:a16="http://schemas.microsoft.com/office/drawing/2014/main" id="{02BD4A36-455F-4523-BCE5-CA20CA5B91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4" name="synthesis-085">
                <a:extLst xmlns:a="http://schemas.openxmlformats.org/drawingml/2006/main">
                  <a:ext uri="{FF2B5EF4-FFF2-40B4-BE49-F238E27FC236}">
                    <a16:creationId xmlns:a16="http://schemas.microsoft.com/office/drawing/2014/main" id="{E7D8CEC8-BEA3-49B0-B1C1-5617D6B0BE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340156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5" name="synthesis-086">
                <a:extLst xmlns:a="http://schemas.openxmlformats.org/drawingml/2006/main">
                  <a:ext uri="{FF2B5EF4-FFF2-40B4-BE49-F238E27FC236}">
                    <a16:creationId xmlns:a16="http://schemas.microsoft.com/office/drawing/2014/main" id="{822191F8-4D31-4552-BBF9-439F5913B6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4425696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6" name="synthesis-089">
                <a:extLst xmlns:a="http://schemas.openxmlformats.org/drawingml/2006/main">
                  <a:ext uri="{FF2B5EF4-FFF2-40B4-BE49-F238E27FC236}">
                    <a16:creationId xmlns:a16="http://schemas.microsoft.com/office/drawing/2014/main" id="{48DF617D-6CB6-44AA-8786-26837AB83B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12872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7" name="synthesis-090">
                <a:extLst xmlns:a="http://schemas.openxmlformats.org/drawingml/2006/main">
                  <a:ext uri="{FF2B5EF4-FFF2-40B4-BE49-F238E27FC236}">
                    <a16:creationId xmlns:a16="http://schemas.microsoft.com/office/drawing/2014/main" id="{115C8216-E1A6-45FC-9288-2411FB7F1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31160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8" name="synthesis-091">
                <a:extLst xmlns:a="http://schemas.openxmlformats.org/drawingml/2006/main">
                  <a:ext uri="{FF2B5EF4-FFF2-40B4-BE49-F238E27FC236}">
                    <a16:creationId xmlns:a16="http://schemas.microsoft.com/office/drawing/2014/main" id="{55B8F583-2BB7-4DDF-9957-A7B7C016CC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49448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89" name="synthesis-092">
                <a:extLst xmlns:a="http://schemas.openxmlformats.org/drawingml/2006/main">
                  <a:ext uri="{FF2B5EF4-FFF2-40B4-BE49-F238E27FC236}">
                    <a16:creationId xmlns:a16="http://schemas.microsoft.com/office/drawing/2014/main" id="{B6826F52-5B26-43C4-8CA8-D229D009FE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156509"/>
                <a:ext cx="822960" cy="34198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0" name="synthesis-093">
                <a:extLst xmlns:a="http://schemas.openxmlformats.org/drawingml/2006/main">
                  <a:ext uri="{FF2B5EF4-FFF2-40B4-BE49-F238E27FC236}">
                    <a16:creationId xmlns:a16="http://schemas.microsoft.com/office/drawing/2014/main" id="{D9BF9B60-870B-48A9-9ACA-1A253B688D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416198"/>
                <a:ext cx="822960" cy="248717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1" name="synthesis-094">
                <a:extLst xmlns:a="http://schemas.openxmlformats.org/drawingml/2006/main">
                  <a:ext uri="{FF2B5EF4-FFF2-40B4-BE49-F238E27FC236}">
                    <a16:creationId xmlns:a16="http://schemas.microsoft.com/office/drawing/2014/main" id="{78B3A214-CB86-40F8-90C0-4354E01E06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442569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2" name="synthesis-097">
                <a:extLst xmlns:a="http://schemas.openxmlformats.org/drawingml/2006/main">
                  <a:ext uri="{FF2B5EF4-FFF2-40B4-BE49-F238E27FC236}">
                    <a16:creationId xmlns:a16="http://schemas.microsoft.com/office/drawing/2014/main" id="{1D4AE1F6-27B7-49FE-9D9A-5A3FD4B32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24528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3" name="synthesis-098">
                <a:extLst xmlns:a="http://schemas.openxmlformats.org/drawingml/2006/main">
                  <a:ext uri="{FF2B5EF4-FFF2-40B4-BE49-F238E27FC236}">
                    <a16:creationId xmlns:a16="http://schemas.microsoft.com/office/drawing/2014/main" id="{849F9BDF-592D-42D9-820A-59CE73A302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97680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4" name="synthesis-101">
                <a:extLst xmlns:a="http://schemas.openxmlformats.org/drawingml/2006/main">
                  <a:ext uri="{FF2B5EF4-FFF2-40B4-BE49-F238E27FC236}">
                    <a16:creationId xmlns:a16="http://schemas.microsoft.com/office/drawing/2014/main" id="{7B761AE2-DE03-4DB4-B71A-BE7FA00CA2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535424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5" name="synthesis-102">
                <a:extLst xmlns:a="http://schemas.openxmlformats.org/drawingml/2006/main">
                  <a:ext uri="{FF2B5EF4-FFF2-40B4-BE49-F238E27FC236}">
                    <a16:creationId xmlns:a16="http://schemas.microsoft.com/office/drawing/2014/main" id="{C5302421-A508-4419-961E-8CA2E683C3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608576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9AA8B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6" name="synthesis-103">
                <a:extLst xmlns:a="http://schemas.openxmlformats.org/drawingml/2006/main">
                  <a:ext uri="{FF2B5EF4-FFF2-40B4-BE49-F238E27FC236}">
                    <a16:creationId xmlns:a16="http://schemas.microsoft.com/office/drawing/2014/main" id="{7CBFD89C-44CE-4C5C-8937-2CC13D6FC2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2468880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7" name="synthesis-104">
                <a:extLst xmlns:a="http://schemas.openxmlformats.org/drawingml/2006/main">
                  <a:ext uri="{FF2B5EF4-FFF2-40B4-BE49-F238E27FC236}">
                    <a16:creationId xmlns:a16="http://schemas.microsoft.com/office/drawing/2014/main" id="{35019991-6AF4-424D-9A11-BDC794EFC5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8" name="synthesis-105">
                <a:extLst xmlns:a="http://schemas.openxmlformats.org/drawingml/2006/main">
                  <a:ext uri="{FF2B5EF4-FFF2-40B4-BE49-F238E27FC236}">
                    <a16:creationId xmlns:a16="http://schemas.microsoft.com/office/drawing/2014/main" id="{F7C166A7-48E2-437F-8527-C862BABEE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23392" y="4572000"/>
                <a:ext cx="8595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99" name="synthesis-106">
                <a:extLst xmlns:a="http://schemas.openxmlformats.org/drawingml/2006/main">
                  <a:ext uri="{FF2B5EF4-FFF2-40B4-BE49-F238E27FC236}">
                    <a16:creationId xmlns:a16="http://schemas.microsoft.com/office/drawing/2014/main" id="{E7C44325-1443-4D6B-8D09-E9D6FAC8A9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2468880"/>
                <a:ext cx="9144" cy="21031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0" name="synthesis-107">
                <a:extLst xmlns:a="http://schemas.openxmlformats.org/drawingml/2006/main">
                  <a:ext uri="{FF2B5EF4-FFF2-40B4-BE49-F238E27FC236}">
                    <a16:creationId xmlns:a16="http://schemas.microsoft.com/office/drawing/2014/main" id="{1F985169-03D8-4DEE-85A7-1C1C90FC8C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3401568"/>
                <a:ext cx="38404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1" name="synthesis-110">
                <a:extLst xmlns:a="http://schemas.openxmlformats.org/drawingml/2006/main">
                  <a:ext uri="{FF2B5EF4-FFF2-40B4-BE49-F238E27FC236}">
                    <a16:creationId xmlns:a16="http://schemas.microsoft.com/office/drawing/2014/main" id="{0CE20660-4E74-4853-BE44-A5ABB5C919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0" y="3602736"/>
                <a:ext cx="9144" cy="5852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2" name="synthesis-113">
                <a:extLst xmlns:a="http://schemas.openxmlformats.org/drawingml/2006/main">
                  <a:ext uri="{FF2B5EF4-FFF2-40B4-BE49-F238E27FC236}">
                    <a16:creationId xmlns:a16="http://schemas.microsoft.com/office/drawing/2014/main" id="{60B66883-AEF6-4D3E-9800-9E54EDFA33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1792224"/>
                <a:ext cx="4645152" cy="140817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701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2F855E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03" name="synthesis-062">
                <a:extLst xmlns:a="http://schemas.openxmlformats.org/drawingml/2006/main">
                  <a:ext uri="{FF2B5EF4-FFF2-40B4-BE49-F238E27FC236}">
                    <a16:creationId xmlns:a16="http://schemas.microsoft.com/office/drawing/2014/main" id="{656A9D1E-5BFF-4479-A661-D7178FE714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Comic Sans MS"/>
                    <a:ea typeface="Times New Roman"/>
                    <a:cs typeface="Times New Roman"/>
                  </a:rPr>
                  <a:t>b</a:t>
                </a:r>
                <a:endParaRPr sz="1496">
                  <a:latin typeface="Comic Sans MS"/>
                </a:endParaRPr>
              </a:p>
            </p:txBody>
          </p:sp>
          <p:sp>
            <p:nvSpPr>
              <p:cNvPr id="104" name="synthesis-063">
                <a:extLst xmlns:a="http://schemas.openxmlformats.org/drawingml/2006/main">
                  <a:ext uri="{FF2B5EF4-FFF2-40B4-BE49-F238E27FC236}">
                    <a16:creationId xmlns:a16="http://schemas.microsoft.com/office/drawing/2014/main" id="{65912857-18B6-44D3-91E8-71155E94A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Data augmentation and synthesis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05" name="synthesis-065">
                <a:extLst xmlns:a="http://schemas.openxmlformats.org/drawingml/2006/main">
                  <a:ext uri="{FF2B5EF4-FFF2-40B4-BE49-F238E27FC236}">
                    <a16:creationId xmlns:a16="http://schemas.microsoft.com/office/drawing/2014/main" id="{807E1B63-1664-48D3-9A21-6391A882D6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F855E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Fidelity / downstream learning utility</a:t>
                </a:r>
                <a:endParaRPr sz="1400"/>
              </a:p>
            </p:txBody>
          </p:sp>
          <p:sp>
            <p:nvSpPr>
              <p:cNvPr id="106" name="synthesis-069">
                <a:extLst xmlns:a="http://schemas.openxmlformats.org/drawingml/2006/main">
                  <a:ext uri="{FF2B5EF4-FFF2-40B4-BE49-F238E27FC236}">
                    <a16:creationId xmlns:a16="http://schemas.microsoft.com/office/drawing/2014/main" id="{8CFDDB40-BB73-4B50-9E38-646903DCEA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85632" y="374904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Examples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107" name="synthesis-074">
                <a:extLst xmlns:a="http://schemas.openxmlformats.org/drawingml/2006/main">
                  <a:ext uri="{FF2B5EF4-FFF2-40B4-BE49-F238E27FC236}">
                    <a16:creationId xmlns:a16="http://schemas.microsoft.com/office/drawing/2014/main" id="{0324E182-F3D4-4254-A97E-6EB721CB1A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2286000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9846C"/>
                    </a:solidFill>
                    <a:latin typeface="Comic Sans MS"/>
                    <a:ea typeface="Times New Roman"/>
                    <a:cs typeface="Times New Roman"/>
                  </a:rPr>
                  <a:t>Set conditions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08" name="synthesis-077">
                <a:extLst xmlns:a="http://schemas.openxmlformats.org/drawingml/2006/main">
                  <a:ext uri="{FF2B5EF4-FFF2-40B4-BE49-F238E27FC236}">
                    <a16:creationId xmlns:a16="http://schemas.microsoft.com/office/drawing/2014/main" id="{5E813A5E-7E33-4DDD-B0F6-7B5F07F8B0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Generator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109" name="synthesis-081">
                <a:extLst xmlns:a="http://schemas.openxmlformats.org/drawingml/2006/main">
                  <a:ext uri="{FF2B5EF4-FFF2-40B4-BE49-F238E27FC236}">
                    <a16:creationId xmlns:a16="http://schemas.microsoft.com/office/drawing/2014/main" id="{58F0F1DE-3558-43DE-B58C-D242D3966D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321868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9846C"/>
                    </a:solidFill>
                    <a:latin typeface="Comic Sans MS"/>
                    <a:ea typeface="Times New Roman"/>
                    <a:cs typeface="Times New Roman"/>
                  </a:rPr>
                  <a:t>Configure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10" name="synthesis-084">
                <a:extLst xmlns:a="http://schemas.openxmlformats.org/drawingml/2006/main">
                  <a:ext uri="{FF2B5EF4-FFF2-40B4-BE49-F238E27FC236}">
                    <a16:creationId xmlns:a16="http://schemas.microsoft.com/office/drawing/2014/main" id="{73945C36-1063-4434-A499-E0183FB8DB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Transform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111" name="synthesis-088">
                <a:extLst xmlns:a="http://schemas.openxmlformats.org/drawingml/2006/main">
                  <a:ext uri="{FF2B5EF4-FFF2-40B4-BE49-F238E27FC236}">
                    <a16:creationId xmlns:a16="http://schemas.microsoft.com/office/drawing/2014/main" id="{F46D924E-F06B-440C-846D-64045B34AB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4242816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9846C"/>
                    </a:solidFill>
                    <a:latin typeface="Comic Sans MS"/>
                    <a:ea typeface="Times New Roman"/>
                    <a:cs typeface="Times New Roman"/>
                  </a:rPr>
                  <a:t>Write Q&amp;A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12" name="synthesis-096">
                <a:extLst xmlns:a="http://schemas.openxmlformats.org/drawingml/2006/main">
                  <a:ext uri="{FF2B5EF4-FFF2-40B4-BE49-F238E27FC236}">
                    <a16:creationId xmlns:a16="http://schemas.microsoft.com/office/drawing/2014/main" id="{8758B3B4-4D60-4B16-8211-ED02345419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942064" y="4151376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F855E"/>
                    </a:solidFill>
                    <a:latin typeface="Comic Sans MS"/>
                    <a:ea typeface="Times New Roman"/>
                    <a:cs typeface="Times New Roman"/>
                  </a:rPr>
                  <a:t>Q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13" name="synthesis-100">
                <a:extLst xmlns:a="http://schemas.openxmlformats.org/drawingml/2006/main">
                  <a:ext uri="{FF2B5EF4-FFF2-40B4-BE49-F238E27FC236}">
                    <a16:creationId xmlns:a16="http://schemas.microsoft.com/office/drawing/2014/main" id="{660C1337-146F-4406-8643-DD71BFEA0E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34672" y="4462272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F855E"/>
                    </a:solidFill>
                    <a:latin typeface="Comic Sans MS"/>
                    <a:ea typeface="Times New Roman"/>
                    <a:cs typeface="Times New Roman"/>
                  </a:rPr>
                  <a:t>A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14" name="synthesis-109">
                <a:extLst xmlns:a="http://schemas.openxmlformats.org/drawingml/2006/main">
                  <a:ext uri="{FF2B5EF4-FFF2-40B4-BE49-F238E27FC236}">
                    <a16:creationId xmlns:a16="http://schemas.microsoft.com/office/drawing/2014/main" id="{6AF4AB71-6C3F-4D45-B083-34382698E6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76704" y="3218688"/>
                <a:ext cx="11704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39846C"/>
                    </a:solidFill>
                    <a:latin typeface="Comic Sans MS"/>
                    <a:ea typeface="Times New Roman"/>
                    <a:cs typeface="Times New Roman"/>
                  </a:rPr>
                  <a:t>Review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15" name="synthesis-112">
                <a:extLst xmlns:a="http://schemas.openxmlformats.org/drawingml/2006/main">
                  <a:ext uri="{FF2B5EF4-FFF2-40B4-BE49-F238E27FC236}">
                    <a16:creationId xmlns:a16="http://schemas.microsoft.com/office/drawing/2014/main" id="{AC9AED5D-ACBB-4A20-B3C3-0CD602B6A1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Learner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116" name="synthesis-114">
                <a:extLst xmlns:a="http://schemas.openxmlformats.org/drawingml/2006/main">
                  <a:ext uri="{FF2B5EF4-FFF2-40B4-BE49-F238E27FC236}">
                    <a16:creationId xmlns:a16="http://schemas.microsoft.com/office/drawing/2014/main" id="{E436501C-1448-4627-9591-441A7C4E9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59968" y="1572768"/>
                <a:ext cx="109728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F855E"/>
                    </a:solidFill>
                    <a:latin typeface="Comic Sans MS"/>
                    <a:ea typeface="Times New Roman"/>
                    <a:cs typeface="Times New Roman"/>
                  </a:rPr>
                  <a:t>Refine</a:t>
                </a:r>
                <a:endParaRPr sz="1188">
                  <a:latin typeface="Comic Sans MS"/>
                </a:endParaRPr>
              </a:p>
            </p:txBody>
          </p:sp>
          <p:sp>
            <p:nvSpPr>
              <p:cNvPr id="10202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3257A601-B2AD-4108-84F7-00E06E330A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3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2022B910-8393-4603-B9C3-10E9E1C80C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4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B6D4723A-9FC6-4798-BB20-CDCBDE7B4B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5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FC9E1E83-164D-40F8-AFA3-C37FA3C9EB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6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4C54B89E-CE1D-46C2-A9FE-183D31286C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7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132F0686-8058-40E7-A7BE-94B3AE6A2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8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EC8F56A-42E3-49EA-B6E8-F3350138EFC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09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CFB3D793-C91A-45CE-8A88-86052CDCE4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0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D00F0485-5229-4552-A660-C37D27453B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2" name="wrench-0">
                <a:extLst xmlns:a="http://schemas.openxmlformats.org/drawingml/2006/main">
                  <a:ext uri="{FF2B5EF4-FFF2-40B4-BE49-F238E27FC236}">
                    <a16:creationId xmlns:a16="http://schemas.microsoft.com/office/drawing/2014/main" id="{9FEAB627-9479-4DBF-AEF9-4E5A39DFAD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4" name="messages-square-0">
                <a:extLst xmlns:a="http://schemas.openxmlformats.org/drawingml/2006/main">
                  <a:ext uri="{FF2B5EF4-FFF2-40B4-BE49-F238E27FC236}">
                    <a16:creationId xmlns:a16="http://schemas.microsoft.com/office/drawing/2014/main" id="{C7E2D1C5-D7E1-4D35-88C3-D35512895F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5" name="messages-square-1">
                <a:extLst xmlns:a="http://schemas.openxmlformats.org/drawingml/2006/main">
                  <a:ext uri="{FF2B5EF4-FFF2-40B4-BE49-F238E27FC236}">
                    <a16:creationId xmlns:a16="http://schemas.microsoft.com/office/drawing/2014/main" id="{20521170-1EAF-44E8-8126-4F3A0F9C63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7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C7AC1180-E5FD-410F-B0EC-4C17AB874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8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CF1DBC1C-2D89-4902-9CBD-671BF4CB50D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64810" y="2849594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  <p:sp>
            <p:nvSpPr>
              <p:cNvPr id="10219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E7AAAFF2-A0EF-4D55-89C8-DCEB62F898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9846C"/>
                </a:solidFill>
              </a:ln>
            </p:spPr>
          </p:sp>
        </p:grpSp>
        <p:grpSp>
          <p:nvGrpSpPr>
            <p:cNvPr id="50003" name="Anomaly analysis"/>
            <p:cNvGrpSpPr/>
            <p:nvPr/>
          </p:nvGrpSpPr>
          <p:grpSpPr>
            <ns1:xfrm xmlns:ns1="http://schemas.openxmlformats.org/drawingml/2006/main">
              <ns1:off x="219456" y="5998464"/>
              <ns1:ext cx="7900416" cy="4937760"/>
              <ns1:chOff x="219456" y="5998464"/>
              <ns1:chExt cx="7900416" cy="4937760"/>
            </ns1:xfrm>
          </p:grpSpPr>
          <p:sp>
            <p:nvSpPr>
              <p:cNvPr id="117" name="anomaly-115">
                <a:extLst xmlns:a="http://schemas.openxmlformats.org/drawingml/2006/main">
                  <a:ext uri="{FF2B5EF4-FFF2-40B4-BE49-F238E27FC236}">
                    <a16:creationId xmlns:a16="http://schemas.microsoft.com/office/drawing/2014/main" id="{77BEF07B-A8D0-4C3F-982C-5B95DF296E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CF2F1"/>
              </a:solidFill>
              <a:ln xmlns:a="http://schemas.openxmlformats.org/drawingml/2006/main" w="12700">
                <a:solidFill>
                  <a:srgbClr val="F0D6D3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18" name="anomaly-119">
                <a:extLst xmlns:a="http://schemas.openxmlformats.org/drawingml/2006/main">
                  <a:ext uri="{FF2B5EF4-FFF2-40B4-BE49-F238E27FC236}">
                    <a16:creationId xmlns:a16="http://schemas.microsoft.com/office/drawing/2014/main" id="{C2B32816-F256-4971-B89B-2DA13F5978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F0D6D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19" name="anomaly-121">
                <a:extLst xmlns:a="http://schemas.openxmlformats.org/drawingml/2006/main">
                  <a:ext uri="{FF2B5EF4-FFF2-40B4-BE49-F238E27FC236}">
                    <a16:creationId xmlns:a16="http://schemas.microsoft.com/office/drawing/2014/main" id="{664EF86A-C16B-4D0A-9D2E-E890D41CA8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60704" y="7882128"/>
                <a:ext cx="237744" cy="73152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6D9D6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0" name="anomaly-143">
                <a:extLst xmlns:a="http://schemas.openxmlformats.org/drawingml/2006/main">
                  <a:ext uri="{FF2B5EF4-FFF2-40B4-BE49-F238E27FC236}">
                    <a16:creationId xmlns:a16="http://schemas.microsoft.com/office/drawing/2014/main" id="{831BA412-4646-4191-B861-1AB845D713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274320" cy="73152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6D9D6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1" name="anomaly-144">
                <a:extLst xmlns:a="http://schemas.openxmlformats.org/drawingml/2006/main">
                  <a:ext uri="{FF2B5EF4-FFF2-40B4-BE49-F238E27FC236}">
                    <a16:creationId xmlns:a16="http://schemas.microsoft.com/office/drawing/2014/main" id="{DD9DE4C5-39A5-45A4-92C0-0477B41A29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C0504A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2" name="anomaly-145">
                <a:extLst xmlns:a="http://schemas.openxmlformats.org/drawingml/2006/main">
                  <a:ext uri="{FF2B5EF4-FFF2-40B4-BE49-F238E27FC236}">
                    <a16:creationId xmlns:a16="http://schemas.microsoft.com/office/drawing/2014/main" id="{628931EC-D99E-40B1-B993-0D6615009B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74827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C0504A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3" name="anomaly-122">
                <a:extLst xmlns:a="http://schemas.openxmlformats.org/drawingml/2006/main">
                  <a:ext uri="{FF2B5EF4-FFF2-40B4-BE49-F238E27FC236}">
                    <a16:creationId xmlns:a16="http://schemas.microsoft.com/office/drawing/2014/main" id="{CED986AA-479E-4BB7-B5D5-0C7CCF5387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8613648"/>
                <a:ext cx="11704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4" name="anomaly-146">
                <a:extLst xmlns:a="http://schemas.openxmlformats.org/drawingml/2006/main">
                  <a:ext uri="{FF2B5EF4-FFF2-40B4-BE49-F238E27FC236}">
                    <a16:creationId xmlns:a16="http://schemas.microsoft.com/office/drawing/2014/main" id="{A7C402A1-2C8B-48AF-9322-2566003C97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22976" y="8613648"/>
                <a:ext cx="157276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5" name="anomaly-116">
                <a:extLst xmlns:a="http://schemas.openxmlformats.org/drawingml/2006/main">
                  <a:ext uri="{FF2B5EF4-FFF2-40B4-BE49-F238E27FC236}">
                    <a16:creationId xmlns:a16="http://schemas.microsoft.com/office/drawing/2014/main" id="{D4B387F8-6D8E-4E4B-A12B-1D31B6959A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C0504A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6" name="anomaly-127">
                <a:extLst xmlns:a="http://schemas.openxmlformats.org/drawingml/2006/main">
                  <a:ext uri="{FF2B5EF4-FFF2-40B4-BE49-F238E27FC236}">
                    <a16:creationId xmlns:a16="http://schemas.microsoft.com/office/drawing/2014/main" id="{F771059A-03A7-4C61-9008-7DC2E2F23A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19072" y="6894576"/>
                <a:ext cx="1591056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7" name="anomaly-131">
                <a:extLst xmlns:a="http://schemas.openxmlformats.org/drawingml/2006/main">
                  <a:ext uri="{FF2B5EF4-FFF2-40B4-BE49-F238E27FC236}">
                    <a16:creationId xmlns:a16="http://schemas.microsoft.com/office/drawing/2014/main" id="{D7DC6C28-9501-46F2-A810-F98119BAF9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8" name="anomaly-135">
                <a:extLst xmlns:a="http://schemas.openxmlformats.org/drawingml/2006/main">
                  <a:ext uri="{FF2B5EF4-FFF2-40B4-BE49-F238E27FC236}">
                    <a16:creationId xmlns:a16="http://schemas.microsoft.com/office/drawing/2014/main" id="{FDBC36C7-DF1B-488A-8039-5AE90F4210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29" name="anomaly-140">
                <a:extLst xmlns:a="http://schemas.openxmlformats.org/drawingml/2006/main">
                  <a:ext uri="{FF2B5EF4-FFF2-40B4-BE49-F238E27FC236}">
                    <a16:creationId xmlns:a16="http://schemas.microsoft.com/office/drawing/2014/main" id="{FDD89015-7ABE-47E9-B64F-1F18D70F9A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21024" y="8101584"/>
                <a:ext cx="164592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0" name="anomaly-149">
                <a:extLst xmlns:a="http://schemas.openxmlformats.org/drawingml/2006/main">
                  <a:ext uri="{FF2B5EF4-FFF2-40B4-BE49-F238E27FC236}">
                    <a16:creationId xmlns:a16="http://schemas.microsoft.com/office/drawing/2014/main" id="{E4611341-E161-4E10-A196-7CE2D34AC8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B9C4CE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1" name="anomaly-152">
                <a:extLst xmlns:a="http://schemas.openxmlformats.org/drawingml/2006/main">
                  <a:ext uri="{FF2B5EF4-FFF2-40B4-BE49-F238E27FC236}">
                    <a16:creationId xmlns:a16="http://schemas.microsoft.com/office/drawing/2014/main" id="{A4481EC8-60B5-4984-B934-4AB1B3D219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9564624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2" name="anomaly-155">
                <a:extLst xmlns:a="http://schemas.openxmlformats.org/drawingml/2006/main">
                  <a:ext uri="{FF2B5EF4-FFF2-40B4-BE49-F238E27FC236}">
                    <a16:creationId xmlns:a16="http://schemas.microsoft.com/office/drawing/2014/main" id="{AD7712DD-24D5-49D6-A395-59D6ED618D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803904" y="9546336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4495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3" name="anomaly-161">
                <a:extLst xmlns:a="http://schemas.openxmlformats.org/drawingml/2006/main">
                  <a:ext uri="{FF2B5EF4-FFF2-40B4-BE49-F238E27FC236}">
                    <a16:creationId xmlns:a16="http://schemas.microsoft.com/office/drawing/2014/main" id="{F549A16D-0C79-4B35-AAC5-216BB148E8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91456" y="9564624"/>
                <a:ext cx="10972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4" name="anomaly-165">
                <a:extLst xmlns:a="http://schemas.openxmlformats.org/drawingml/2006/main">
                  <a:ext uri="{FF2B5EF4-FFF2-40B4-BE49-F238E27FC236}">
                    <a16:creationId xmlns:a16="http://schemas.microsoft.com/office/drawing/2014/main" id="{AD0FF397-34B0-4249-AA96-558D16BF5D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oundRect">
                <a:avLst>
                  <a:gd name="adj" fmla="val 7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C0504A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5" name="anomaly-123">
                <a:extLst xmlns:a="http://schemas.openxmlformats.org/drawingml/2006/main">
                  <a:ext uri="{FF2B5EF4-FFF2-40B4-BE49-F238E27FC236}">
                    <a16:creationId xmlns:a16="http://schemas.microsoft.com/office/drawing/2014/main" id="{5292BBD4-9C72-450D-AB8C-EB926BC062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7889443"/>
                <a:ext cx="1097280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6" name="anomaly-147">
                <a:extLst xmlns:a="http://schemas.openxmlformats.org/drawingml/2006/main">
                  <a:ext uri="{FF2B5EF4-FFF2-40B4-BE49-F238E27FC236}">
                    <a16:creationId xmlns:a16="http://schemas.microsoft.com/office/drawing/2014/main" id="{78D1B45E-C886-47E0-BAB5-94B2C8F6B2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59552" y="7889443"/>
                <a:ext cx="1499616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7" name="anomaly-125">
                <a:extLst xmlns:a="http://schemas.openxmlformats.org/drawingml/2006/main">
                  <a:ext uri="{FF2B5EF4-FFF2-40B4-BE49-F238E27FC236}">
                    <a16:creationId xmlns:a16="http://schemas.microsoft.com/office/drawing/2014/main" id="{B87A2E8C-9B90-4292-8B0D-F99B7A489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09344" y="8284464"/>
                <a:ext cx="14630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8" name="anomaly-126">
                <a:extLst xmlns:a="http://schemas.openxmlformats.org/drawingml/2006/main">
                  <a:ext uri="{FF2B5EF4-FFF2-40B4-BE49-F238E27FC236}">
                    <a16:creationId xmlns:a16="http://schemas.microsoft.com/office/drawing/2014/main" id="{93696F92-4891-43FB-B761-E60CFE3F41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39" name="anomaly-129">
                <a:extLst xmlns:a="http://schemas.openxmlformats.org/drawingml/2006/main">
                  <a:ext uri="{FF2B5EF4-FFF2-40B4-BE49-F238E27FC236}">
                    <a16:creationId xmlns:a16="http://schemas.microsoft.com/office/drawing/2014/main" id="{115515EB-175E-4E45-9A25-A86C3280A3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7278624"/>
                <a:ext cx="9144" cy="429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0" name="anomaly-130">
                <a:extLst xmlns:a="http://schemas.openxmlformats.org/drawingml/2006/main">
                  <a:ext uri="{FF2B5EF4-FFF2-40B4-BE49-F238E27FC236}">
                    <a16:creationId xmlns:a16="http://schemas.microsoft.com/office/drawing/2014/main" id="{8BFD77F1-118C-4258-920B-10D3BB6797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1" name="anomaly-133">
                <a:extLst xmlns:a="http://schemas.openxmlformats.org/drawingml/2006/main">
                  <a:ext uri="{FF2B5EF4-FFF2-40B4-BE49-F238E27FC236}">
                    <a16:creationId xmlns:a16="http://schemas.microsoft.com/office/drawing/2014/main" id="{94A0AB32-DACA-411A-BFF6-2671B23FF3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7936992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2" name="anomaly-134">
                <a:extLst xmlns:a="http://schemas.openxmlformats.org/drawingml/2006/main">
                  <a:ext uri="{FF2B5EF4-FFF2-40B4-BE49-F238E27FC236}">
                    <a16:creationId xmlns:a16="http://schemas.microsoft.com/office/drawing/2014/main" id="{90118137-EAF0-4677-9093-192F1D961E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8631936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3" name="anomaly-137">
                <a:extLst xmlns:a="http://schemas.openxmlformats.org/drawingml/2006/main">
                  <a:ext uri="{FF2B5EF4-FFF2-40B4-BE49-F238E27FC236}">
                    <a16:creationId xmlns:a16="http://schemas.microsoft.com/office/drawing/2014/main" id="{9A15B200-00D9-4929-AD15-50641B9E61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8631936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4" name="anomaly-138">
                <a:extLst xmlns:a="http://schemas.openxmlformats.org/drawingml/2006/main">
                  <a:ext uri="{FF2B5EF4-FFF2-40B4-BE49-F238E27FC236}">
                    <a16:creationId xmlns:a16="http://schemas.microsoft.com/office/drawing/2014/main" id="{8ECDA5B6-4BDB-4DC3-BCE6-1DBC2035E6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5" name="anomaly-139">
                <a:extLst xmlns:a="http://schemas.openxmlformats.org/drawingml/2006/main">
                  <a:ext uri="{FF2B5EF4-FFF2-40B4-BE49-F238E27FC236}">
                    <a16:creationId xmlns:a16="http://schemas.microsoft.com/office/drawing/2014/main" id="{FFC59F2A-0AE3-491D-AD49-C3E74F2E30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8284464"/>
                <a:ext cx="23774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6" name="anomaly-142">
                <a:extLst xmlns:a="http://schemas.openxmlformats.org/drawingml/2006/main">
                  <a:ext uri="{FF2B5EF4-FFF2-40B4-BE49-F238E27FC236}">
                    <a16:creationId xmlns:a16="http://schemas.microsoft.com/office/drawing/2014/main" id="{0EE69370-57ED-44E6-9082-EC9138545E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21808" y="828446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7" name="anomaly-151">
                <a:extLst xmlns:a="http://schemas.openxmlformats.org/drawingml/2006/main">
                  <a:ext uri="{FF2B5EF4-FFF2-40B4-BE49-F238E27FC236}">
                    <a16:creationId xmlns:a16="http://schemas.microsoft.com/office/drawing/2014/main" id="{7B6B4278-7F27-47E7-B466-F5302EFFC1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" y="974750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8" name="anomaly-154">
                <a:extLst xmlns:a="http://schemas.openxmlformats.org/drawingml/2006/main">
                  <a:ext uri="{FF2B5EF4-FFF2-40B4-BE49-F238E27FC236}">
                    <a16:creationId xmlns:a16="http://schemas.microsoft.com/office/drawing/2014/main" id="{F6D9FB73-9BDA-46A9-AAAD-B82AC72644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8842248"/>
                <a:ext cx="9144" cy="7040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49" name="anomaly-156">
                <a:extLst xmlns:a="http://schemas.openxmlformats.org/drawingml/2006/main">
                  <a:ext uri="{FF2B5EF4-FFF2-40B4-BE49-F238E27FC236}">
                    <a16:creationId xmlns:a16="http://schemas.microsoft.com/office/drawing/2014/main" id="{16D465A2-0BF0-4B52-B903-7B335161C7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66520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0" name="anomaly-157">
                <a:extLst xmlns:a="http://schemas.openxmlformats.org/drawingml/2006/main">
                  <a:ext uri="{FF2B5EF4-FFF2-40B4-BE49-F238E27FC236}">
                    <a16:creationId xmlns:a16="http://schemas.microsoft.com/office/drawing/2014/main" id="{8EBF63F7-F836-4098-9FF2-0E4AA9E610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784080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1" name="anomaly-158">
                <a:extLst xmlns:a="http://schemas.openxmlformats.org/drawingml/2006/main">
                  <a:ext uri="{FF2B5EF4-FFF2-40B4-BE49-F238E27FC236}">
                    <a16:creationId xmlns:a16="http://schemas.microsoft.com/office/drawing/2014/main" id="{139FA09C-25B3-4526-94C8-EA1398BD1A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902952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2" name="anomaly-160">
                <a:extLst xmlns:a="http://schemas.openxmlformats.org/drawingml/2006/main">
                  <a:ext uri="{FF2B5EF4-FFF2-40B4-BE49-F238E27FC236}">
                    <a16:creationId xmlns:a16="http://schemas.microsoft.com/office/drawing/2014/main" id="{042734FB-79B9-400A-AD29-3BF197FB66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43984" y="9747504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3" name="anomaly-163">
                <a:extLst xmlns:a="http://schemas.openxmlformats.org/drawingml/2006/main">
                  <a:ext uri="{FF2B5EF4-FFF2-40B4-BE49-F238E27FC236}">
                    <a16:creationId xmlns:a16="http://schemas.microsoft.com/office/drawing/2014/main" id="{EFD21638-F8BC-41F8-88D8-DA2B65E4FD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40096" y="8906256"/>
                <a:ext cx="969264" cy="62179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10800"/>
                    </a:lnTo>
                    <a:lnTo>
                      <a:pt x="0" y="108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4" name="anomaly-164">
                <a:extLst xmlns:a="http://schemas.openxmlformats.org/drawingml/2006/main">
                  <a:ext uri="{FF2B5EF4-FFF2-40B4-BE49-F238E27FC236}">
                    <a16:creationId xmlns:a16="http://schemas.microsoft.com/office/drawing/2014/main" id="{70CEDEA9-50A0-41CC-B9D3-3C15BBA690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43600" y="9747504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55" name="anomaly-117">
                <a:extLst xmlns:a="http://schemas.openxmlformats.org/drawingml/2006/main">
                  <a:ext uri="{FF2B5EF4-FFF2-40B4-BE49-F238E27FC236}">
                    <a16:creationId xmlns:a16="http://schemas.microsoft.com/office/drawing/2014/main" id="{5C991CF8-1421-46C2-B4B9-A5C30DC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Comic Sans MS"/>
                    <a:ea typeface="Times New Roman"/>
                    <a:cs typeface="Times New Roman"/>
                  </a:rPr>
                  <a:t>c</a:t>
                </a:r>
                <a:endParaRPr sz="1496">
                  <a:latin typeface="Comic Sans MS"/>
                </a:endParaRPr>
              </a:p>
            </p:txBody>
          </p:sp>
          <p:sp>
            <p:nvSpPr>
              <p:cNvPr id="156" name="anomaly-118">
                <a:extLst xmlns:a="http://schemas.openxmlformats.org/drawingml/2006/main">
                  <a:ext uri="{FF2B5EF4-FFF2-40B4-BE49-F238E27FC236}">
                    <a16:creationId xmlns:a16="http://schemas.microsoft.com/office/drawing/2014/main" id="{260C1670-38A3-415F-80E8-9B5929ED34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Anomaly detection and diagnosis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57" name="anomaly-120">
                <a:extLst xmlns:a="http://schemas.openxmlformats.org/drawingml/2006/main">
                  <a:ext uri="{FF2B5EF4-FFF2-40B4-BE49-F238E27FC236}">
                    <a16:creationId xmlns:a16="http://schemas.microsoft.com/office/drawing/2014/main" id="{248EEF6D-396C-4BC0-9BDA-AE0BE64C92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C0504A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Detection / validation of proposed causes</a:t>
                </a:r>
                <a:endParaRPr sz="1400"/>
              </a:p>
            </p:txBody>
          </p:sp>
          <p:sp>
            <p:nvSpPr>
              <p:cNvPr id="158" name="anomaly-124">
                <a:extLst xmlns:a="http://schemas.openxmlformats.org/drawingml/2006/main">
                  <a:ext uri="{FF2B5EF4-FFF2-40B4-BE49-F238E27FC236}">
                    <a16:creationId xmlns:a16="http://schemas.microsoft.com/office/drawing/2014/main" id="{234D66A4-F685-4386-ABF5-93F406D2CC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Series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159" name="anomaly-128">
                <a:extLst xmlns:a="http://schemas.openxmlformats.org/drawingml/2006/main">
                  <a:ext uri="{FF2B5EF4-FFF2-40B4-BE49-F238E27FC236}">
                    <a16:creationId xmlns:a16="http://schemas.microsoft.com/office/drawing/2014/main" id="{E7F38B3D-2F4D-4717-A506-1D14E7992D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73936" y="6894576"/>
                <a:ext cx="1481328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B7524A"/>
                    </a:solidFill>
                    <a:latin typeface="Comic Sans MS"/>
                    <a:ea typeface="Times New Roman"/>
                    <a:cs typeface="Times New Roman"/>
                  </a:rPr>
                  <a:t>Choose probes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60" name="anomaly-132">
                <a:extLst xmlns:a="http://schemas.openxmlformats.org/drawingml/2006/main">
                  <a:ext uri="{FF2B5EF4-FFF2-40B4-BE49-F238E27FC236}">
                    <a16:creationId xmlns:a16="http://schemas.microsoft.com/office/drawing/2014/main" id="{F4452A0F-6083-41EF-A3EA-0002E10C16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Diagnostics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161" name="anomaly-136">
                <a:extLst xmlns:a="http://schemas.openxmlformats.org/drawingml/2006/main">
                  <a:ext uri="{FF2B5EF4-FFF2-40B4-BE49-F238E27FC236}">
                    <a16:creationId xmlns:a16="http://schemas.microsoft.com/office/drawing/2014/main" id="{E1C03208-4FE8-43D1-B539-0657631998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Detector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162" name="anomaly-141">
                <a:extLst xmlns:a="http://schemas.openxmlformats.org/drawingml/2006/main">
                  <a:ext uri="{FF2B5EF4-FFF2-40B4-BE49-F238E27FC236}">
                    <a16:creationId xmlns:a16="http://schemas.microsoft.com/office/drawing/2014/main" id="{CB20D783-4BA0-4C26-82BD-E8B0823CC0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75888" y="8101584"/>
                <a:ext cx="153619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B7524A"/>
                    </a:solidFill>
                    <a:latin typeface="Comic Sans MS"/>
                    <a:ea typeface="Times New Roman"/>
                    <a:cs typeface="Times New Roman"/>
                  </a:rPr>
                  <a:t>Refine intervals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63" name="anomaly-148">
                <a:extLst xmlns:a="http://schemas.openxmlformats.org/drawingml/2006/main">
                  <a:ext uri="{FF2B5EF4-FFF2-40B4-BE49-F238E27FC236}">
                    <a16:creationId xmlns:a16="http://schemas.microsoft.com/office/drawing/2014/main" id="{3D0190EE-AB84-4B7C-A81B-2624A0389A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6072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Intervals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164" name="anomaly-150">
                <a:extLst xmlns:a="http://schemas.openxmlformats.org/drawingml/2006/main">
                  <a:ext uri="{FF2B5EF4-FFF2-40B4-BE49-F238E27FC236}">
                    <a16:creationId xmlns:a16="http://schemas.microsoft.com/office/drawing/2014/main" id="{4E2F19F8-6F4D-49B5-A849-B51BC9A429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Data / labels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65" name="anomaly-153">
                <a:extLst xmlns:a="http://schemas.openxmlformats.org/drawingml/2006/main">
                  <a:ext uri="{FF2B5EF4-FFF2-40B4-BE49-F238E27FC236}">
                    <a16:creationId xmlns:a16="http://schemas.microsoft.com/office/drawing/2014/main" id="{9003DAB7-318B-4961-9B22-A283256804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10512" y="9564624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B7524A"/>
                    </a:solidFill>
                    <a:latin typeface="Comic Sans MS"/>
                    <a:ea typeface="Times New Roman"/>
                    <a:cs typeface="Times New Roman"/>
                  </a:rPr>
                  <a:t>Build detector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66" name="anomaly-159">
                <a:extLst xmlns:a="http://schemas.openxmlformats.org/drawingml/2006/main">
                  <a:ext uri="{FF2B5EF4-FFF2-40B4-BE49-F238E27FC236}">
                    <a16:creationId xmlns:a16="http://schemas.microsoft.com/office/drawing/2014/main" id="{7538430D-38B3-4D98-8407-D1AA45E4D7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547872" y="10003536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576675"/>
                    </a:solidFill>
                    <a:latin typeface="Comic Sans MS"/>
                    <a:ea typeface="Times New Roman"/>
                    <a:cs typeface="Times New Roman"/>
                  </a:rPr>
                  <a:t>Logs</a:t>
                </a:r>
                <a:endParaRPr sz="1232">
                  <a:latin typeface="Comic Sans MS"/>
                </a:endParaRPr>
              </a:p>
            </p:txBody>
          </p:sp>
          <p:sp>
            <p:nvSpPr>
              <p:cNvPr id="167" name="anomaly-162">
                <a:extLst xmlns:a="http://schemas.openxmlformats.org/drawingml/2006/main">
                  <a:ext uri="{FF2B5EF4-FFF2-40B4-BE49-F238E27FC236}">
                    <a16:creationId xmlns:a16="http://schemas.microsoft.com/office/drawing/2014/main" id="{F8B1DE8C-4D05-43D6-A652-4EB5EDD0D7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0" y="9564624"/>
                <a:ext cx="9875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B7524A"/>
                    </a:solidFill>
                    <a:latin typeface="Comic Sans MS"/>
                    <a:ea typeface="Times New Roman"/>
                    <a:cs typeface="Times New Roman"/>
                  </a:rPr>
                  <a:t>Diagnose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68" name="anomaly-166">
                <a:extLst xmlns:a="http://schemas.openxmlformats.org/drawingml/2006/main">
                  <a:ext uri="{FF2B5EF4-FFF2-40B4-BE49-F238E27FC236}">
                    <a16:creationId xmlns:a16="http://schemas.microsoft.com/office/drawing/2014/main" id="{E1BC0804-2EB4-4FD9-9D27-7E3E5C87C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Cause A?</a:t>
                </a:r>
                <a:endParaRPr sz="1276">
                  <a:latin typeface="Comic Sans MS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Cause B?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10221" name="scan-search-0">
                <a:extLst xmlns:a="http://schemas.openxmlformats.org/drawingml/2006/main">
                  <a:ext uri="{FF2B5EF4-FFF2-40B4-BE49-F238E27FC236}">
                    <a16:creationId xmlns:a16="http://schemas.microsoft.com/office/drawing/2014/main" id="{C018FA09-F3F3-491A-AB83-BE7E1FD95F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3895"/>
                      <a:pt x="3895" y="3000"/>
                      <a:pt x="5000" y="3000"/>
                    </a:cubicBezTo>
                    <a:lnTo>
                      <a:pt x="7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2" name="scan-search-1">
                <a:extLst xmlns:a="http://schemas.openxmlformats.org/drawingml/2006/main">
                  <a:ext uri="{FF2B5EF4-FFF2-40B4-BE49-F238E27FC236}">
                    <a16:creationId xmlns:a16="http://schemas.microsoft.com/office/drawing/2014/main" id="{1B08431F-3748-416C-A422-B630F3A56D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20105" y="3000"/>
                      <a:pt x="21000" y="3895"/>
                      <a:pt x="21000" y="5000"/>
                    </a:cubicBezTo>
                    <a:lnTo>
                      <a:pt x="21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3" name="scan-search-2">
                <a:extLst xmlns:a="http://schemas.openxmlformats.org/drawingml/2006/main">
                  <a:ext uri="{FF2B5EF4-FFF2-40B4-BE49-F238E27FC236}">
                    <a16:creationId xmlns:a16="http://schemas.microsoft.com/office/drawing/2014/main" id="{B7447ACE-AE5C-48B5-B8C0-30265461C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20105"/>
                      <a:pt x="20105" y="21000"/>
                      <a:pt x="19000" y="21000"/>
                    </a:cubicBezTo>
                    <a:lnTo>
                      <a:pt x="17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4" name="scan-search-3">
                <a:extLst xmlns:a="http://schemas.openxmlformats.org/drawingml/2006/main">
                  <a:ext uri="{FF2B5EF4-FFF2-40B4-BE49-F238E27FC236}">
                    <a16:creationId xmlns:a16="http://schemas.microsoft.com/office/drawing/2014/main" id="{13050D06-DB0E-4FFC-95DD-B0462FCA9B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3895" y="21000"/>
                      <a:pt x="3000" y="20105"/>
                      <a:pt x="3000" y="19000"/>
                    </a:cubicBezTo>
                    <a:lnTo>
                      <a:pt x="3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5" name="scan-search-4">
                <a:extLst xmlns:a="http://schemas.openxmlformats.org/drawingml/2006/main">
                  <a:ext uri="{FF2B5EF4-FFF2-40B4-BE49-F238E27FC236}">
                    <a16:creationId xmlns:a16="http://schemas.microsoft.com/office/drawing/2014/main" id="{3D09E774-337D-455C-8F22-44FDEE0EBF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3005" y="6606445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6" name="scan-search-5">
                <a:extLst xmlns:a="http://schemas.openxmlformats.org/drawingml/2006/main">
                  <a:ext uri="{FF2B5EF4-FFF2-40B4-BE49-F238E27FC236}">
                    <a16:creationId xmlns:a16="http://schemas.microsoft.com/office/drawing/2014/main" id="{9F0D1953-37D4-4B13-AA11-D8296DBA73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6000"/>
                    </a:moveTo>
                    <a:lnTo>
                      <a:pt x="14100" y="141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8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61952517-A422-4560-A0D3-9DC901A1E8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29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61FC2EA5-8B1A-4CD9-8CF9-70CE48AD77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0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619367B2-7132-4614-860B-0C43627648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1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F4400A0-6CA6-455D-B3A9-BE62966A90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2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8C97355A-3F4F-43DF-966E-6D7A1EFA2E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3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41FC7042-9BDD-4EEC-BD05-9D6D726133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4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54A5AEC6-73FF-4A42-A07B-1347BF05F4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5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5DC0D7AA-D8C6-439A-AF10-37C39D6A58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6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F08BE558-E533-4E86-BB90-2E0B748002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8" name="braces-0">
                <a:extLst xmlns:a="http://schemas.openxmlformats.org/drawingml/2006/main">
                  <a:ext uri="{FF2B5EF4-FFF2-40B4-BE49-F238E27FC236}">
                    <a16:creationId xmlns:a16="http://schemas.microsoft.com/office/drawing/2014/main" id="{88116D3F-BDF9-4FD4-93F7-A43F04501F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39" name="braces-1">
                <a:extLst xmlns:a="http://schemas.openxmlformats.org/drawingml/2006/main">
                  <a:ext uri="{FF2B5EF4-FFF2-40B4-BE49-F238E27FC236}">
                    <a16:creationId xmlns:a16="http://schemas.microsoft.com/office/drawing/2014/main" id="{FB4FAB33-448D-4964-8CE0-48851A49C0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1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23E2ED39-6268-459D-9713-575A0B6388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2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DF0A866C-4622-483C-96A2-9D0F3A882A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4426" y="9195530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  <p:sp>
            <p:nvSpPr>
              <p:cNvPr id="10243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8A052A53-9345-4982-8E8A-7EAAFE17E8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7524A"/>
                </a:solidFill>
              </a:ln>
            </p:spPr>
          </p:sp>
        </p:grpSp>
        <p:grpSp>
          <p:nvGrpSpPr>
            <p:cNvPr id="50004" name="Decision support"/>
            <p:cNvGrpSpPr/>
            <p:nvPr/>
          </p:nvGrpSpPr>
          <p:grpSpPr>
            <ns1:xfrm xmlns:ns1="http://schemas.openxmlformats.org/drawingml/2006/main">
              <ns1:off x="8339328" y="5998464"/>
              <ns1:ext cx="7900416" cy="4937760"/>
              <ns1:chOff x="8339328" y="5998464"/>
              <ns1:chExt cx="7900416" cy="4937760"/>
            </ns1:xfrm>
          </p:grpSpPr>
          <p:sp>
            <p:nvSpPr>
              <p:cNvPr id="169" name="decision-167">
                <a:extLst xmlns:a="http://schemas.openxmlformats.org/drawingml/2006/main">
                  <a:ext uri="{FF2B5EF4-FFF2-40B4-BE49-F238E27FC236}">
                    <a16:creationId xmlns:a16="http://schemas.microsoft.com/office/drawing/2014/main" id="{B6185714-8293-4ED6-BBDB-661261852E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4F1FA"/>
              </a:solidFill>
              <a:ln xmlns:a="http://schemas.openxmlformats.org/drawingml/2006/main" w="12700">
                <a:solidFill>
                  <a:srgbClr val="DFD8EF"/>
                </a:solidFill>
              </a:ln>
              <a:effectLst xmlns:a="http://schemas.openxmlformats.org/drawingml/2006/main"/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0" name="decision-171">
                <a:extLst xmlns:a="http://schemas.openxmlformats.org/drawingml/2006/main">
                  <a:ext uri="{FF2B5EF4-FFF2-40B4-BE49-F238E27FC236}">
                    <a16:creationId xmlns:a16="http://schemas.microsoft.com/office/drawing/2014/main" id="{3E408D41-2D30-4F71-9578-6E9CC6379B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FD8EF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1" name="decision-173">
                <a:extLst xmlns:a="http://schemas.openxmlformats.org/drawingml/2006/main">
                  <a:ext uri="{FF2B5EF4-FFF2-40B4-BE49-F238E27FC236}">
                    <a16:creationId xmlns:a16="http://schemas.microsoft.com/office/drawing/2014/main" id="{CA9094D9-B2D5-4138-B2E8-5A83A277CA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 xmlns:a="http://schemas.openxmlformats.org/drawingml/2006/main">
                <a:srgbClr val="E4DDF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2" name="decision-174">
                <a:extLst xmlns:a="http://schemas.openxmlformats.org/drawingml/2006/main">
                  <a:ext uri="{FF2B5EF4-FFF2-40B4-BE49-F238E27FC236}">
                    <a16:creationId xmlns:a16="http://schemas.microsoft.com/office/drawing/2014/main" id="{651A86A5-EA32-4EDA-BFDF-D0E31E7B88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68512" y="8247888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3" name="decision-198">
                <a:extLst xmlns:a="http://schemas.openxmlformats.org/drawingml/2006/main">
                  <a:ext uri="{FF2B5EF4-FFF2-40B4-BE49-F238E27FC236}">
                    <a16:creationId xmlns:a16="http://schemas.microsoft.com/office/drawing/2014/main" id="{AF127807-41BA-4DA6-8EC1-5BAA8B56FC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7607808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4" name="decision-203">
                <a:extLst xmlns:a="http://schemas.openxmlformats.org/drawingml/2006/main">
                  <a:ext uri="{FF2B5EF4-FFF2-40B4-BE49-F238E27FC236}">
                    <a16:creationId xmlns:a16="http://schemas.microsoft.com/office/drawing/2014/main" id="{978FB2AB-FA54-4630-8891-58F95B8683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9180576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220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5" name="decision-168">
                <a:extLst xmlns:a="http://schemas.openxmlformats.org/drawingml/2006/main">
                  <a:ext uri="{FF2B5EF4-FFF2-40B4-BE49-F238E27FC236}">
                    <a16:creationId xmlns:a16="http://schemas.microsoft.com/office/drawing/2014/main" id="{22F9ECDB-D381-46F9-8D62-291DE2EC17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6A55A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6" name="decision-177">
                <a:extLst xmlns:a="http://schemas.openxmlformats.org/drawingml/2006/main">
                  <a:ext uri="{FF2B5EF4-FFF2-40B4-BE49-F238E27FC236}">
                    <a16:creationId xmlns:a16="http://schemas.microsoft.com/office/drawing/2014/main" id="{CC2826FD-4772-404F-8941-19E52CE609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814816" y="894283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A9B5C1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7" name="decision-181">
                <a:extLst xmlns:a="http://schemas.openxmlformats.org/drawingml/2006/main">
                  <a:ext uri="{FF2B5EF4-FFF2-40B4-BE49-F238E27FC236}">
                    <a16:creationId xmlns:a16="http://schemas.microsoft.com/office/drawing/2014/main" id="{B44E4B43-CFAC-47B5-820F-9E8033D21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06256" y="903427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4495C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8" name="decision-188">
                <a:extLst xmlns:a="http://schemas.openxmlformats.org/drawingml/2006/main">
                  <a:ext uri="{FF2B5EF4-FFF2-40B4-BE49-F238E27FC236}">
                    <a16:creationId xmlns:a16="http://schemas.microsoft.com/office/drawing/2014/main" id="{D01E4633-320E-4045-81BD-466E07006B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7973568"/>
                <a:ext cx="10241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79" name="decision-191">
                <a:extLst xmlns:a="http://schemas.openxmlformats.org/drawingml/2006/main">
                  <a:ext uri="{FF2B5EF4-FFF2-40B4-BE49-F238E27FC236}">
                    <a16:creationId xmlns:a16="http://schemas.microsoft.com/office/drawing/2014/main" id="{28599036-B1C1-41E4-AD4D-7E036DD726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83696" y="7973568"/>
                <a:ext cx="15544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0" name="decision-196">
                <a:extLst xmlns:a="http://schemas.openxmlformats.org/drawingml/2006/main">
                  <a:ext uri="{FF2B5EF4-FFF2-40B4-BE49-F238E27FC236}">
                    <a16:creationId xmlns:a16="http://schemas.microsoft.com/office/drawing/2014/main" id="{9C4A558F-D612-41C2-B15A-D18094B9B8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6A55A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1" name="decision-201">
                <a:extLst xmlns:a="http://schemas.openxmlformats.org/drawingml/2006/main">
                  <a:ext uri="{FF2B5EF4-FFF2-40B4-BE49-F238E27FC236}">
                    <a16:creationId xmlns:a16="http://schemas.microsoft.com/office/drawing/2014/main" id="{D1D3EBAB-2755-4DE9-8B65-EDFFD8C8DE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6A55A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2" name="decision-207">
                <a:extLst xmlns:a="http://schemas.openxmlformats.org/drawingml/2006/main">
                  <a:ext uri="{FF2B5EF4-FFF2-40B4-BE49-F238E27FC236}">
                    <a16:creationId xmlns:a16="http://schemas.microsoft.com/office/drawing/2014/main" id="{DA12BACA-09AC-48C7-96F3-B082941B4E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7863840"/>
                <a:ext cx="1170432" cy="585216"/>
              </a:xfrm>
              <a:prstGeom xmlns:a="http://schemas.openxmlformats.org/drawingml/2006/main" prst="roundRect">
                <a:avLst>
                  <a:gd name="adj" fmla="val 14062"/>
                </a:avLst>
              </a:prstGeom>
              <a:solidFill xmlns:a="http://schemas.openxmlformats.org/drawingml/2006/main">
                <a:srgbClr val="E8EDF2"/>
              </a:solidFill>
              <a:ln xmlns:a="http://schemas.openxmlformats.org/drawingml/2006/main" w="12700">
                <a:solidFill>
                  <a:srgbClr val="2F374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3" name="decision-211">
                <a:extLst xmlns:a="http://schemas.openxmlformats.org/drawingml/2006/main">
                  <a:ext uri="{FF2B5EF4-FFF2-40B4-BE49-F238E27FC236}">
                    <a16:creationId xmlns:a16="http://schemas.microsoft.com/office/drawing/2014/main" id="{6CD116B7-2F57-4614-B1C6-2C50F82987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EEF1F4"/>
              </a:solidFill>
              <a:ln xmlns:a="http://schemas.openxmlformats.org/drawingml/2006/main" w="13970">
                <a:solidFill>
                  <a:srgbClr val="8E9DAA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4" name="decision-175">
                <a:extLst xmlns:a="http://schemas.openxmlformats.org/drawingml/2006/main">
                  <a:ext uri="{FF2B5EF4-FFF2-40B4-BE49-F238E27FC236}">
                    <a16:creationId xmlns:a16="http://schemas.microsoft.com/office/drawing/2014/main" id="{75E9C787-97ED-4F2A-8304-79013EE251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5" name="decision-199">
                <a:extLst xmlns:a="http://schemas.openxmlformats.org/drawingml/2006/main">
                  <a:ext uri="{FF2B5EF4-FFF2-40B4-BE49-F238E27FC236}">
                    <a16:creationId xmlns:a16="http://schemas.microsoft.com/office/drawing/2014/main" id="{A3322128-7078-48A2-ABAA-DCC73A6537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7162312"/>
                <a:ext cx="969264" cy="32881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6" name="decision-204">
                <a:extLst xmlns:a="http://schemas.openxmlformats.org/drawingml/2006/main">
                  <a:ext uri="{FF2B5EF4-FFF2-40B4-BE49-F238E27FC236}">
                    <a16:creationId xmlns:a16="http://schemas.microsoft.com/office/drawing/2014/main" id="{4CC355F6-F29A-49D2-876B-6104B3C592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8926007"/>
                <a:ext cx="969264" cy="1591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5840"/>
                    </a:moveTo>
                    <a:cubicBezTo>
                      <a:pt x="720" y="13560"/>
                      <a:pt x="2880" y="3600"/>
                      <a:pt x="4320" y="2160"/>
                    </a:cubicBezTo>
                    <a:cubicBezTo>
                      <a:pt x="5760" y="720"/>
                      <a:pt x="7200" y="7320"/>
                      <a:pt x="8640" y="7200"/>
                    </a:cubicBezTo>
                    <a:cubicBezTo>
                      <a:pt x="10080" y="7080"/>
                      <a:pt x="11520" y="0"/>
                      <a:pt x="12960" y="1440"/>
                    </a:cubicBezTo>
                    <a:cubicBezTo>
                      <a:pt x="14400" y="2880"/>
                      <a:pt x="15840" y="12480"/>
                      <a:pt x="17280" y="15840"/>
                    </a:cubicBezTo>
                    <a:cubicBezTo>
                      <a:pt x="18720" y="19200"/>
                      <a:pt x="20880" y="20640"/>
                      <a:pt x="21600" y="216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tailEnd type="none"/>
                <a:prstDash val="dash"/>
              </a:ln>
              <ns0:effectLst xmlns:ns0="http://schemas.openxmlformats.org/drawingml/2006/main">
                <ns0:outerShdw blurRad="12700" dist="9000" dir="2700000" algn="ctr" rotWithShape="0">
                  <ns0:srgbClr val="000000">
                    <ns0:alpha val="2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7" name="decision-178">
                <a:extLst xmlns:a="http://schemas.openxmlformats.org/drawingml/2006/main">
                  <a:ext uri="{FF2B5EF4-FFF2-40B4-BE49-F238E27FC236}">
                    <a16:creationId xmlns:a16="http://schemas.microsoft.com/office/drawing/2014/main" id="{05B75742-470E-4B43-AFBA-737C6C6D3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06170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8" name="decision-179">
                <a:extLst xmlns:a="http://schemas.openxmlformats.org/drawingml/2006/main">
                  <a:ext uri="{FF2B5EF4-FFF2-40B4-BE49-F238E27FC236}">
                    <a16:creationId xmlns:a16="http://schemas.microsoft.com/office/drawing/2014/main" id="{D17BDB94-A032-4EA8-B8B3-F99FF19590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18057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89" name="decision-180">
                <a:extLst xmlns:a="http://schemas.openxmlformats.org/drawingml/2006/main">
                  <a:ext uri="{FF2B5EF4-FFF2-40B4-BE49-F238E27FC236}">
                    <a16:creationId xmlns:a16="http://schemas.microsoft.com/office/drawing/2014/main" id="{2DD3F643-AEA3-4AE8-B713-18DE68FD6D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29944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A9B5C1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0" name="decision-182">
                <a:extLst xmlns:a="http://schemas.openxmlformats.org/drawingml/2006/main">
                  <a:ext uri="{FF2B5EF4-FFF2-40B4-BE49-F238E27FC236}">
                    <a16:creationId xmlns:a16="http://schemas.microsoft.com/office/drawing/2014/main" id="{4DD25FE0-E968-46B6-8894-68452169B4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15314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1" name="decision-183">
                <a:extLst xmlns:a="http://schemas.openxmlformats.org/drawingml/2006/main">
                  <a:ext uri="{FF2B5EF4-FFF2-40B4-BE49-F238E27FC236}">
                    <a16:creationId xmlns:a16="http://schemas.microsoft.com/office/drawing/2014/main" id="{51CAD73A-8902-4E83-892E-4260ADE810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27201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2" name="decision-184">
                <a:extLst xmlns:a="http://schemas.openxmlformats.org/drawingml/2006/main">
                  <a:ext uri="{FF2B5EF4-FFF2-40B4-BE49-F238E27FC236}">
                    <a16:creationId xmlns:a16="http://schemas.microsoft.com/office/drawing/2014/main" id="{327879E7-2242-42AA-849A-FD96A347D6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39088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4495C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3" name="decision-186">
                <a:extLst xmlns:a="http://schemas.openxmlformats.org/drawingml/2006/main">
                  <a:ext uri="{FF2B5EF4-FFF2-40B4-BE49-F238E27FC236}">
                    <a16:creationId xmlns:a16="http://schemas.microsoft.com/office/drawing/2014/main" id="{06BB3760-AD13-4650-AF3E-182B5F3927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674352" y="8046720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4" name="decision-187">
                <a:extLst xmlns:a="http://schemas.openxmlformats.org/drawingml/2006/main">
                  <a:ext uri="{FF2B5EF4-FFF2-40B4-BE49-F238E27FC236}">
                    <a16:creationId xmlns:a16="http://schemas.microsoft.com/office/drawing/2014/main" id="{AB3041F7-9496-4465-AA77-794C06DDE8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8266176"/>
                <a:ext cx="384048" cy="97840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3371" y="21600"/>
                    </a:lnTo>
                    <a:lnTo>
                      <a:pt x="13371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5" name="decision-190">
                <a:extLst xmlns:a="http://schemas.openxmlformats.org/drawingml/2006/main">
                  <a:ext uri="{FF2B5EF4-FFF2-40B4-BE49-F238E27FC236}">
                    <a16:creationId xmlns:a16="http://schemas.microsoft.com/office/drawing/2014/main" id="{41BFF718-E222-42E9-9CC1-180A300320F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045952" y="815644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6" name="decision-193">
                <a:extLst xmlns:a="http://schemas.openxmlformats.org/drawingml/2006/main">
                  <a:ext uri="{FF2B5EF4-FFF2-40B4-BE49-F238E27FC236}">
                    <a16:creationId xmlns:a16="http://schemas.microsoft.com/office/drawing/2014/main" id="{7241E3E7-F0AB-4403-AAB9-F02A1014DB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74752" y="8156448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7" name="decision-194">
                <a:extLst xmlns:a="http://schemas.openxmlformats.org/drawingml/2006/main">
                  <a:ext uri="{FF2B5EF4-FFF2-40B4-BE49-F238E27FC236}">
                    <a16:creationId xmlns:a16="http://schemas.microsoft.com/office/drawing/2014/main" id="{BE25FDEA-9BEA-4277-86A1-534A9640B2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" cy="1572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8" name="decision-195">
                <a:extLst xmlns:a="http://schemas.openxmlformats.org/drawingml/2006/main">
                  <a:ext uri="{FF2B5EF4-FFF2-40B4-BE49-F238E27FC236}">
                    <a16:creationId xmlns:a16="http://schemas.microsoft.com/office/drawing/2014/main" id="{C78FDBB6-AEBF-4CFD-86D3-5E1E62254F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199" name="decision-200">
                <a:extLst xmlns:a="http://schemas.openxmlformats.org/drawingml/2006/main">
                  <a:ext uri="{FF2B5EF4-FFF2-40B4-BE49-F238E27FC236}">
                    <a16:creationId xmlns:a16="http://schemas.microsoft.com/office/drawing/2014/main" id="{BAE7AACC-3481-487D-AEDD-CCC0F7F87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8942832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0" name="decision-205">
                <a:extLst xmlns:a="http://schemas.openxmlformats.org/drawingml/2006/main">
                  <a:ext uri="{FF2B5EF4-FFF2-40B4-BE49-F238E27FC236}">
                    <a16:creationId xmlns:a16="http://schemas.microsoft.com/office/drawing/2014/main" id="{7F9495B2-CD19-4DD8-B11D-51DE269C8B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7370064"/>
                <a:ext cx="292608" cy="67665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12150" y="0"/>
                    </a:lnTo>
                    <a:lnTo>
                      <a:pt x="12150" y="21600"/>
                    </a:lnTo>
                    <a:lnTo>
                      <a:pt x="2160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1" name="decision-206">
                <a:extLst xmlns:a="http://schemas.openxmlformats.org/drawingml/2006/main">
                  <a:ext uri="{FF2B5EF4-FFF2-40B4-BE49-F238E27FC236}">
                    <a16:creationId xmlns:a16="http://schemas.microsoft.com/office/drawing/2014/main" id="{CAAB9B72-37F0-4362-80B8-9F5ABDB3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8284464"/>
                <a:ext cx="292608" cy="6583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2150" y="21600"/>
                    </a:lnTo>
                    <a:lnTo>
                      <a:pt x="12150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2" name="decision-209">
                <a:extLst xmlns:a="http://schemas.openxmlformats.org/drawingml/2006/main">
                  <a:ext uri="{FF2B5EF4-FFF2-40B4-BE49-F238E27FC236}">
                    <a16:creationId xmlns:a16="http://schemas.microsoft.com/office/drawing/2014/main" id="{75CFC67C-DF4E-4503-B180-DDC5A8C5B3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416784" y="8485632"/>
                <a:ext cx="9144" cy="8778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5F6F7D"/>
                </a:solidFill>
                <a:prstDash val="solid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3" name="decision-213">
                <a:extLst xmlns:a="http://schemas.openxmlformats.org/drawingml/2006/main">
                  <a:ext uri="{FF2B5EF4-FFF2-40B4-BE49-F238E27FC236}">
                    <a16:creationId xmlns:a16="http://schemas.microsoft.com/office/drawing/2014/main" id="{68A78495-5D5B-4AC3-8212-D1E3D938B5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22208" y="7946136"/>
                <a:ext cx="6894576" cy="20756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19126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lnTo>
                      <a:pt x="40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6A55A3"/>
                </a:solidFill>
                <a:prstDash val="dash"/>
                <a:tailEnd type="triangl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/>
              </a:p>
            </p:txBody>
          </p:sp>
          <p:sp>
            <p:nvSpPr>
              <p:cNvPr id="204" name="decision-169">
                <a:extLst xmlns:a="http://schemas.openxmlformats.org/drawingml/2006/main">
                  <a:ext uri="{FF2B5EF4-FFF2-40B4-BE49-F238E27FC236}">
                    <a16:creationId xmlns:a16="http://schemas.microsoft.com/office/drawing/2014/main" id="{891CFD40-42F9-4BEB-BAA0-41EF792FFC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Comic Sans MS"/>
                    <a:ea typeface="Times New Roman"/>
                    <a:cs typeface="Times New Roman"/>
                  </a:rPr>
                  <a:t>d</a:t>
                </a:r>
                <a:endParaRPr sz="1496">
                  <a:latin typeface="Comic Sans MS"/>
                </a:endParaRPr>
              </a:p>
            </p:txBody>
          </p:sp>
          <p:sp>
            <p:nvSpPr>
              <p:cNvPr id="205" name="decision-170">
                <a:extLst xmlns:a="http://schemas.openxmlformats.org/drawingml/2006/main">
                  <a:ext uri="{FF2B5EF4-FFF2-40B4-BE49-F238E27FC236}">
                    <a16:creationId xmlns:a16="http://schemas.microsoft.com/office/drawing/2014/main" id="{08E1C17E-5E7F-42D6-8F49-C43C147E9A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Decision Support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206" name="decision-172">
                <a:extLst xmlns:a="http://schemas.openxmlformats.org/drawingml/2006/main">
                  <a:ext uri="{FF2B5EF4-FFF2-40B4-BE49-F238E27FC236}">
                    <a16:creationId xmlns:a16="http://schemas.microsoft.com/office/drawing/2014/main" id="{AB098C84-581C-4D70-A5EE-32AF8CAFE7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6A55A3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43444"/>
                    </a:solidFill>
                    <a:latin typeface="Times New Roman"/>
                    <a:ea typeface="Times New Roman"/>
                    <a:cs typeface="Times New Roman"/>
                  </a:rPr>
                  <a:t>Action utility / risk / latency</a:t>
                </a:r>
                <a:endParaRPr sz="1400"/>
              </a:p>
            </p:txBody>
          </p:sp>
          <p:sp>
            <p:nvSpPr>
              <p:cNvPr id="207" name="decision-176">
                <a:extLst xmlns:a="http://schemas.openxmlformats.org/drawingml/2006/main">
                  <a:ext uri="{FF2B5EF4-FFF2-40B4-BE49-F238E27FC236}">
                    <a16:creationId xmlns:a16="http://schemas.microsoft.com/office/drawing/2014/main" id="{CCCFC123-CE55-4FA2-9086-A9EF95F536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13648" y="830275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State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208" name="decision-185">
                <a:extLst xmlns:a="http://schemas.openxmlformats.org/drawingml/2006/main">
                  <a:ext uri="{FF2B5EF4-FFF2-40B4-BE49-F238E27FC236}">
                    <a16:creationId xmlns:a16="http://schemas.microsoft.com/office/drawing/2014/main" id="{0524C14F-B889-4915-8996-A077CEB4F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50224" y="949147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43444"/>
                    </a:solidFill>
                    <a:latin typeface="Comic Sans MS"/>
                    <a:ea typeface="Times New Roman"/>
                    <a:cs typeface="Times New Roman"/>
                  </a:rPr>
                  <a:t>Memory</a:t>
                </a:r>
                <a:endParaRPr sz="1320">
                  <a:latin typeface="Comic Sans MS"/>
                </a:endParaRPr>
              </a:p>
            </p:txBody>
          </p:sp>
          <p:sp>
            <p:nvSpPr>
              <p:cNvPr id="209" name="decision-189">
                <a:extLst xmlns:a="http://schemas.openxmlformats.org/drawingml/2006/main">
                  <a:ext uri="{FF2B5EF4-FFF2-40B4-BE49-F238E27FC236}">
                    <a16:creationId xmlns:a16="http://schemas.microsoft.com/office/drawing/2014/main" id="{DBE49BFB-1132-416A-8354-3CBB68FF1A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7973568"/>
                <a:ext cx="9144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68528D"/>
                    </a:solidFill>
                    <a:latin typeface="Comic Sans MS"/>
                    <a:ea typeface="Times New Roman"/>
                    <a:cs typeface="Times New Roman"/>
                  </a:rPr>
                  <a:t>Retrieve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210" name="decision-192">
                <a:extLst xmlns:a="http://schemas.openxmlformats.org/drawingml/2006/main">
                  <a:ext uri="{FF2B5EF4-FFF2-40B4-BE49-F238E27FC236}">
                    <a16:creationId xmlns:a16="http://schemas.microsoft.com/office/drawing/2014/main" id="{7B796C4D-1149-44CC-A711-0C0614CAE0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38560" y="7973568"/>
                <a:ext cx="14447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68528D"/>
                    </a:solidFill>
                    <a:latin typeface="Comic Sans MS"/>
                    <a:ea typeface="Times New Roman"/>
                    <a:cs typeface="Times New Roman"/>
                  </a:rPr>
                  <a:t>Predict futures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211" name="decision-197">
                <a:extLst xmlns:a="http://schemas.openxmlformats.org/drawingml/2006/main">
                  <a:ext uri="{FF2B5EF4-FFF2-40B4-BE49-F238E27FC236}">
                    <a16:creationId xmlns:a16="http://schemas.microsoft.com/office/drawing/2014/main" id="{F5FB5775-5989-4D52-9440-75B770A346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6A55A3"/>
                    </a:solidFill>
                    <a:latin typeface="Comic Sans MS"/>
                    <a:ea typeface="Times New Roman"/>
                    <a:cs typeface="Times New Roman"/>
                  </a:rPr>
                  <a:t>A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212" name="decision-202">
                <a:extLst xmlns:a="http://schemas.openxmlformats.org/drawingml/2006/main">
                  <a:ext uri="{FF2B5EF4-FFF2-40B4-BE49-F238E27FC236}">
                    <a16:creationId xmlns:a16="http://schemas.microsoft.com/office/drawing/2014/main" id="{A482B34C-1F18-416D-8329-8206573679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6A55A3"/>
                    </a:solidFill>
                    <a:latin typeface="Comic Sans MS"/>
                    <a:ea typeface="Times New Roman"/>
                    <a:cs typeface="Times New Roman"/>
                  </a:rPr>
                  <a:t>B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213" name="decision-208">
                <a:extLst xmlns:a="http://schemas.openxmlformats.org/drawingml/2006/main">
                  <a:ext uri="{FF2B5EF4-FFF2-40B4-BE49-F238E27FC236}">
                    <a16:creationId xmlns:a16="http://schemas.microsoft.com/office/drawing/2014/main" id="{952316D3-8F54-46CA-AD2B-534B9BA75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86432" y="7863840"/>
                <a:ext cx="1060704" cy="58521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68528D"/>
                    </a:solidFill>
                    <a:latin typeface="Comic Sans MS"/>
                    <a:ea typeface="Times New Roman"/>
                    <a:cs typeface="Times New Roman"/>
                  </a:rPr>
                  <a:t>Select /</a:t>
                </a:r>
                <a:endParaRPr sz="1276">
                  <a:latin typeface="Comic Sans MS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68528D"/>
                    </a:solidFill>
                    <a:latin typeface="Comic Sans MS"/>
                    <a:ea typeface="Times New Roman"/>
                    <a:cs typeface="Times New Roman"/>
                  </a:rPr>
                  <a:t>check risk</a:t>
                </a:r>
                <a:endParaRPr sz="1276">
                  <a:latin typeface="Comic Sans MS"/>
                </a:endParaRPr>
              </a:p>
            </p:txBody>
          </p:sp>
          <p:sp>
            <p:nvSpPr>
              <p:cNvPr id="214" name="decision-210">
                <a:extLst xmlns:a="http://schemas.openxmlformats.org/drawingml/2006/main">
                  <a:ext uri="{FF2B5EF4-FFF2-40B4-BE49-F238E27FC236}">
                    <a16:creationId xmlns:a16="http://schemas.microsoft.com/office/drawing/2014/main" id="{9F589B83-D27E-4B70-8ABA-D0FC4AA913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40128" y="8814816"/>
                <a:ext cx="621792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buNone/>
                </a:pPr>
                <a:r>
                  <a:rPr sz="1188" i="1">
                    <a:solidFill>
                      <a:srgbClr val="576675"/>
                    </a:solidFill>
                    <a:latin typeface="Comic Sans MS"/>
                    <a:ea typeface="Times New Roman"/>
                    <a:cs typeface="Times New Roman"/>
                  </a:rPr>
                  <a:t>Action</a:t>
                </a:r>
                <a:endParaRPr sz="1188">
                  <a:latin typeface="Comic Sans MS"/>
                </a:endParaRPr>
              </a:p>
            </p:txBody>
          </p:sp>
          <p:sp>
            <p:nvSpPr>
              <p:cNvPr id="215" name="decision-212">
                <a:extLst xmlns:a="http://schemas.openxmlformats.org/drawingml/2006/main">
                  <a:ext uri="{FF2B5EF4-FFF2-40B4-BE49-F238E27FC236}">
                    <a16:creationId xmlns:a16="http://schemas.microsoft.com/office/drawing/2014/main" id="{AAECFD12-3517-45A0-814E-CADED83CAF8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34495C"/>
                    </a:solidFill>
                    <a:latin typeface="Comic Sans MS"/>
                    <a:ea typeface="Times New Roman"/>
                    <a:cs typeface="Times New Roman"/>
                  </a:rPr>
                  <a:t>Simulator</a:t>
                </a:r>
                <a:endParaRPr sz="1364">
                  <a:latin typeface="Comic Sans MS"/>
                </a:endParaRPr>
              </a:p>
            </p:txBody>
          </p:sp>
          <p:sp>
            <p:nvSpPr>
              <p:cNvPr id="216" name="decision-214">
                <a:extLst xmlns:a="http://schemas.openxmlformats.org/drawingml/2006/main">
                  <a:ext uri="{FF2B5EF4-FFF2-40B4-BE49-F238E27FC236}">
                    <a16:creationId xmlns:a16="http://schemas.microsoft.com/office/drawing/2014/main" id="{6480E147-61B1-4BB2-8E73-7F7D6F840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56848" y="9784080"/>
                <a:ext cx="182880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6A55A3"/>
                    </a:solidFill>
                    <a:latin typeface="Comic Sans MS"/>
                    <a:ea typeface="Times New Roman"/>
                    <a:cs typeface="Times New Roman"/>
                  </a:rPr>
                  <a:t>Observed outcome</a:t>
                </a:r>
                <a:endParaRPr sz="1188">
                  <a:latin typeface="Comic Sans MS"/>
                </a:endParaRPr>
              </a:p>
            </p:txBody>
          </p:sp>
          <p:sp>
            <p:nvSpPr>
              <p:cNvPr id="10245" name="database-0">
                <a:extLst xmlns:a="http://schemas.openxmlformats.org/drawingml/2006/main">
                  <a:ext uri="{FF2B5EF4-FFF2-40B4-BE49-F238E27FC236}">
                    <a16:creationId xmlns:a16="http://schemas.microsoft.com/office/drawing/2014/main" id="{08E3DE0F-971A-4AA8-953B-4FFC0E946F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128218" y="7590980"/>
                <a:ext cx="242888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6" name="database-1">
                <a:extLst xmlns:a="http://schemas.openxmlformats.org/drawingml/2006/main">
                  <a:ext uri="{FF2B5EF4-FFF2-40B4-BE49-F238E27FC236}">
                    <a16:creationId xmlns:a16="http://schemas.microsoft.com/office/drawing/2014/main" id="{93AA26BA-6EB4-45D7-9099-1DAC254C1F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7" name="database-2">
                <a:extLst xmlns:a="http://schemas.openxmlformats.org/drawingml/2006/main">
                  <a:ext uri="{FF2B5EF4-FFF2-40B4-BE49-F238E27FC236}">
                    <a16:creationId xmlns:a16="http://schemas.microsoft.com/office/drawing/2014/main" id="{E342F0C0-B486-4917-93CD-2EEC9DBCEC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49" name="git-branch-0">
                <a:extLst xmlns:a="http://schemas.openxmlformats.org/drawingml/2006/main">
                  <a:ext uri="{FF2B5EF4-FFF2-40B4-BE49-F238E27FC236}">
                    <a16:creationId xmlns:a16="http://schemas.microsoft.com/office/drawing/2014/main" id="{2C24F141-F16C-45BD-9345-0568EC3518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86185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5000" y="6000"/>
                    </a:moveTo>
                    <a:cubicBezTo>
                      <a:pt x="10029" y="6000"/>
                      <a:pt x="6000" y="10029"/>
                      <a:pt x="6000" y="15000"/>
                    </a:cubicBezTo>
                    <a:lnTo>
                      <a:pt x="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0" name="git-branch-1">
                <a:extLst xmlns:a="http://schemas.openxmlformats.org/drawingml/2006/main">
                  <a:ext uri="{FF2B5EF4-FFF2-40B4-BE49-F238E27FC236}">
                    <a16:creationId xmlns:a16="http://schemas.microsoft.com/office/drawing/2014/main" id="{D00207F2-4423-4916-A6F5-58C7C2061F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88591" y="7604474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1" name="git-branch-2">
                <a:extLst xmlns:a="http://schemas.openxmlformats.org/drawingml/2006/main">
                  <a:ext uri="{FF2B5EF4-FFF2-40B4-BE49-F238E27FC236}">
                    <a16:creationId xmlns:a16="http://schemas.microsoft.com/office/drawing/2014/main" id="{92F8728C-52BE-4609-A5FB-8033A3EA86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426666" y="7766399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3" name="shield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4FC92B4E-BA1B-4BF7-9877-947AD3EBE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13000"/>
                    </a:moveTo>
                    <a:cubicBezTo>
                      <a:pt x="20000" y="18000"/>
                      <a:pt x="16500" y="20500"/>
                      <a:pt x="12340" y="21950"/>
                    </a:cubicBezTo>
                    <a:cubicBezTo>
                      <a:pt x="12122" y="22024"/>
                      <a:pt x="11886" y="22020"/>
                      <a:pt x="11670" y="21940"/>
                    </a:cubicBezTo>
                    <a:cubicBezTo>
                      <a:pt x="7500" y="20500"/>
                      <a:pt x="4000" y="18000"/>
                      <a:pt x="4000" y="13000"/>
                    </a:cubicBezTo>
                    <a:lnTo>
                      <a:pt x="4000" y="6000"/>
                    </a:lnTo>
                    <a:cubicBezTo>
                      <a:pt x="4000" y="5448"/>
                      <a:pt x="4448" y="5000"/>
                      <a:pt x="5000" y="5000"/>
                    </a:cubicBezTo>
                    <a:cubicBezTo>
                      <a:pt x="7000" y="5000"/>
                      <a:pt x="9500" y="3800"/>
                      <a:pt x="11240" y="2280"/>
                    </a:cubicBezTo>
                    <a:cubicBezTo>
                      <a:pt x="11678" y="1906"/>
                      <a:pt x="12322" y="1906"/>
                      <a:pt x="12760" y="2280"/>
                    </a:cubicBezTo>
                    <a:cubicBezTo>
                      <a:pt x="14510" y="3810"/>
                      <a:pt x="17000" y="5000"/>
                      <a:pt x="19000" y="5000"/>
                    </a:cubicBezTo>
                    <a:cubicBezTo>
                      <a:pt x="19552" y="5000"/>
                      <a:pt x="20000" y="5448"/>
                      <a:pt x="20000" y="6000"/>
                    </a:cubicBezTo>
                    <a:lnTo>
                      <a:pt x="20000" y="13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  <p:sp>
            <p:nvSpPr>
              <p:cNvPr id="10254" name="shield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62A9F032-81F3-4DCA-8D19-ECD4043D50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68528D"/>
                </a:solidFill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210103231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2026-10-21T08:48:17.9520000Z</dcterms:created>
  <dcterms:modified xsi:type="dcterms:W3CDTF">2026-10-21T08:48:17.9520000Z</dcterms:modified>
</coreProperties>
</file>