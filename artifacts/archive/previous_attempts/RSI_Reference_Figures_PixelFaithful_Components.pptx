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30b6fac33f46b2" /><Relationship Type="http://schemas.openxmlformats.org/officeDocument/2006/relationships/extended-properties" Target="/docProps/app.xml" Id="R96ba071bcec74a46" /><Relationship Type="http://schemas.openxmlformats.org/officeDocument/2006/relationships/officeDocument" Target="/ppt/presentation.xml" Id="Re6d507e847f24c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99a80e701f437b"/>
  </p:sldMasterIdLst>
  <p:notesMasterIdLst>
    <p:notesMasterId xmlns:r="http://schemas.openxmlformats.org/officeDocument/2006/relationships" r:id="R5045e62342ac4e0f"/>
  </p:notesMasterIdLst>
  <p:sldIdLst>
    <p:sldId xmlns:r="http://schemas.openxmlformats.org/officeDocument/2006/relationships" id="256" r:id="R4154ace3d0d049f2"/>
    <p:sldId xmlns:r="http://schemas.openxmlformats.org/officeDocument/2006/relationships" id="257" r:id="Re9d8fecfa9dc4b2d"/>
    <p:sldId xmlns:r="http://schemas.openxmlformats.org/officeDocument/2006/relationships" id="258" r:id="Ree739b9b4e524881"/>
    <p:sldId xmlns:r="http://schemas.openxmlformats.org/officeDocument/2006/relationships" id="259" r:id="R7a80a04839304bf9"/>
    <p:sldId xmlns:r="http://schemas.openxmlformats.org/officeDocument/2006/relationships" id="260" r:id="Rba9092c5626a4b1c"/>
    <p:sldId xmlns:r="http://schemas.openxmlformats.org/officeDocument/2006/relationships" id="261" r:id="R383a7cc6c7154e11"/>
    <p:sldId xmlns:r="http://schemas.openxmlformats.org/officeDocument/2006/relationships" id="262" r:id="R2ad012a3d50e487a"/>
    <p:sldId xmlns:r="http://schemas.openxmlformats.org/officeDocument/2006/relationships" id="263" r:id="R4f4bff1343f04079"/>
    <p:sldId xmlns:r="http://schemas.openxmlformats.org/officeDocument/2006/relationships" id="264" r:id="Red902fac503d4257"/>
    <p:sldId xmlns:r="http://schemas.openxmlformats.org/officeDocument/2006/relationships" id="265" r:id="Rad5f7092870f43a6"/>
    <p:sldId xmlns:r="http://schemas.openxmlformats.org/officeDocument/2006/relationships" id="266" r:id="R4d8411bb902442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8b234493684f61" /><Relationship Type="http://schemas.openxmlformats.org/officeDocument/2006/relationships/slideMaster" Target="/ppt/slideMasters/slideMaster1.xml" Id="R8599a80e701f437b" /><Relationship Type="http://schemas.openxmlformats.org/officeDocument/2006/relationships/notesMaster" Target="/ppt/notesMasters/notesMaster1.xml" Id="R5045e62342ac4e0f" /><Relationship Type="http://schemas.openxmlformats.org/officeDocument/2006/relationships/presProps" Target="/ppt/presProps.xml" Id="Rfcfe3bbbb1d1453a" /><Relationship Type="http://schemas.openxmlformats.org/officeDocument/2006/relationships/tableStyles" Target="/ppt/tableStyles.xml" Id="Re940c9c1f313411d" /><Relationship Type="http://schemas.openxmlformats.org/officeDocument/2006/relationships/slide" Target="/ppt/slides/slide1.xml" Id="R4154ace3d0d049f2" /><Relationship Type="http://schemas.openxmlformats.org/officeDocument/2006/relationships/slide" Target="/ppt/slides/slide2.xml" Id="Re9d8fecfa9dc4b2d" /><Relationship Type="http://schemas.openxmlformats.org/officeDocument/2006/relationships/slide" Target="/ppt/slides/slide3.xml" Id="Ree739b9b4e524881" /><Relationship Type="http://schemas.openxmlformats.org/officeDocument/2006/relationships/slide" Target="/ppt/slides/slide4.xml" Id="R7a80a04839304bf9" /><Relationship Type="http://schemas.openxmlformats.org/officeDocument/2006/relationships/slide" Target="/ppt/slides/slide5.xml" Id="Rba9092c5626a4b1c" /><Relationship Type="http://schemas.openxmlformats.org/officeDocument/2006/relationships/slide" Target="/ppt/slides/slide6.xml" Id="R383a7cc6c7154e11" /><Relationship Type="http://schemas.openxmlformats.org/officeDocument/2006/relationships/slide" Target="/ppt/slides/slide7.xml" Id="R2ad012a3d50e487a" /><Relationship Type="http://schemas.openxmlformats.org/officeDocument/2006/relationships/slide" Target="/ppt/slides/slide8.xml" Id="R4f4bff1343f04079" /><Relationship Type="http://schemas.openxmlformats.org/officeDocument/2006/relationships/slide" Target="/ppt/slides/slide9.xml" Id="Red902fac503d4257" /><Relationship Type="http://schemas.openxmlformats.org/officeDocument/2006/relationships/slide" Target="/ppt/slides/slide10.xml" Id="Rad5f7092870f43a6" /><Relationship Type="http://schemas.openxmlformats.org/officeDocument/2006/relationships/slide" Target="/ppt/slides/slide11.xml" Id="R4d8411bb9024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e4df892a054c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f6ebfb2e77401e" /><Relationship Type="http://schemas.openxmlformats.org/officeDocument/2006/relationships/notesMaster" Target="/ppt/notesMasters/notesMaster1.xml" Id="R9cb9c5580ad148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cfc78d02243c6" /><Relationship Type="http://schemas.openxmlformats.org/officeDocument/2006/relationships/notesMaster" Target="/ppt/notesMasters/notesMaster1.xml" Id="R4b4164064b1149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10c5a58a99435e" /><Relationship Type="http://schemas.openxmlformats.org/officeDocument/2006/relationships/notesMaster" Target="/ppt/notesMasters/notesMaster1.xml" Id="R0ca9e49ce0a344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253cb457e64b92" /><Relationship Type="http://schemas.openxmlformats.org/officeDocument/2006/relationships/notesMaster" Target="/ppt/notesMasters/notesMaster1.xml" Id="R91c167acf38a49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036e54d2d84902" /><Relationship Type="http://schemas.openxmlformats.org/officeDocument/2006/relationships/notesMaster" Target="/ppt/notesMasters/notesMaster1.xml" Id="R52b2b0e5bb894e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e3f7b4cbbc4005" /><Relationship Type="http://schemas.openxmlformats.org/officeDocument/2006/relationships/notesMaster" Target="/ppt/notesMasters/notesMaster1.xml" Id="R7c7b87253e6d4b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3cf2d2a7cd4304" /><Relationship Type="http://schemas.openxmlformats.org/officeDocument/2006/relationships/notesMaster" Target="/ppt/notesMasters/notesMaster1.xml" Id="R82b636181ee940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c43e4665e04b76" /><Relationship Type="http://schemas.openxmlformats.org/officeDocument/2006/relationships/notesMaster" Target="/ppt/notesMasters/notesMaster1.xml" Id="R6d39c2ac98bd40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173e6ba63446ce" /><Relationship Type="http://schemas.openxmlformats.org/officeDocument/2006/relationships/notesMaster" Target="/ppt/notesMasters/notesMaster1.xml" Id="R71d93007b2c44c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c659864b5c4aaf" /><Relationship Type="http://schemas.openxmlformats.org/officeDocument/2006/relationships/notesMaster" Target="/ppt/notesMasters/notesMaster1.xml" Id="Rdd6b66bd68de42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9a268e397c4f36" /><Relationship Type="http://schemas.openxmlformats.org/officeDocument/2006/relationships/notesMaster" Target="/ppt/notesMasters/notesMaster1.xml" Id="R11d7b79df1cc4a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03514d1b-0ebc-4946-8261-3b775509d1f7.png.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250411b2-1d1f-4bba-a7bd-241fd0ec6be1.png.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2ee58a4a-5ea6-43c1-b6cd-fa97801e2762.png.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473be8a2-e4eb-4cca-bfdd-97302b50480b.png.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70181ba7-3a8e-4452-9f50-ffa240cc6655.png.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7572f4b2-a5e3-4239-800f-b94ac30e4317.png.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93b9b499-6e13-4dd0-bbe2-28235f020bfe.png.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a5f5d981-2117-48b5-8cb6-bcbbbbe0f3e6.png.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cc759328-3690-4186-9986-fe51794f5931.png.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ded9e63e-c562-44fb-941d-7de354ae4c7d.png.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conversion of the user-provided screenshot c4471a69-b143-4c54-8d60-2b3909aec7b0.png. The visible figure is the original image split into sixteen independently movable image components (4 x 4). No redraw or generated artwork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09cbf5fd748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a88bc4e05e4ce3" /><Relationship Type="http://schemas.openxmlformats.org/officeDocument/2006/relationships/slideLayout" Target="/ppt/slideLayouts/slideLayout1.xml" Id="R5c0280a5acbf46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280a5acbf46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61150a7c14464" /><Relationship Type="http://schemas.openxmlformats.org/officeDocument/2006/relationships/image" Target="/ppt/media/image.png" Id="Rb82387d300584e47" /><Relationship Type="http://schemas.openxmlformats.org/officeDocument/2006/relationships/image" Target="/ppt/media/image2.png" Id="R7bc975cd944f4b45" /><Relationship Type="http://schemas.openxmlformats.org/officeDocument/2006/relationships/image" Target="/ppt/media/image3.png" Id="R3bae7ac87d7449b6" /><Relationship Type="http://schemas.openxmlformats.org/officeDocument/2006/relationships/image" Target="/ppt/media/image4.png" Id="R71bb9314ba3d43b9" /><Relationship Type="http://schemas.openxmlformats.org/officeDocument/2006/relationships/image" Target="/ppt/media/image5.png" Id="R10986d3d63c44a40" /><Relationship Type="http://schemas.openxmlformats.org/officeDocument/2006/relationships/image" Target="/ppt/media/image6.png" Id="R90b8d4c3c3254d40" /><Relationship Type="http://schemas.openxmlformats.org/officeDocument/2006/relationships/image" Target="/ppt/media/image7.png" Id="R3659e4c83a7941a5" /><Relationship Type="http://schemas.openxmlformats.org/officeDocument/2006/relationships/image" Target="/ppt/media/image8.png" Id="R1f7fcbcc40d94300" /><Relationship Type="http://schemas.openxmlformats.org/officeDocument/2006/relationships/image" Target="/ppt/media/image9.png" Id="Rcbd846b978144307" /><Relationship Type="http://schemas.openxmlformats.org/officeDocument/2006/relationships/image" Target="/ppt/media/image10.png" Id="Ra6d1e80d9a73456b" /><Relationship Type="http://schemas.openxmlformats.org/officeDocument/2006/relationships/image" Target="/ppt/media/image11.png" Id="R3bb46387493c4d46" /><Relationship Type="http://schemas.openxmlformats.org/officeDocument/2006/relationships/image" Target="/ppt/media/image12.png" Id="R3c21fe3f17b84667" /><Relationship Type="http://schemas.openxmlformats.org/officeDocument/2006/relationships/image" Target="/ppt/media/image13.png" Id="R003545a89e814c27" /><Relationship Type="http://schemas.openxmlformats.org/officeDocument/2006/relationships/image" Target="/ppt/media/image14.png" Id="R98df5eccaaf44aa9" /><Relationship Type="http://schemas.openxmlformats.org/officeDocument/2006/relationships/image" Target="/ppt/media/image15.png" Id="R6f950ea516ae4caf" /><Relationship Type="http://schemas.openxmlformats.org/officeDocument/2006/relationships/image" Target="/ppt/media/image16.png" Id="R7ddb2af4fff74a20" /><Relationship Type="http://schemas.openxmlformats.org/officeDocument/2006/relationships/notesSlide" Target="/ppt/notesSlides/notesSlide1.xml" Id="R188372c312544f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b8fbdf2e84546" /><Relationship Type="http://schemas.openxmlformats.org/officeDocument/2006/relationships/image" Target="/ppt/media/image17.png" Id="Rc563aeca2e0c49ec" /><Relationship Type="http://schemas.openxmlformats.org/officeDocument/2006/relationships/image" Target="/ppt/media/image18.png" Id="R55786d699d6946fd" /><Relationship Type="http://schemas.openxmlformats.org/officeDocument/2006/relationships/image" Target="/ppt/media/image19.png" Id="R24c311a668ac42e7" /><Relationship Type="http://schemas.openxmlformats.org/officeDocument/2006/relationships/image" Target="/ppt/media/image20.png" Id="Rbbb483fa759f4559" /><Relationship Type="http://schemas.openxmlformats.org/officeDocument/2006/relationships/image" Target="/ppt/media/image21.png" Id="Rbe1b26fe111e461d" /><Relationship Type="http://schemas.openxmlformats.org/officeDocument/2006/relationships/image" Target="/ppt/media/image22.png" Id="R0ee655bfad164548" /><Relationship Type="http://schemas.openxmlformats.org/officeDocument/2006/relationships/image" Target="/ppt/media/image23.png" Id="Rfe0656f93e484385" /><Relationship Type="http://schemas.openxmlformats.org/officeDocument/2006/relationships/image" Target="/ppt/media/image24.png" Id="Rdcbae39e211c4173" /><Relationship Type="http://schemas.openxmlformats.org/officeDocument/2006/relationships/image" Target="/ppt/media/image25.png" Id="R772958e4494b4d46" /><Relationship Type="http://schemas.openxmlformats.org/officeDocument/2006/relationships/image" Target="/ppt/media/image26.png" Id="R3e29074001d84352" /><Relationship Type="http://schemas.openxmlformats.org/officeDocument/2006/relationships/image" Target="/ppt/media/image27.png" Id="Raf95cb7314c84e24" /><Relationship Type="http://schemas.openxmlformats.org/officeDocument/2006/relationships/image" Target="/ppt/media/image28.png" Id="Re4bb4023a1f64703" /><Relationship Type="http://schemas.openxmlformats.org/officeDocument/2006/relationships/image" Target="/ppt/media/image29.png" Id="R183fb6da2dea463b" /><Relationship Type="http://schemas.openxmlformats.org/officeDocument/2006/relationships/image" Target="/ppt/media/image30.png" Id="R445b7bb2cb364dae" /><Relationship Type="http://schemas.openxmlformats.org/officeDocument/2006/relationships/image" Target="/ppt/media/image31.png" Id="R2cc09b0a4ff943f9" /><Relationship Type="http://schemas.openxmlformats.org/officeDocument/2006/relationships/image" Target="/ppt/media/image32.png" Id="Ra8dfe889b5d1466b" /><Relationship Type="http://schemas.openxmlformats.org/officeDocument/2006/relationships/notesSlide" Target="/ppt/notesSlides/notesSlide2.xml" Id="R5b329703991f4f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8e122174447ce" /><Relationship Type="http://schemas.openxmlformats.org/officeDocument/2006/relationships/image" Target="/ppt/media/image33.png" Id="R789e6cf6e5574e77" /><Relationship Type="http://schemas.openxmlformats.org/officeDocument/2006/relationships/image" Target="/ppt/media/image34.png" Id="R9bf0518dc7074b43" /><Relationship Type="http://schemas.openxmlformats.org/officeDocument/2006/relationships/image" Target="/ppt/media/image35.png" Id="Rdbaa704565c64bef" /><Relationship Type="http://schemas.openxmlformats.org/officeDocument/2006/relationships/image" Target="/ppt/media/image36.png" Id="R3f362e276ece42e2" /><Relationship Type="http://schemas.openxmlformats.org/officeDocument/2006/relationships/image" Target="/ppt/media/image37.png" Id="R978adc57ccaf443b" /><Relationship Type="http://schemas.openxmlformats.org/officeDocument/2006/relationships/image" Target="/ppt/media/image38.png" Id="R4209a8ed7b594cca" /><Relationship Type="http://schemas.openxmlformats.org/officeDocument/2006/relationships/image" Target="/ppt/media/image39.png" Id="Rd442893e27454328" /><Relationship Type="http://schemas.openxmlformats.org/officeDocument/2006/relationships/image" Target="/ppt/media/image40.png" Id="R9c9cb8218dfa43af" /><Relationship Type="http://schemas.openxmlformats.org/officeDocument/2006/relationships/image" Target="/ppt/media/image41.png" Id="R083c887a5f6d4be7" /><Relationship Type="http://schemas.openxmlformats.org/officeDocument/2006/relationships/image" Target="/ppt/media/image42.png" Id="R1054e714d6a54668" /><Relationship Type="http://schemas.openxmlformats.org/officeDocument/2006/relationships/image" Target="/ppt/media/image43.png" Id="R5ea924e2aff644d1" /><Relationship Type="http://schemas.openxmlformats.org/officeDocument/2006/relationships/image" Target="/ppt/media/image44.png" Id="Re08c74eb73d14bc7" /><Relationship Type="http://schemas.openxmlformats.org/officeDocument/2006/relationships/image" Target="/ppt/media/image45.png" Id="R86b8a86ee6aa4b4d" /><Relationship Type="http://schemas.openxmlformats.org/officeDocument/2006/relationships/image" Target="/ppt/media/image46.png" Id="R23caf97cbc55470f" /><Relationship Type="http://schemas.openxmlformats.org/officeDocument/2006/relationships/image" Target="/ppt/media/image47.png" Id="Rad2898f6818d43a0" /><Relationship Type="http://schemas.openxmlformats.org/officeDocument/2006/relationships/image" Target="/ppt/media/image48.png" Id="R73eb853e6a824456" /><Relationship Type="http://schemas.openxmlformats.org/officeDocument/2006/relationships/notesSlide" Target="/ppt/notesSlides/notesSlide3.xml" Id="Rc91ac68b3c8a40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39d4de49d4f31" /><Relationship Type="http://schemas.openxmlformats.org/officeDocument/2006/relationships/image" Target="/ppt/media/image49.png" Id="Re9e933e6dbd94526" /><Relationship Type="http://schemas.openxmlformats.org/officeDocument/2006/relationships/image" Target="/ppt/media/image50.png" Id="Rc1e64dd4ad4f4247" /><Relationship Type="http://schemas.openxmlformats.org/officeDocument/2006/relationships/image" Target="/ppt/media/image51.png" Id="Rde183e1aff524b3e" /><Relationship Type="http://schemas.openxmlformats.org/officeDocument/2006/relationships/image" Target="/ppt/media/image52.png" Id="R684dc62292a940be" /><Relationship Type="http://schemas.openxmlformats.org/officeDocument/2006/relationships/image" Target="/ppt/media/image53.png" Id="Rf3d33032d65c46ef" /><Relationship Type="http://schemas.openxmlformats.org/officeDocument/2006/relationships/image" Target="/ppt/media/image54.png" Id="R995f3f21c7004fb7" /><Relationship Type="http://schemas.openxmlformats.org/officeDocument/2006/relationships/image" Target="/ppt/media/image55.png" Id="Rb093a1d463d3423f" /><Relationship Type="http://schemas.openxmlformats.org/officeDocument/2006/relationships/image" Target="/ppt/media/image56.png" Id="R2c1b13b29c634678" /><Relationship Type="http://schemas.openxmlformats.org/officeDocument/2006/relationships/image" Target="/ppt/media/image57.png" Id="Rd5484b575d054407" /><Relationship Type="http://schemas.openxmlformats.org/officeDocument/2006/relationships/image" Target="/ppt/media/image58.png" Id="Rea1b823f4fb040f1" /><Relationship Type="http://schemas.openxmlformats.org/officeDocument/2006/relationships/image" Target="/ppt/media/image59.png" Id="R3d097d77603143f3" /><Relationship Type="http://schemas.openxmlformats.org/officeDocument/2006/relationships/image" Target="/ppt/media/image60.png" Id="Rb80e94a4b5994c60" /><Relationship Type="http://schemas.openxmlformats.org/officeDocument/2006/relationships/image" Target="/ppt/media/image61.png" Id="R9e05f5fad79644bc" /><Relationship Type="http://schemas.openxmlformats.org/officeDocument/2006/relationships/image" Target="/ppt/media/image62.png" Id="Rabb2e36eb7184840" /><Relationship Type="http://schemas.openxmlformats.org/officeDocument/2006/relationships/image" Target="/ppt/media/image63.png" Id="Re1bb7e357f8b4e9e" /><Relationship Type="http://schemas.openxmlformats.org/officeDocument/2006/relationships/image" Target="/ppt/media/image64.png" Id="R6a1a73b5acdc4fef" /><Relationship Type="http://schemas.openxmlformats.org/officeDocument/2006/relationships/notesSlide" Target="/ppt/notesSlides/notesSlide4.xml" Id="Re84cf661c709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a9c64ed9443d6" /><Relationship Type="http://schemas.openxmlformats.org/officeDocument/2006/relationships/image" Target="/ppt/media/image65.png" Id="Rc9f9628158b348b9" /><Relationship Type="http://schemas.openxmlformats.org/officeDocument/2006/relationships/image" Target="/ppt/media/image66.png" Id="R214db8534ac9489f" /><Relationship Type="http://schemas.openxmlformats.org/officeDocument/2006/relationships/image" Target="/ppt/media/image67.png" Id="Rbcbbe644086842f6" /><Relationship Type="http://schemas.openxmlformats.org/officeDocument/2006/relationships/image" Target="/ppt/media/image68.png" Id="R85a8f94f702d4a2d" /><Relationship Type="http://schemas.openxmlformats.org/officeDocument/2006/relationships/image" Target="/ppt/media/image69.png" Id="Rc120b0f42a464004" /><Relationship Type="http://schemas.openxmlformats.org/officeDocument/2006/relationships/image" Target="/ppt/media/image70.png" Id="R595b69f82ccc4c38" /><Relationship Type="http://schemas.openxmlformats.org/officeDocument/2006/relationships/image" Target="/ppt/media/image71.png" Id="R21dac808fc974a8e" /><Relationship Type="http://schemas.openxmlformats.org/officeDocument/2006/relationships/image" Target="/ppt/media/image72.png" Id="Rcbdb44d46b8f4e9d" /><Relationship Type="http://schemas.openxmlformats.org/officeDocument/2006/relationships/image" Target="/ppt/media/image73.png" Id="Rf618e12f54a743a4" /><Relationship Type="http://schemas.openxmlformats.org/officeDocument/2006/relationships/image" Target="/ppt/media/image74.png" Id="R86dd8a7cbed44b85" /><Relationship Type="http://schemas.openxmlformats.org/officeDocument/2006/relationships/image" Target="/ppt/media/image75.png" Id="Rb1cf1cf87f58474b" /><Relationship Type="http://schemas.openxmlformats.org/officeDocument/2006/relationships/image" Target="/ppt/media/image76.png" Id="R0d3b8eb2dd90457a" /><Relationship Type="http://schemas.openxmlformats.org/officeDocument/2006/relationships/image" Target="/ppt/media/image77.png" Id="Re5c7a0fa09fd43b5" /><Relationship Type="http://schemas.openxmlformats.org/officeDocument/2006/relationships/image" Target="/ppt/media/image78.png" Id="Rf9a0203d8dd24c13" /><Relationship Type="http://schemas.openxmlformats.org/officeDocument/2006/relationships/image" Target="/ppt/media/image79.png" Id="R381537d29df249ff" /><Relationship Type="http://schemas.openxmlformats.org/officeDocument/2006/relationships/image" Target="/ppt/media/image80.png" Id="R482442a1342241ea" /><Relationship Type="http://schemas.openxmlformats.org/officeDocument/2006/relationships/notesSlide" Target="/ppt/notesSlides/notesSlide5.xml" Id="R4fffa8018fa646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409979dae4e75" /><Relationship Type="http://schemas.openxmlformats.org/officeDocument/2006/relationships/image" Target="/ppt/media/image81.png" Id="R09d4c180de0c44f0" /><Relationship Type="http://schemas.openxmlformats.org/officeDocument/2006/relationships/image" Target="/ppt/media/image82.png" Id="R1d97a823a7114a2e" /><Relationship Type="http://schemas.openxmlformats.org/officeDocument/2006/relationships/image" Target="/ppt/media/image83.png" Id="R701a48f35dd4403f" /><Relationship Type="http://schemas.openxmlformats.org/officeDocument/2006/relationships/image" Target="/ppt/media/image84.png" Id="R84be341686d24b6b" /><Relationship Type="http://schemas.openxmlformats.org/officeDocument/2006/relationships/image" Target="/ppt/media/image85.png" Id="R8a117198103840c0" /><Relationship Type="http://schemas.openxmlformats.org/officeDocument/2006/relationships/image" Target="/ppt/media/image86.png" Id="Rdc25ab8013114068" /><Relationship Type="http://schemas.openxmlformats.org/officeDocument/2006/relationships/image" Target="/ppt/media/image87.png" Id="R34137536198248eb" /><Relationship Type="http://schemas.openxmlformats.org/officeDocument/2006/relationships/image" Target="/ppt/media/image88.png" Id="Rcd45f0aa605f46f0" /><Relationship Type="http://schemas.openxmlformats.org/officeDocument/2006/relationships/image" Target="/ppt/media/image89.png" Id="R39538b8ec83549e1" /><Relationship Type="http://schemas.openxmlformats.org/officeDocument/2006/relationships/image" Target="/ppt/media/image90.png" Id="R24fca1067e3c4975" /><Relationship Type="http://schemas.openxmlformats.org/officeDocument/2006/relationships/image" Target="/ppt/media/image91.png" Id="Ra8f592ac0486457b" /><Relationship Type="http://schemas.openxmlformats.org/officeDocument/2006/relationships/image" Target="/ppt/media/image92.png" Id="R975ce12686a54ae1" /><Relationship Type="http://schemas.openxmlformats.org/officeDocument/2006/relationships/image" Target="/ppt/media/image93.png" Id="R8a62f61bd9a146b8" /><Relationship Type="http://schemas.openxmlformats.org/officeDocument/2006/relationships/image" Target="/ppt/media/image94.png" Id="Rc4895e81d2144bc6" /><Relationship Type="http://schemas.openxmlformats.org/officeDocument/2006/relationships/image" Target="/ppt/media/image95.png" Id="R5dc2813a5fae40ed" /><Relationship Type="http://schemas.openxmlformats.org/officeDocument/2006/relationships/image" Target="/ppt/media/image96.png" Id="Rf18af98d82ea4627" /><Relationship Type="http://schemas.openxmlformats.org/officeDocument/2006/relationships/notesSlide" Target="/ppt/notesSlides/notesSlide6.xml" Id="R56c94fbeadc04b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4177bf32c4d89" /><Relationship Type="http://schemas.openxmlformats.org/officeDocument/2006/relationships/image" Target="/ppt/media/image97.png" Id="R10c34b775e9a4a7b" /><Relationship Type="http://schemas.openxmlformats.org/officeDocument/2006/relationships/image" Target="/ppt/media/image98.png" Id="R0d49de9f1c584d62" /><Relationship Type="http://schemas.openxmlformats.org/officeDocument/2006/relationships/image" Target="/ppt/media/image99.png" Id="R83aabba34606407c" /><Relationship Type="http://schemas.openxmlformats.org/officeDocument/2006/relationships/image" Target="/ppt/media/image100.png" Id="Rad61f96aaaac442d" /><Relationship Type="http://schemas.openxmlformats.org/officeDocument/2006/relationships/image" Target="/ppt/media/image101.png" Id="R72b28083c6ec408c" /><Relationship Type="http://schemas.openxmlformats.org/officeDocument/2006/relationships/image" Target="/ppt/media/image102.png" Id="R3a5b04daa0c34017" /><Relationship Type="http://schemas.openxmlformats.org/officeDocument/2006/relationships/image" Target="/ppt/media/image103.png" Id="R82168dd19fa04a0a" /><Relationship Type="http://schemas.openxmlformats.org/officeDocument/2006/relationships/image" Target="/ppt/media/image104.png" Id="R829a0aa60f864e31" /><Relationship Type="http://schemas.openxmlformats.org/officeDocument/2006/relationships/image" Target="/ppt/media/image105.png" Id="Rdaae497312624f97" /><Relationship Type="http://schemas.openxmlformats.org/officeDocument/2006/relationships/image" Target="/ppt/media/image106.png" Id="R5ec224d8b17244af" /><Relationship Type="http://schemas.openxmlformats.org/officeDocument/2006/relationships/image" Target="/ppt/media/image107.png" Id="R1292dedd7d424ac9" /><Relationship Type="http://schemas.openxmlformats.org/officeDocument/2006/relationships/image" Target="/ppt/media/image108.png" Id="R8c375717a4b04bc7" /><Relationship Type="http://schemas.openxmlformats.org/officeDocument/2006/relationships/image" Target="/ppt/media/image109.png" Id="Re8f3273cee6b4eb2" /><Relationship Type="http://schemas.openxmlformats.org/officeDocument/2006/relationships/image" Target="/ppt/media/image110.png" Id="R562dc84d0643418b" /><Relationship Type="http://schemas.openxmlformats.org/officeDocument/2006/relationships/image" Target="/ppt/media/image111.png" Id="R400825d0be0a41f9" /><Relationship Type="http://schemas.openxmlformats.org/officeDocument/2006/relationships/image" Target="/ppt/media/image112.png" Id="Rc3d4889efc614a12" /><Relationship Type="http://schemas.openxmlformats.org/officeDocument/2006/relationships/notesSlide" Target="/ppt/notesSlides/notesSlide7.xml" Id="R64c3a115710742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e082af2df407c" /><Relationship Type="http://schemas.openxmlformats.org/officeDocument/2006/relationships/image" Target="/ppt/media/image113.png" Id="R79f0253e4bb34a93" /><Relationship Type="http://schemas.openxmlformats.org/officeDocument/2006/relationships/image" Target="/ppt/media/image114.png" Id="R39adc30dad024d68" /><Relationship Type="http://schemas.openxmlformats.org/officeDocument/2006/relationships/image" Target="/ppt/media/image115.png" Id="R25fefbb5ad234b4e" /><Relationship Type="http://schemas.openxmlformats.org/officeDocument/2006/relationships/image" Target="/ppt/media/image116.png" Id="R50a96fdf81374b4b" /><Relationship Type="http://schemas.openxmlformats.org/officeDocument/2006/relationships/image" Target="/ppt/media/image117.png" Id="R496411a7a9a941c7" /><Relationship Type="http://schemas.openxmlformats.org/officeDocument/2006/relationships/image" Target="/ppt/media/image118.png" Id="Refbccfd902f4401f" /><Relationship Type="http://schemas.openxmlformats.org/officeDocument/2006/relationships/image" Target="/ppt/media/image119.png" Id="R49ce5f0e99034270" /><Relationship Type="http://schemas.openxmlformats.org/officeDocument/2006/relationships/image" Target="/ppt/media/image120.png" Id="Rdb95cfd9c8624797" /><Relationship Type="http://schemas.openxmlformats.org/officeDocument/2006/relationships/image" Target="/ppt/media/image121.png" Id="R2db75b127b024523" /><Relationship Type="http://schemas.openxmlformats.org/officeDocument/2006/relationships/image" Target="/ppt/media/image122.png" Id="Rf74be71773d24a2b" /><Relationship Type="http://schemas.openxmlformats.org/officeDocument/2006/relationships/image" Target="/ppt/media/image123.png" Id="R7aa5b03dc93340b7" /><Relationship Type="http://schemas.openxmlformats.org/officeDocument/2006/relationships/image" Target="/ppt/media/image124.png" Id="R27fcb22452a44e3b" /><Relationship Type="http://schemas.openxmlformats.org/officeDocument/2006/relationships/image" Target="/ppt/media/image125.png" Id="R1cc156d054014be1" /><Relationship Type="http://schemas.openxmlformats.org/officeDocument/2006/relationships/image" Target="/ppt/media/image126.png" Id="R74ec6c7865de4abf" /><Relationship Type="http://schemas.openxmlformats.org/officeDocument/2006/relationships/image" Target="/ppt/media/image127.png" Id="Rb8d25743b0be43ee" /><Relationship Type="http://schemas.openxmlformats.org/officeDocument/2006/relationships/image" Target="/ppt/media/image128.png" Id="R4c2e90e115884fbc" /><Relationship Type="http://schemas.openxmlformats.org/officeDocument/2006/relationships/notesSlide" Target="/ppt/notesSlides/notesSlide8.xml" Id="R70239a51026b4f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91da85ce9485a" /><Relationship Type="http://schemas.openxmlformats.org/officeDocument/2006/relationships/image" Target="/ppt/media/image129.png" Id="R843e8f5618b04aa5" /><Relationship Type="http://schemas.openxmlformats.org/officeDocument/2006/relationships/image" Target="/ppt/media/image130.png" Id="Rb7e24833a7b84660" /><Relationship Type="http://schemas.openxmlformats.org/officeDocument/2006/relationships/image" Target="/ppt/media/image131.png" Id="Rb67d03630d264f88" /><Relationship Type="http://schemas.openxmlformats.org/officeDocument/2006/relationships/image" Target="/ppt/media/image132.png" Id="Rac5e23f507a34e9e" /><Relationship Type="http://schemas.openxmlformats.org/officeDocument/2006/relationships/image" Target="/ppt/media/image133.png" Id="R654e31dfd1b0408d" /><Relationship Type="http://schemas.openxmlformats.org/officeDocument/2006/relationships/image" Target="/ppt/media/image134.png" Id="R5638308bd7ae4078" /><Relationship Type="http://schemas.openxmlformats.org/officeDocument/2006/relationships/image" Target="/ppt/media/image135.png" Id="Raccefcbe6a6c4c8f" /><Relationship Type="http://schemas.openxmlformats.org/officeDocument/2006/relationships/image" Target="/ppt/media/image136.png" Id="Rc2e6a38c27204881" /><Relationship Type="http://schemas.openxmlformats.org/officeDocument/2006/relationships/image" Target="/ppt/media/image137.png" Id="Rad4bd896252544ac" /><Relationship Type="http://schemas.openxmlformats.org/officeDocument/2006/relationships/image" Target="/ppt/media/image138.png" Id="R096c93f4ddcf405f" /><Relationship Type="http://schemas.openxmlformats.org/officeDocument/2006/relationships/image" Target="/ppt/media/image139.png" Id="R8db30528fbc24091" /><Relationship Type="http://schemas.openxmlformats.org/officeDocument/2006/relationships/image" Target="/ppt/media/image140.png" Id="Ra286c174d42942eb" /><Relationship Type="http://schemas.openxmlformats.org/officeDocument/2006/relationships/image" Target="/ppt/media/image141.png" Id="Re59e57bcf9944b93" /><Relationship Type="http://schemas.openxmlformats.org/officeDocument/2006/relationships/image" Target="/ppt/media/image142.png" Id="Ra982611e538548ca" /><Relationship Type="http://schemas.openxmlformats.org/officeDocument/2006/relationships/image" Target="/ppt/media/image143.png" Id="R7d00997174484da2" /><Relationship Type="http://schemas.openxmlformats.org/officeDocument/2006/relationships/image" Target="/ppt/media/image144.png" Id="R78d6dd4fa5e841a0" /><Relationship Type="http://schemas.openxmlformats.org/officeDocument/2006/relationships/notesSlide" Target="/ppt/notesSlides/notesSlide9.xml" Id="R11ccb4ac625240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586a2d48248cb" /><Relationship Type="http://schemas.openxmlformats.org/officeDocument/2006/relationships/image" Target="/ppt/media/image145.png" Id="Red5425110b4843e3" /><Relationship Type="http://schemas.openxmlformats.org/officeDocument/2006/relationships/image" Target="/ppt/media/image146.png" Id="R5eb5c2d22a2141ea" /><Relationship Type="http://schemas.openxmlformats.org/officeDocument/2006/relationships/image" Target="/ppt/media/image147.png" Id="R0e18779163f6467f" /><Relationship Type="http://schemas.openxmlformats.org/officeDocument/2006/relationships/image" Target="/ppt/media/image148.png" Id="Rbce52d4efcdf4008" /><Relationship Type="http://schemas.openxmlformats.org/officeDocument/2006/relationships/image" Target="/ppt/media/image149.png" Id="R0eaf1553c055401c" /><Relationship Type="http://schemas.openxmlformats.org/officeDocument/2006/relationships/image" Target="/ppt/media/image150.png" Id="R59de4a4043d84f80" /><Relationship Type="http://schemas.openxmlformats.org/officeDocument/2006/relationships/image" Target="/ppt/media/image151.png" Id="R61abedb83da64e15" /><Relationship Type="http://schemas.openxmlformats.org/officeDocument/2006/relationships/image" Target="/ppt/media/image152.png" Id="R2a27a04c2f7d4539" /><Relationship Type="http://schemas.openxmlformats.org/officeDocument/2006/relationships/image" Target="/ppt/media/image153.png" Id="R14d7ebdee21c4892" /><Relationship Type="http://schemas.openxmlformats.org/officeDocument/2006/relationships/image" Target="/ppt/media/image154.png" Id="Ra7f89bae10ff41a2" /><Relationship Type="http://schemas.openxmlformats.org/officeDocument/2006/relationships/image" Target="/ppt/media/image155.png" Id="R8fdcf02de0b74934" /><Relationship Type="http://schemas.openxmlformats.org/officeDocument/2006/relationships/image" Target="/ppt/media/image156.png" Id="Rfcb8fd88f9714476" /><Relationship Type="http://schemas.openxmlformats.org/officeDocument/2006/relationships/image" Target="/ppt/media/image157.png" Id="Rcbb750dcb9c54f52" /><Relationship Type="http://schemas.openxmlformats.org/officeDocument/2006/relationships/image" Target="/ppt/media/image158.png" Id="Rb6ab055b62104ddc" /><Relationship Type="http://schemas.openxmlformats.org/officeDocument/2006/relationships/image" Target="/ppt/media/image159.png" Id="R0f4d76a3c8474d12" /><Relationship Type="http://schemas.openxmlformats.org/officeDocument/2006/relationships/image" Target="/ppt/media/image160.png" Id="Rf178c1fc3e6e4986" /><Relationship Type="http://schemas.openxmlformats.org/officeDocument/2006/relationships/notesSlide" Target="/ppt/notesSlides/notesSlide10.xml" Id="Rc560fff444574a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a959baaa64bd8" /><Relationship Type="http://schemas.openxmlformats.org/officeDocument/2006/relationships/image" Target="/ppt/media/image161.png" Id="R2024bfae29f242d2" /><Relationship Type="http://schemas.openxmlformats.org/officeDocument/2006/relationships/image" Target="/ppt/media/image162.png" Id="Reff83c336fcd48dd" /><Relationship Type="http://schemas.openxmlformats.org/officeDocument/2006/relationships/image" Target="/ppt/media/image163.png" Id="R0e82bb8dee904bce" /><Relationship Type="http://schemas.openxmlformats.org/officeDocument/2006/relationships/image" Target="/ppt/media/image164.png" Id="R237947b8bced4b2c" /><Relationship Type="http://schemas.openxmlformats.org/officeDocument/2006/relationships/image" Target="/ppt/media/image165.png" Id="R09748b2322454f5c" /><Relationship Type="http://schemas.openxmlformats.org/officeDocument/2006/relationships/image" Target="/ppt/media/image166.png" Id="Rbad3fabcef6148e1" /><Relationship Type="http://schemas.openxmlformats.org/officeDocument/2006/relationships/image" Target="/ppt/media/image167.png" Id="Rdb55793ea2e44cac" /><Relationship Type="http://schemas.openxmlformats.org/officeDocument/2006/relationships/image" Target="/ppt/media/image168.png" Id="R1989319ffa3f41c0" /><Relationship Type="http://schemas.openxmlformats.org/officeDocument/2006/relationships/image" Target="/ppt/media/image169.png" Id="R6bd96e940c53455d" /><Relationship Type="http://schemas.openxmlformats.org/officeDocument/2006/relationships/image" Target="/ppt/media/image170.png" Id="R5d3f8d11475d4fc5" /><Relationship Type="http://schemas.openxmlformats.org/officeDocument/2006/relationships/image" Target="/ppt/media/image171.png" Id="R03057fbb8f9e428c" /><Relationship Type="http://schemas.openxmlformats.org/officeDocument/2006/relationships/image" Target="/ppt/media/image172.png" Id="Raecb663ef0d641c8" /><Relationship Type="http://schemas.openxmlformats.org/officeDocument/2006/relationships/image" Target="/ppt/media/image173.png" Id="R0f8b7cb43c43497d" /><Relationship Type="http://schemas.openxmlformats.org/officeDocument/2006/relationships/image" Target="/ppt/media/image174.png" Id="Rdd296ab7e2f3417a" /><Relationship Type="http://schemas.openxmlformats.org/officeDocument/2006/relationships/image" Target="/ppt/media/image175.png" Id="Ra1163468fbc84828" /><Relationship Type="http://schemas.openxmlformats.org/officeDocument/2006/relationships/image" Target="/ppt/media/image176.png" Id="Rac4e7c0013484ffa" /><Relationship Type="http://schemas.openxmlformats.org/officeDocument/2006/relationships/notesSlide" Target="/ppt/notesSlides/notesSlide11.xml" Id="Rf73aba76e5f04e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387d300584e47"/>
          <a:srcRect xmlns:a="http://schemas.openxmlformats.org/drawingml/2006/main" l="0" t="140" r="0" b="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1210" y="19050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975cd944f4b45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8605" y="19050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e7ac87d7449b6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b9314ba3d43b9"/>
          <a:srcRect xmlns:a="http://schemas.openxmlformats.org/drawingml/2006/main" l="0" t="140" r="0" b="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3395" y="19050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86d3d63c44a40"/>
          <a:srcRect xmlns:a="http://schemas.openxmlformats.org/drawingml/2006/main" l="49" t="0" r="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1210" y="180975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8d4c3c3254d40"/>
          <a:srcRect xmlns:a="http://schemas.openxmlformats.org/drawingml/2006/main" l="178" t="0" r="1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8605" y="180975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9e4c83a7941a5"/>
          <a:srcRect xmlns:a="http://schemas.openxmlformats.org/drawingml/2006/main" l="178" t="0" r="1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fcbcc40d94300"/>
          <a:srcRect xmlns:a="http://schemas.openxmlformats.org/drawingml/2006/main" l="49" t="0" r="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3395" y="180975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846b978144307"/>
          <a:srcRect xmlns:a="http://schemas.openxmlformats.org/drawingml/2006/main" l="49" t="0" r="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1210" y="342900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1e80d9a73456b"/>
          <a:srcRect xmlns:a="http://schemas.openxmlformats.org/drawingml/2006/main" l="178" t="0" r="1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8605" y="342900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46387493c4d46"/>
          <a:srcRect xmlns:a="http://schemas.openxmlformats.org/drawingml/2006/main" l="178" t="0" r="1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1fe3f17b84667"/>
          <a:srcRect xmlns:a="http://schemas.openxmlformats.org/drawingml/2006/main" l="49" t="0" r="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3395" y="342900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545a89e814c27"/>
          <a:srcRect xmlns:a="http://schemas.openxmlformats.org/drawingml/2006/main" l="0" t="140" r="0" b="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1210" y="504825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f5eccaaf44aa9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08605" y="504825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50ea516ae4caf"/>
          <a:srcRect xmlns:a="http://schemas.openxmlformats.org/drawingml/2006/main" l="0" t="12" r="0" b="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2389300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b2af4fff74a20"/>
          <a:srcRect xmlns:a="http://schemas.openxmlformats.org/drawingml/2006/main" l="0" t="140" r="0" b="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3395" y="5048250"/>
            <a:ext cx="2389300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36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3aeca2e0c49ec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3133" y="19050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86d699d6946fd"/>
          <a:srcRect xmlns:a="http://schemas.openxmlformats.org/drawingml/2006/main" l="155" t="0" r="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4566" y="19050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311a668ac42e7"/>
          <a:srcRect xmlns:a="http://schemas.openxmlformats.org/drawingml/2006/main" l="155" t="0" r="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483fa759f4559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7434" y="19050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b26fe111e461d"/>
          <a:srcRect xmlns:a="http://schemas.openxmlformats.org/drawingml/2006/main" l="0" t="146" r="0" b="1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3133" y="180975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655bfad164548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4566" y="180975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656f93e484385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ae39e211c4173"/>
          <a:srcRect xmlns:a="http://schemas.openxmlformats.org/drawingml/2006/main" l="0" t="146" r="0" b="1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7434" y="180975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958e4494b4d46"/>
          <a:srcRect xmlns:a="http://schemas.openxmlformats.org/drawingml/2006/main" l="0" t="146" r="0" b="1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3133" y="342900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9074001d84352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4566" y="342900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5cb7314c84e24"/>
          <a:srcRect xmlns:a="http://schemas.openxmlformats.org/drawingml/2006/main" l="0" t="1" r="0" b="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b4023a1f64703"/>
          <a:srcRect xmlns:a="http://schemas.openxmlformats.org/drawingml/2006/main" l="0" t="146" r="0" b="1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7434" y="342900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fb6da2dea463b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3133" y="504825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b7bb2cb364dae"/>
          <a:srcRect xmlns:a="http://schemas.openxmlformats.org/drawingml/2006/main" l="155" t="0" r="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4566" y="504825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09b0a4ff943f9"/>
          <a:srcRect xmlns:a="http://schemas.openxmlformats.org/drawingml/2006/main" l="155" t="0" r="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1753339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fe889b5d1466b"/>
          <a:srcRect xmlns:a="http://schemas.openxmlformats.org/drawingml/2006/main" l="10" t="0" r="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47434" y="5048250"/>
            <a:ext cx="1753339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e6cf6e5574e77"/>
          <a:srcRect xmlns:a="http://schemas.openxmlformats.org/drawingml/2006/main" l="0" t="140" r="0" b="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3773" y="19050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0518dc7074b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886" y="19050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a704565c64b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62e276ece42e2"/>
          <a:srcRect xmlns:a="http://schemas.openxmlformats.org/drawingml/2006/main" l="0" t="140" r="0" b="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7114" y="19050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adc57ccaf443b"/>
          <a:srcRect xmlns:a="http://schemas.openxmlformats.org/drawingml/2006/main" l="0" t="8" r="0" b="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3773" y="180975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9a8ed7b594cca"/>
          <a:srcRect xmlns:a="http://schemas.openxmlformats.org/drawingml/2006/main" l="132" t="0" r="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886" y="180975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2893e27454328"/>
          <a:srcRect xmlns:a="http://schemas.openxmlformats.org/drawingml/2006/main" l="132" t="0" r="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cb8218dfa43af"/>
          <a:srcRect xmlns:a="http://schemas.openxmlformats.org/drawingml/2006/main" l="0" t="8" r="0" b="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7114" y="180975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c887a5f6d4be7"/>
          <a:srcRect xmlns:a="http://schemas.openxmlformats.org/drawingml/2006/main" l="0" t="8" r="0" b="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3773" y="342900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4e714d6a54668"/>
          <a:srcRect xmlns:a="http://schemas.openxmlformats.org/drawingml/2006/main" l="132" t="0" r="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886" y="342900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924e2aff644d1"/>
          <a:srcRect xmlns:a="http://schemas.openxmlformats.org/drawingml/2006/main" l="132" t="0" r="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c74eb73d14bc7"/>
          <a:srcRect xmlns:a="http://schemas.openxmlformats.org/drawingml/2006/main" l="0" t="8" r="0" b="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7114" y="342900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8a86ee6aa4b4d"/>
          <a:srcRect xmlns:a="http://schemas.openxmlformats.org/drawingml/2006/main" l="0" t="140" r="0" b="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3773" y="504825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af97cbc5547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886" y="504825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898f6818d43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1523019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b853e6a824456"/>
          <a:srcRect xmlns:a="http://schemas.openxmlformats.org/drawingml/2006/main" l="0" t="140" r="0" b="1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17114" y="5048250"/>
            <a:ext cx="1523019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91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933e6dbd94526"/>
          <a:srcRect xmlns:a="http://schemas.openxmlformats.org/drawingml/2006/main" l="0" t="163" r="0" b="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8120" y="19050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64dd4ad4f4247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2060" y="19050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83e1aff524b3e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dc62292a940be"/>
          <a:srcRect xmlns:a="http://schemas.openxmlformats.org/drawingml/2006/main" l="0" t="163" r="0" b="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9940" y="19050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33032d65c46ef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8120" y="180975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f3f21c7004fb7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2060" y="180975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3a1d463d3423f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b13b29c634678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9940" y="180975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84b575d054407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8120" y="342900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b823f4fb040f1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2060" y="342900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97d77603143f3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e94a4b5994c60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9940" y="342900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5f5fad79644bc"/>
          <a:srcRect xmlns:a="http://schemas.openxmlformats.org/drawingml/2006/main" l="0" t="163" r="0" b="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8120" y="504825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2e36eb7184840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2060" y="504825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b7e357f8b4e9e"/>
          <a:srcRect xmlns:a="http://schemas.openxmlformats.org/drawingml/2006/main" l="2" t="0" r="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1285845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a73b5acdc4fef"/>
          <a:srcRect xmlns:a="http://schemas.openxmlformats.org/drawingml/2006/main" l="0" t="163" r="0" b="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9940" y="5048250"/>
            <a:ext cx="1285845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1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9628158b348b9"/>
          <a:srcRect xmlns:a="http://schemas.openxmlformats.org/drawingml/2006/main" l="42" t="0" r="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1660" y="19050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db8534ac9489f"/>
          <a:srcRect xmlns:a="http://schemas.openxmlformats.org/drawingml/2006/main" l="221" t="0" r="2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3830" y="19050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be644086842f6"/>
          <a:srcRect xmlns:a="http://schemas.openxmlformats.org/drawingml/2006/main" l="221" t="0" r="2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8f94f702d4a2d"/>
          <a:srcRect xmlns:a="http://schemas.openxmlformats.org/drawingml/2006/main" l="42" t="0" r="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170" y="19050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0b0f42a464004"/>
          <a:srcRect xmlns:a="http://schemas.openxmlformats.org/drawingml/2006/main" l="0" t="193" r="0" b="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1660" y="180975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b69f82ccc4c38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3830" y="180975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ac808fc974a8e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b44d46b8f4e9d"/>
          <a:srcRect xmlns:a="http://schemas.openxmlformats.org/drawingml/2006/main" l="0" t="193" r="0" b="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170" y="180975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8e12f54a743a4"/>
          <a:srcRect xmlns:a="http://schemas.openxmlformats.org/drawingml/2006/main" l="0" t="193" r="0" b="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1660" y="342900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d8a7cbed44b85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3830" y="342900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f1cf87f58474b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b8eb2dd90457a"/>
          <a:srcRect xmlns:a="http://schemas.openxmlformats.org/drawingml/2006/main" l="0" t="193" r="0" b="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170" y="342900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7a0fa09fd43b5"/>
          <a:srcRect xmlns:a="http://schemas.openxmlformats.org/drawingml/2006/main" l="42" t="0" r="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1660" y="504825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0203d8dd24c13"/>
          <a:srcRect xmlns:a="http://schemas.openxmlformats.org/drawingml/2006/main" l="221" t="0" r="2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3830" y="504825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537d29df249ff"/>
          <a:srcRect xmlns:a="http://schemas.openxmlformats.org/drawingml/2006/main" l="221" t="0" r="2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2124075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442a1342241ea"/>
          <a:srcRect xmlns:a="http://schemas.openxmlformats.org/drawingml/2006/main" l="42" t="0" r="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8170" y="5048250"/>
            <a:ext cx="2124075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071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4c180de0c44f0"/>
          <a:srcRect xmlns:a="http://schemas.openxmlformats.org/drawingml/2006/main" l="161" t="0" r="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6210" y="19050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7a823a7114a2e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1105" y="19050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a48f35dd4403f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e341686d24b6b"/>
          <a:srcRect xmlns:a="http://schemas.openxmlformats.org/drawingml/2006/main" l="161" t="0" r="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895" y="19050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17198103840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6210" y="180975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5ab8013114068"/>
          <a:srcRect xmlns:a="http://schemas.openxmlformats.org/drawingml/2006/main" l="0" t="159" r="0" b="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1105" y="180975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37536198248eb"/>
          <a:srcRect xmlns:a="http://schemas.openxmlformats.org/drawingml/2006/main" l="0" t="159" r="0" b="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5f0aa605f46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895" y="180975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38b8ec83549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6210" y="342900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ca1067e3c4975"/>
          <a:srcRect xmlns:a="http://schemas.openxmlformats.org/drawingml/2006/main" l="0" t="159" r="0" b="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1105" y="342900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592ac0486457b"/>
          <a:srcRect xmlns:a="http://schemas.openxmlformats.org/drawingml/2006/main" l="0" t="159" r="0" b="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ce12686a54a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895" y="342900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2f61bd9a146b8"/>
          <a:srcRect xmlns:a="http://schemas.openxmlformats.org/drawingml/2006/main" l="161" t="0" r="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26210" y="504825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95e81d2144bc6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1105" y="504825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2813a5fae40ed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1636800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af98d82ea4627"/>
          <a:srcRect xmlns:a="http://schemas.openxmlformats.org/drawingml/2006/main" l="161" t="0" r="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0895" y="5048250"/>
            <a:ext cx="1636800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10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34b775e9a4a7b"/>
          <a:srcRect xmlns:a="http://schemas.openxmlformats.org/drawingml/2006/main" l="144" t="0" r="1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1212" y="19050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9de9f1c584d62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3606" y="19050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abba34606407c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1f96aaaac442d"/>
          <a:srcRect xmlns:a="http://schemas.openxmlformats.org/drawingml/2006/main" l="144" t="0" r="1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8394" y="19050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28083c6ec408c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1212" y="180975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b04daa0c34017"/>
          <a:srcRect xmlns:a="http://schemas.openxmlformats.org/drawingml/2006/main" l="0" t="117" r="0" b="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3606" y="180975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68dd19fa04a0a"/>
          <a:srcRect xmlns:a="http://schemas.openxmlformats.org/drawingml/2006/main" l="0" t="117" r="0" b="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a0aa60f864e31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8394" y="180975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e497312624f97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1212" y="342900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224d8b17244af"/>
          <a:srcRect xmlns:a="http://schemas.openxmlformats.org/drawingml/2006/main" l="0" t="117" r="0" b="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3606" y="342900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2dedd7d424ac9"/>
          <a:srcRect xmlns:a="http://schemas.openxmlformats.org/drawingml/2006/main" l="0" t="117" r="0" b="1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75717a4b04bc7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8394" y="342900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3273cee6b4eb2"/>
          <a:srcRect xmlns:a="http://schemas.openxmlformats.org/drawingml/2006/main" l="144" t="0" r="1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1212" y="504825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dc84d0643418b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3606" y="504825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825d0be0a41f9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2104299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4889efc614a12"/>
          <a:srcRect xmlns:a="http://schemas.openxmlformats.org/drawingml/2006/main" l="144" t="0" r="1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8394" y="5048250"/>
            <a:ext cx="2104299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3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0253e4bb34a93"/>
          <a:srcRect xmlns:a="http://schemas.openxmlformats.org/drawingml/2006/main" l="143" t="0" r="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6971" y="19050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dc30dad024d68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485" y="19050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efbb5ad234b4e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96fdf81374b4b"/>
          <a:srcRect xmlns:a="http://schemas.openxmlformats.org/drawingml/2006/main" l="143" t="0" r="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90515" y="19050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411a7a9a941c7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6971" y="180975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ccfd902f4401f"/>
          <a:srcRect xmlns:a="http://schemas.openxmlformats.org/drawingml/2006/main" l="0" t="153" r="0" b="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485" y="180975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e5f0e99034270"/>
          <a:srcRect xmlns:a="http://schemas.openxmlformats.org/drawingml/2006/main" l="0" t="153" r="0" b="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5cfd9c8624797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90515" y="180975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75b127b024523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6971" y="342900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be71773d24a2b"/>
          <a:srcRect xmlns:a="http://schemas.openxmlformats.org/drawingml/2006/main" l="0" t="153" r="0" b="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485" y="342900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5b03dc93340b7"/>
          <a:srcRect xmlns:a="http://schemas.openxmlformats.org/drawingml/2006/main" l="0" t="153" r="0" b="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cb22452a44e3b"/>
          <a:srcRect xmlns:a="http://schemas.openxmlformats.org/drawingml/2006/main" l="1" t="0" r="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90515" y="342900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156d054014be1"/>
          <a:srcRect xmlns:a="http://schemas.openxmlformats.org/drawingml/2006/main" l="143" t="0" r="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06971" y="504825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c6c7865de4abf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1485" y="504825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25743b0be43ee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1496420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e90e115884fbc"/>
          <a:srcRect xmlns:a="http://schemas.openxmlformats.org/drawingml/2006/main" l="143" t="0" r="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90515" y="5048250"/>
            <a:ext cx="1496420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49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e8f5618b04aa5"/>
          <a:srcRect xmlns:a="http://schemas.openxmlformats.org/drawingml/2006/main" l="259" t="0" r="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16" y="19050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24833a7b84660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9558" y="19050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d03630d264f88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e23f507a34e9e"/>
          <a:srcRect xmlns:a="http://schemas.openxmlformats.org/drawingml/2006/main" l="259" t="0" r="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2442" y="19050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e31dfd1b0408d"/>
          <a:srcRect xmlns:a="http://schemas.openxmlformats.org/drawingml/2006/main" l="0" t="33" r="0" b="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16" y="180975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8308bd7ae4078"/>
          <a:srcRect xmlns:a="http://schemas.openxmlformats.org/drawingml/2006/main" l="0" t="214" r="0" b="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9558" y="180975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efcbe6a6c4c8f"/>
          <a:srcRect xmlns:a="http://schemas.openxmlformats.org/drawingml/2006/main" l="0" t="214" r="0" b="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6a38c27204881"/>
          <a:srcRect xmlns:a="http://schemas.openxmlformats.org/drawingml/2006/main" l="0" t="33" r="0" b="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2442" y="180975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bd896252544ac"/>
          <a:srcRect xmlns:a="http://schemas.openxmlformats.org/drawingml/2006/main" l="0" t="33" r="0" b="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16" y="342900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c93f4ddcf405f"/>
          <a:srcRect xmlns:a="http://schemas.openxmlformats.org/drawingml/2006/main" l="0" t="214" r="0" b="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9558" y="342900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30528fbc24091"/>
          <a:srcRect xmlns:a="http://schemas.openxmlformats.org/drawingml/2006/main" l="0" t="214" r="0" b="2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6c174d42942eb"/>
          <a:srcRect xmlns:a="http://schemas.openxmlformats.org/drawingml/2006/main" l="0" t="33" r="0" b="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2442" y="342900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e57bcf9944b93"/>
          <a:srcRect xmlns:a="http://schemas.openxmlformats.org/drawingml/2006/main" l="259" t="0" r="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116" y="504825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2611e538548ca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9558" y="504825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0997174484da2"/>
          <a:srcRect xmlns:a="http://schemas.openxmlformats.org/drawingml/2006/main" l="78" t="0" r="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2618347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6dd4fa5e841a0"/>
          <a:srcRect xmlns:a="http://schemas.openxmlformats.org/drawingml/2006/main" l="259" t="0" r="2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2442" y="5048250"/>
            <a:ext cx="2618347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29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425110b4843e3"/>
          <a:srcRect xmlns:a="http://schemas.openxmlformats.org/drawingml/2006/main" l="0" t="176" r="0" b="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8360" y="19050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5c2d22a2141ea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2180" y="19050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8779163f6467f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9050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52d4efcdf4008"/>
          <a:srcRect xmlns:a="http://schemas.openxmlformats.org/drawingml/2006/main" l="0" t="176" r="0" b="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29820" y="19050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f1553c055401c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8360" y="180975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e4a4043d84f80"/>
          <a:srcRect xmlns:a="http://schemas.openxmlformats.org/drawingml/2006/main" l="140" t="0" r="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2180" y="180975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bedb83da64e15"/>
          <a:srcRect xmlns:a="http://schemas.openxmlformats.org/drawingml/2006/main" l="140" t="0" r="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80975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7a04c2f7d4539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29820" y="180975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7ebdee21c4892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8360" y="342900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89bae10ff41a2"/>
          <a:srcRect xmlns:a="http://schemas.openxmlformats.org/drawingml/2006/main" l="140" t="0" r="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2180" y="342900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cf02de0b74934"/>
          <a:srcRect xmlns:a="http://schemas.openxmlformats.org/drawingml/2006/main" l="140" t="0" r="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8fd88f9714476"/>
          <a:srcRect xmlns:a="http://schemas.openxmlformats.org/drawingml/2006/main" l="0" t="40" r="0" b="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29820" y="342900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750dcb9c54f52"/>
          <a:srcRect xmlns:a="http://schemas.openxmlformats.org/drawingml/2006/main" l="0" t="176" r="0" b="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8360" y="504825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b055b62104ddc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2180" y="504825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d76a3c8474d12"/>
          <a:srcRect xmlns:a="http://schemas.openxmlformats.org/drawingml/2006/main" l="3" t="0" r="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5048250"/>
            <a:ext cx="1235725" cy="162115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8c1fc3e6e4986"/>
          <a:srcRect xmlns:a="http://schemas.openxmlformats.org/drawingml/2006/main" l="0" t="176" r="0" b="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29820" y="5048250"/>
            <a:ext cx="1235725" cy="16211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27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4bfae29f242d2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" y="1785365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83c336fcd48dd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4688" y="1785365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2bb8dee904bce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785365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947b8bced4b2c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7313" y="1785365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48b2322454f5c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" y="2607182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3fabcef6148e1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4688" y="2607182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5793ea2e44cac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607182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9319ffa3f41c0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7313" y="2607182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96e940c53455d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" y="3429000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f8d11475d4fc5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4688" y="3429000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57fbb8f9e428c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429000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b663ef0d641c8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7313" y="3429000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b7cb43c43497d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" y="4250818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96ab7e2f3417a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4688" y="4250818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63468fbc84828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4250818"/>
            <a:ext cx="2883218" cy="823723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e7c0013484ffa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7313" y="4250818"/>
            <a:ext cx="2883218" cy="82372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92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2026-10-02T06:54:58.6070000Z</dcterms:created>
  <dcterms:modified xsi:type="dcterms:W3CDTF">2026-10-02T06:54:58.6070000Z</dcterms:modified>
</coreProperties>
</file>