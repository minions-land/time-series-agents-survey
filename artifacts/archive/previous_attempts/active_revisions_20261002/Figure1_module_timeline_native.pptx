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ac3ed81c9f4629" /><Relationship Type="http://schemas.openxmlformats.org/officeDocument/2006/relationships/extended-properties" Target="/docProps/app.xml" Id="Ra33e872d483c468f" /><Relationship Type="http://schemas.openxmlformats.org/officeDocument/2006/relationships/officeDocument" Target="/ppt/presentation.xml" Id="R67187bd3458e45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4ea05588a04bef"/>
  </p:sldMasterIdLst>
  <p:notesMasterIdLst>
    <p:notesMasterId xmlns:r="http://schemas.openxmlformats.org/officeDocument/2006/relationships" r:id="R325660fbab9e43a9"/>
  </p:notesMasterIdLst>
  <p:sldIdLst>
    <p:sldId xmlns:r="http://schemas.openxmlformats.org/officeDocument/2006/relationships" id="256" r:id="R9b269b2235f84491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beed06f6f24c9c" /><Relationship Type="http://schemas.openxmlformats.org/officeDocument/2006/relationships/slideMaster" Target="/ppt/slideMasters/slideMaster1.xml" Id="R654ea05588a04bef" /><Relationship Type="http://schemas.openxmlformats.org/officeDocument/2006/relationships/notesMaster" Target="/ppt/notesMasters/notesMaster1.xml" Id="R325660fbab9e43a9" /><Relationship Type="http://schemas.openxmlformats.org/officeDocument/2006/relationships/presProps" Target="/ppt/presProps.xml" Id="R898586b9f58549f9" /><Relationship Type="http://schemas.openxmlformats.org/officeDocument/2006/relationships/tableStyles" Target="/ppt/tableStyles.xml" Id="R037030f8cafa4a53" /><Relationship Type="http://schemas.openxmlformats.org/officeDocument/2006/relationships/slide" Target="/ppt/slides/slide1.xml" Id="R9b269b2235f844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4ed67e513d4f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8d638073994b6a" /><Relationship Type="http://schemas.openxmlformats.org/officeDocument/2006/relationships/notesMaster" Target="/ppt/notesMasters/notesMaster1.xml" Id="Rd4c74fea5be54d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data: artifacts/module_contribution_timeline.csv. The plot is an editable native-shape reconstruction of the module-level cumulative timeline. The General Harness series is dashed with hollow markers so it remains visible when it overlaps the temporal series.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385c8da86844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6fce7212064a42" /><Relationship Type="http://schemas.openxmlformats.org/officeDocument/2006/relationships/slideLayout" Target="/ppt/slideLayouts/slideLayout1.xml" Id="R3c75e402a55a49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75e402a55a49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8a8fbab96e48f8" /><Relationship Type="http://schemas.openxmlformats.org/officeDocument/2006/relationships/notesSlide" Target="/ppt/notesSlides/notesSlide1.xml" Id="Ra0963abab6c64b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figure-title">
            <a:extLst xmlns:a="http://schemas.openxmlformats.org/drawingml/2006/main">
              <a:ext uri="{FF2B5EF4-FFF2-40B4-BE49-F238E27FC236}">
                <a16:creationId xmlns:a16="http://schemas.microsoft.com/office/drawing/2014/main" id="{9A4520FC-0D3E-46A5-BB53-8C045DE9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381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Module-level contributions across the reviewed corpus</a:t>
            </a:r>
          </a:p>
        </p:txBody>
      </p:sp>
      <p:sp>
        <p:nvSpPr>
          <p:cNvPr id="2" name="figure-subtitle">
            <a:extLst xmlns:a="http://schemas.openxmlformats.org/drawingml/2006/main">
              <a:ext uri="{FF2B5EF4-FFF2-40B4-BE49-F238E27FC236}">
                <a16:creationId xmlns:a16="http://schemas.microsoft.com/office/drawing/2014/main" id="{B75866D8-032D-4F14-9617-3AD03E9B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915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Cumulative counts of independently recorded components, with the log scale keeping early contributions visible.</a:t>
            </a:r>
          </a:p>
        </p:txBody>
      </p:sp>
      <p:sp>
        <p:nvSpPr>
          <p:cNvPr id="3" name="plot-surface">
            <a:extLst xmlns:a="http://schemas.openxmlformats.org/drawingml/2006/main">
              <a:ext uri="{FF2B5EF4-FFF2-40B4-BE49-F238E27FC236}">
                <a16:creationId xmlns:a16="http://schemas.microsoft.com/office/drawing/2014/main" id="{E11D590E-B28E-423C-AF97-3AED8427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76400"/>
            <a:ext cx="1266825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2F47"/>
            </a:solidFill>
            <a:prstDash val="solid"/>
          </a:ln>
        </p:spPr>
      </p:sp>
      <p:sp>
        <p:nvSpPr>
          <p:cNvPr id="4" name="grid-1">
            <a:extLst xmlns:a="http://schemas.openxmlformats.org/drawingml/2006/main">
              <a:ext uri="{FF2B5EF4-FFF2-40B4-BE49-F238E27FC236}">
                <a16:creationId xmlns:a16="http://schemas.microsoft.com/office/drawing/2014/main" id="{985922C0-6349-429C-A2BE-1C515836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811743"/>
            <a:ext cx="1266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5" name="ytick-1">
            <a:extLst xmlns:a="http://schemas.openxmlformats.org/drawingml/2006/main">
              <a:ext uri="{FF2B5EF4-FFF2-40B4-BE49-F238E27FC236}">
                <a16:creationId xmlns:a16="http://schemas.microsoft.com/office/drawing/2014/main" id="{66303A70-32CD-43B1-A5BC-5A1562F8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06968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6" name="grid-10">
            <a:extLst xmlns:a="http://schemas.openxmlformats.org/drawingml/2006/main">
              <a:ext uri="{FF2B5EF4-FFF2-40B4-BE49-F238E27FC236}">
                <a16:creationId xmlns:a16="http://schemas.microsoft.com/office/drawing/2014/main" id="{1ED38728-7856-4018-B8B6-984B447B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1828"/>
            <a:ext cx="1266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7" name="ytick-10">
            <a:extLst xmlns:a="http://schemas.openxmlformats.org/drawingml/2006/main">
              <a:ext uri="{FF2B5EF4-FFF2-40B4-BE49-F238E27FC236}">
                <a16:creationId xmlns:a16="http://schemas.microsoft.com/office/drawing/2014/main" id="{80C56513-9317-4907-B118-1FD44448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57053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sp>
        <p:nvSpPr>
          <p:cNvPr id="8" name="grid-100">
            <a:extLst xmlns:a="http://schemas.openxmlformats.org/drawingml/2006/main">
              <a:ext uri="{FF2B5EF4-FFF2-40B4-BE49-F238E27FC236}">
                <a16:creationId xmlns:a16="http://schemas.microsoft.com/office/drawing/2014/main" id="{ECE9C2C7-8BFF-4508-8522-28ADFABA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11914"/>
            <a:ext cx="1266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9" name="ytick-100">
            <a:extLst xmlns:a="http://schemas.openxmlformats.org/drawingml/2006/main">
              <a:ext uri="{FF2B5EF4-FFF2-40B4-BE49-F238E27FC236}">
                <a16:creationId xmlns:a16="http://schemas.microsoft.com/office/drawing/2014/main" id="{11880F83-8F15-4FD8-AFD3-1DC4BD0B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7139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100</a:t>
            </a:r>
          </a:p>
        </p:txBody>
      </p:sp>
      <p:sp>
        <p:nvSpPr>
          <p:cNvPr id="10" name="grid-300">
            <a:extLst xmlns:a="http://schemas.openxmlformats.org/drawingml/2006/main">
              <a:ext uri="{FF2B5EF4-FFF2-40B4-BE49-F238E27FC236}">
                <a16:creationId xmlns:a16="http://schemas.microsoft.com/office/drawing/2014/main" id="{3B3428E7-9912-446E-8701-67CB7DCD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33856"/>
            <a:ext cx="1266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1" name="ytick-300">
            <a:extLst xmlns:a="http://schemas.openxmlformats.org/drawingml/2006/main">
              <a:ext uri="{FF2B5EF4-FFF2-40B4-BE49-F238E27FC236}">
                <a16:creationId xmlns:a16="http://schemas.microsoft.com/office/drawing/2014/main" id="{B58B385E-C493-47EA-A4D8-1A6C32E3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29081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300</a:t>
            </a:r>
          </a:p>
        </p:txBody>
      </p:sp>
      <p:sp>
        <p:nvSpPr>
          <p:cNvPr id="12" name="x-axis">
            <a:extLst xmlns:a="http://schemas.openxmlformats.org/drawingml/2006/main">
              <a:ext uri="{FF2B5EF4-FFF2-40B4-BE49-F238E27FC236}">
                <a16:creationId xmlns:a16="http://schemas.microsoft.com/office/drawing/2014/main" id="{68D1095E-731E-43C6-8522-8BC845D2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010400"/>
            <a:ext cx="1266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2F47"/>
            </a:solidFill>
            <a:prstDash val="solid"/>
          </a:ln>
        </p:spPr>
      </p:sp>
      <p:sp>
        <p:nvSpPr>
          <p:cNvPr id="13" name="y-axis">
            <a:extLst xmlns:a="http://schemas.openxmlformats.org/drawingml/2006/main">
              <a:ext uri="{FF2B5EF4-FFF2-40B4-BE49-F238E27FC236}">
                <a16:creationId xmlns:a16="http://schemas.microsoft.com/office/drawing/2014/main" id="{E7535263-59B1-4ED7-830E-8241517F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76400"/>
            <a:ext cx="0" cy="533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2F47"/>
            </a:solidFill>
            <a:prstDash val="solid"/>
          </a:ln>
        </p:spPr>
      </p:sp>
      <p:sp>
        <p:nvSpPr>
          <p:cNvPr id="14" name="y-axis-title">
            <a:extLst xmlns:a="http://schemas.openxmlformats.org/drawingml/2006/main">
              <a:ext uri="{FF2B5EF4-FFF2-40B4-BE49-F238E27FC236}">
                <a16:creationId xmlns:a16="http://schemas.microsoft.com/office/drawing/2014/main" id="{37F3628B-39C9-42F3-BB64-4168F94F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7338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Modules (log)</a:t>
            </a:r>
          </a:p>
        </p:txBody>
      </p:sp>
      <p:sp>
        <p:nvSpPr>
          <p:cNvPr id="15" name="x-axis-title">
            <a:extLst xmlns:a="http://schemas.openxmlformats.org/drawingml/2006/main">
              <a:ext uri="{FF2B5EF4-FFF2-40B4-BE49-F238E27FC236}">
                <a16:creationId xmlns:a16="http://schemas.microsoft.com/office/drawing/2014/main" id="{F22B7F9C-0FB4-4B1A-AD00-3367105B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7162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Publication month</a:t>
            </a:r>
          </a:p>
        </p:txBody>
      </p:sp>
      <p:sp>
        <p:nvSpPr>
          <p:cNvPr id="16" name="xtick-0">
            <a:extLst xmlns:a="http://schemas.openxmlformats.org/drawingml/2006/main">
              <a:ext uri="{FF2B5EF4-FFF2-40B4-BE49-F238E27FC236}">
                <a16:creationId xmlns:a16="http://schemas.microsoft.com/office/drawing/2014/main" id="{084C0F16-F07D-499F-BFDB-EC5C50CA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010400"/>
            <a:ext cx="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E2F47"/>
            </a:solidFill>
            <a:prstDash val="solid"/>
          </a:ln>
        </p:spPr>
      </p:sp>
      <p:sp>
        <p:nvSpPr>
          <p:cNvPr id="17" name="xlabel-0">
            <a:extLst xmlns:a="http://schemas.openxmlformats.org/drawingml/2006/main">
              <a:ext uri="{FF2B5EF4-FFF2-40B4-BE49-F238E27FC236}">
                <a16:creationId xmlns:a16="http://schemas.microsoft.com/office/drawing/2014/main" id="{9537D43A-9404-48BC-879D-53871282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1437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2023-08</a:t>
            </a:r>
          </a:p>
        </p:txBody>
      </p:sp>
      <p:sp>
        <p:nvSpPr>
          <p:cNvPr id="18" name="xtick-5">
            <a:extLst xmlns:a="http://schemas.openxmlformats.org/drawingml/2006/main">
              <a:ext uri="{FF2B5EF4-FFF2-40B4-BE49-F238E27FC236}">
                <a16:creationId xmlns:a16="http://schemas.microsoft.com/office/drawing/2014/main" id="{8E0E69CC-8AEE-424E-BC83-4F5B51AB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2931" y="7010400"/>
            <a:ext cx="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E2F47"/>
            </a:solidFill>
            <a:prstDash val="solid"/>
          </a:ln>
        </p:spPr>
      </p:sp>
      <p:sp>
        <p:nvSpPr>
          <p:cNvPr id="19" name="xlabel-5">
            <a:extLst xmlns:a="http://schemas.openxmlformats.org/drawingml/2006/main">
              <a:ext uri="{FF2B5EF4-FFF2-40B4-BE49-F238E27FC236}">
                <a16:creationId xmlns:a16="http://schemas.microsoft.com/office/drawing/2014/main" id="{A839F9CD-3499-409D-A5C2-8E0DCA1F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2881" y="71437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2024-07</a:t>
            </a:r>
          </a:p>
        </p:txBody>
      </p:sp>
      <p:sp>
        <p:nvSpPr>
          <p:cNvPr id="20" name="xtick-10">
            <a:extLst xmlns:a="http://schemas.openxmlformats.org/drawingml/2006/main">
              <a:ext uri="{FF2B5EF4-FFF2-40B4-BE49-F238E27FC236}">
                <a16:creationId xmlns:a16="http://schemas.microsoft.com/office/drawing/2014/main" id="{D6E23AD8-33AB-4118-BF60-EB71E77D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112" y="7010400"/>
            <a:ext cx="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E2F47"/>
            </a:solidFill>
            <a:prstDash val="solid"/>
          </a:ln>
        </p:spPr>
      </p:sp>
      <p:sp>
        <p:nvSpPr>
          <p:cNvPr id="21" name="xlabel-10">
            <a:extLst xmlns:a="http://schemas.openxmlformats.org/drawingml/2006/main">
              <a:ext uri="{FF2B5EF4-FFF2-40B4-BE49-F238E27FC236}">
                <a16:creationId xmlns:a16="http://schemas.microsoft.com/office/drawing/2014/main" id="{03A60B5E-72EA-4491-83E8-056AADCB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062" y="71437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2025-01</a:t>
            </a:r>
          </a:p>
        </p:txBody>
      </p:sp>
      <p:sp>
        <p:nvSpPr>
          <p:cNvPr id="22" name="xtick-15">
            <a:extLst xmlns:a="http://schemas.openxmlformats.org/drawingml/2006/main">
              <a:ext uri="{FF2B5EF4-FFF2-40B4-BE49-F238E27FC236}">
                <a16:creationId xmlns:a16="http://schemas.microsoft.com/office/drawing/2014/main" id="{A9B6E95C-65D1-4EDA-A742-0DF327B0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293" y="7010400"/>
            <a:ext cx="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E2F47"/>
            </a:solidFill>
            <a:prstDash val="solid"/>
          </a:ln>
        </p:spPr>
      </p:sp>
      <p:sp>
        <p:nvSpPr>
          <p:cNvPr id="23" name="xlabel-15">
            <a:extLst xmlns:a="http://schemas.openxmlformats.org/drawingml/2006/main">
              <a:ext uri="{FF2B5EF4-FFF2-40B4-BE49-F238E27FC236}">
                <a16:creationId xmlns:a16="http://schemas.microsoft.com/office/drawing/2014/main" id="{F0F87713-C2CC-46A6-978D-6615EDF8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243" y="71437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2025-06</a:t>
            </a:r>
          </a:p>
        </p:txBody>
      </p:sp>
      <p:sp>
        <p:nvSpPr>
          <p:cNvPr id="24" name="xtick-20">
            <a:extLst xmlns:a="http://schemas.openxmlformats.org/drawingml/2006/main">
              <a:ext uri="{FF2B5EF4-FFF2-40B4-BE49-F238E27FC236}">
                <a16:creationId xmlns:a16="http://schemas.microsoft.com/office/drawing/2014/main" id="{79D030A3-C2A5-4D83-AE30-BDD0AE06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5474" y="7010400"/>
            <a:ext cx="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E2F47"/>
            </a:solidFill>
            <a:prstDash val="solid"/>
          </a:ln>
        </p:spPr>
      </p:sp>
      <p:sp>
        <p:nvSpPr>
          <p:cNvPr id="25" name="xlabel-20">
            <a:extLst xmlns:a="http://schemas.openxmlformats.org/drawingml/2006/main">
              <a:ext uri="{FF2B5EF4-FFF2-40B4-BE49-F238E27FC236}">
                <a16:creationId xmlns:a16="http://schemas.microsoft.com/office/drawing/2014/main" id="{9A2824A0-3340-4E4A-823C-88B8EBB8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424" y="71437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2025-11</a:t>
            </a:r>
          </a:p>
        </p:txBody>
      </p:sp>
      <p:sp>
        <p:nvSpPr>
          <p:cNvPr id="26" name="xtick-29">
            <a:extLst xmlns:a="http://schemas.openxmlformats.org/drawingml/2006/main">
              <a:ext uri="{FF2B5EF4-FFF2-40B4-BE49-F238E27FC236}">
                <a16:creationId xmlns:a16="http://schemas.microsoft.com/office/drawing/2014/main" id="{4A55EBE5-AE59-402B-A672-99C1C057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7010400"/>
            <a:ext cx="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E2F47"/>
            </a:solidFill>
            <a:prstDash val="solid"/>
          </a:ln>
        </p:spPr>
      </p:sp>
      <p:sp>
        <p:nvSpPr>
          <p:cNvPr id="27" name="xlabel-29">
            <a:extLst xmlns:a="http://schemas.openxmlformats.org/drawingml/2006/main">
              <a:ext uri="{FF2B5EF4-FFF2-40B4-BE49-F238E27FC236}">
                <a16:creationId xmlns:a16="http://schemas.microsoft.com/office/drawing/2014/main" id="{ED21F95F-8324-4620-ACD5-F8FBA331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71437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2026-08</a:t>
            </a:r>
          </a:p>
        </p:txBody>
      </p:sp>
      <p:sp>
        <p:nvSpPr>
          <p:cNvPr id="28" name="LLM-side-segment-1">
            <a:extLst xmlns:a="http://schemas.openxmlformats.org/drawingml/2006/main">
              <a:ext uri="{FF2B5EF4-FFF2-40B4-BE49-F238E27FC236}">
                <a16:creationId xmlns:a16="http://schemas.microsoft.com/office/drawing/2014/main" id="{0E0E1A77-BFAD-433D-B10B-D123205C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28750" y="5577571"/>
            <a:ext cx="436836" cy="12341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29" name="LLM-side-segment-2">
            <a:extLst xmlns:a="http://schemas.openxmlformats.org/drawingml/2006/main">
              <a:ext uri="{FF2B5EF4-FFF2-40B4-BE49-F238E27FC236}">
                <a16:creationId xmlns:a16="http://schemas.microsoft.com/office/drawing/2014/main" id="{B04AD69B-47FF-4B46-B8BA-110E4888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5586" y="5577571"/>
            <a:ext cx="4368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30" name="LLM-side-segment-3">
            <a:extLst xmlns:a="http://schemas.openxmlformats.org/drawingml/2006/main">
              <a:ext uri="{FF2B5EF4-FFF2-40B4-BE49-F238E27FC236}">
                <a16:creationId xmlns:a16="http://schemas.microsoft.com/office/drawing/2014/main" id="{17795769-EE80-44CC-B296-D600003F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2422" y="5577571"/>
            <a:ext cx="4368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31" name="LLM-side-segment-4">
            <a:extLst xmlns:a="http://schemas.openxmlformats.org/drawingml/2006/main">
              <a:ext uri="{FF2B5EF4-FFF2-40B4-BE49-F238E27FC236}">
                <a16:creationId xmlns:a16="http://schemas.microsoft.com/office/drawing/2014/main" id="{903E3A1B-58D2-47CF-A8C3-EC4D3316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259" y="5577571"/>
            <a:ext cx="4368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32" name="LLM-side-segment-5">
            <a:extLst xmlns:a="http://schemas.openxmlformats.org/drawingml/2006/main">
              <a:ext uri="{FF2B5EF4-FFF2-40B4-BE49-F238E27FC236}">
                <a16:creationId xmlns:a16="http://schemas.microsoft.com/office/drawing/2014/main" id="{F56B7143-1E94-4785-BF64-7CABDD01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6095" y="5577571"/>
            <a:ext cx="4368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33" name="LLM-side-segment-6">
            <a:extLst xmlns:a="http://schemas.openxmlformats.org/drawingml/2006/main">
              <a:ext uri="{FF2B5EF4-FFF2-40B4-BE49-F238E27FC236}">
                <a16:creationId xmlns:a16="http://schemas.microsoft.com/office/drawing/2014/main" id="{84CCEC9B-C63B-4DC0-9E90-B5F4DB10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2931" y="5577571"/>
            <a:ext cx="4368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34" name="LLM-side-segment-7">
            <a:extLst xmlns:a="http://schemas.openxmlformats.org/drawingml/2006/main">
              <a:ext uri="{FF2B5EF4-FFF2-40B4-BE49-F238E27FC236}">
                <a16:creationId xmlns:a16="http://schemas.microsoft.com/office/drawing/2014/main" id="{35D8C17A-1C1D-42BA-8169-9FC52B76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049767" y="5079364"/>
            <a:ext cx="436836" cy="4982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35" name="LLM-side-segment-8">
            <a:extLst xmlns:a="http://schemas.openxmlformats.org/drawingml/2006/main">
              <a:ext uri="{FF2B5EF4-FFF2-40B4-BE49-F238E27FC236}">
                <a16:creationId xmlns:a16="http://schemas.microsoft.com/office/drawing/2014/main" id="{64F8AAA2-A3CE-4300-89F4-E82861E8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603" y="5079364"/>
            <a:ext cx="4368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36" name="LLM-side-segment-9">
            <a:extLst xmlns:a="http://schemas.openxmlformats.org/drawingml/2006/main">
              <a:ext uri="{FF2B5EF4-FFF2-40B4-BE49-F238E27FC236}">
                <a16:creationId xmlns:a16="http://schemas.microsoft.com/office/drawing/2014/main" id="{65E7C918-CD5D-4F73-8AF4-F1663F78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923440" y="4855627"/>
            <a:ext cx="436836" cy="2237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37" name="LLM-side-segment-10">
            <a:extLst xmlns:a="http://schemas.openxmlformats.org/drawingml/2006/main">
              <a:ext uri="{FF2B5EF4-FFF2-40B4-BE49-F238E27FC236}">
                <a16:creationId xmlns:a16="http://schemas.microsoft.com/office/drawing/2014/main" id="{CF8E22C7-A512-42BF-8A7F-226494DD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276" y="4855627"/>
            <a:ext cx="4368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38" name="LLM-side-segment-11">
            <a:extLst xmlns:a="http://schemas.openxmlformats.org/drawingml/2006/main">
              <a:ext uri="{FF2B5EF4-FFF2-40B4-BE49-F238E27FC236}">
                <a16:creationId xmlns:a16="http://schemas.microsoft.com/office/drawing/2014/main" id="{11E94BC0-60AB-489D-878C-73A12F9C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112" y="4855627"/>
            <a:ext cx="4368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39" name="LLM-side-segment-12">
            <a:extLst xmlns:a="http://schemas.openxmlformats.org/drawingml/2006/main">
              <a:ext uri="{FF2B5EF4-FFF2-40B4-BE49-F238E27FC236}">
                <a16:creationId xmlns:a16="http://schemas.microsoft.com/office/drawing/2014/main" id="{ABE80AA3-E521-4F12-9238-7325423E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948" y="4855627"/>
            <a:ext cx="4368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40" name="LLM-side-segment-13">
            <a:extLst xmlns:a="http://schemas.openxmlformats.org/drawingml/2006/main">
              <a:ext uri="{FF2B5EF4-FFF2-40B4-BE49-F238E27FC236}">
                <a16:creationId xmlns:a16="http://schemas.microsoft.com/office/drawing/2014/main" id="{0BE00437-4F17-4092-9FAB-06A54CE9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0784" y="4855627"/>
            <a:ext cx="4368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41" name="LLM-side-segment-14">
            <a:extLst xmlns:a="http://schemas.openxmlformats.org/drawingml/2006/main">
              <a:ext uri="{FF2B5EF4-FFF2-40B4-BE49-F238E27FC236}">
                <a16:creationId xmlns:a16="http://schemas.microsoft.com/office/drawing/2014/main" id="{4E0DF5AF-7192-4C0F-AFA6-49C5DFA8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7621" y="4855627"/>
            <a:ext cx="4368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42" name="LLM-side-segment-15">
            <a:extLst xmlns:a="http://schemas.openxmlformats.org/drawingml/2006/main">
              <a:ext uri="{FF2B5EF4-FFF2-40B4-BE49-F238E27FC236}">
                <a16:creationId xmlns:a16="http://schemas.microsoft.com/office/drawing/2014/main" id="{AB4F3FCD-008E-488C-89FD-A72190A1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457" y="4855627"/>
            <a:ext cx="4368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43" name="LLM-side-segment-16">
            <a:extLst xmlns:a="http://schemas.openxmlformats.org/drawingml/2006/main">
              <a:ext uri="{FF2B5EF4-FFF2-40B4-BE49-F238E27FC236}">
                <a16:creationId xmlns:a16="http://schemas.microsoft.com/office/drawing/2014/main" id="{70F77B5A-19D4-461D-A2D0-8D701845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293" y="4855627"/>
            <a:ext cx="4368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44" name="LLM-side-segment-17">
            <a:extLst xmlns:a="http://schemas.openxmlformats.org/drawingml/2006/main">
              <a:ext uri="{FF2B5EF4-FFF2-40B4-BE49-F238E27FC236}">
                <a16:creationId xmlns:a16="http://schemas.microsoft.com/office/drawing/2014/main" id="{F8108A03-108F-479B-A6DA-F3A64777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29" y="4855627"/>
            <a:ext cx="4368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45" name="LLM-side-segment-18">
            <a:extLst xmlns:a="http://schemas.openxmlformats.org/drawingml/2006/main">
              <a:ext uri="{FF2B5EF4-FFF2-40B4-BE49-F238E27FC236}">
                <a16:creationId xmlns:a16="http://schemas.microsoft.com/office/drawing/2014/main" id="{3744E16B-CCB6-4AC6-9DD3-59CF7ED5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4966" y="4855627"/>
            <a:ext cx="4368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46" name="LLM-side-segment-19">
            <a:extLst xmlns:a="http://schemas.openxmlformats.org/drawingml/2006/main">
              <a:ext uri="{FF2B5EF4-FFF2-40B4-BE49-F238E27FC236}">
                <a16:creationId xmlns:a16="http://schemas.microsoft.com/office/drawing/2014/main" id="{EE5675D1-9E51-46F7-8852-02D23291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1802" y="4855627"/>
            <a:ext cx="4368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47" name="LLM-side-segment-20">
            <a:extLst xmlns:a="http://schemas.openxmlformats.org/drawingml/2006/main">
              <a:ext uri="{FF2B5EF4-FFF2-40B4-BE49-F238E27FC236}">
                <a16:creationId xmlns:a16="http://schemas.microsoft.com/office/drawing/2014/main" id="{20EADF4D-9CF8-483B-BB0D-8F32B748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638" y="4855627"/>
            <a:ext cx="4368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48" name="LLM-side-segment-21">
            <a:extLst xmlns:a="http://schemas.openxmlformats.org/drawingml/2006/main">
              <a:ext uri="{FF2B5EF4-FFF2-40B4-BE49-F238E27FC236}">
                <a16:creationId xmlns:a16="http://schemas.microsoft.com/office/drawing/2014/main" id="{BBA6A05C-0027-4D31-8B21-7BA73868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5474" y="4855627"/>
            <a:ext cx="4368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49" name="LLM-side-segment-22">
            <a:extLst xmlns:a="http://schemas.openxmlformats.org/drawingml/2006/main">
              <a:ext uri="{FF2B5EF4-FFF2-40B4-BE49-F238E27FC236}">
                <a16:creationId xmlns:a16="http://schemas.microsoft.com/office/drawing/2014/main" id="{3948AC22-D0F4-4CE8-BD44-57B3DE93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2310" y="4855627"/>
            <a:ext cx="4368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50" name="LLM-side-segment-23">
            <a:extLst xmlns:a="http://schemas.openxmlformats.org/drawingml/2006/main">
              <a:ext uri="{FF2B5EF4-FFF2-40B4-BE49-F238E27FC236}">
                <a16:creationId xmlns:a16="http://schemas.microsoft.com/office/drawing/2014/main" id="{C7C2AFDA-1D4D-4FF1-A213-7DCB2DD1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147" y="4855627"/>
            <a:ext cx="4368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51" name="LLM-side-segment-24">
            <a:extLst xmlns:a="http://schemas.openxmlformats.org/drawingml/2006/main">
              <a:ext uri="{FF2B5EF4-FFF2-40B4-BE49-F238E27FC236}">
                <a16:creationId xmlns:a16="http://schemas.microsoft.com/office/drawing/2014/main" id="{EEEDF2FD-DCC3-4B4D-BBCC-E03B6893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983" y="4855627"/>
            <a:ext cx="4368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52" name="LLM-side-segment-25">
            <a:extLst xmlns:a="http://schemas.openxmlformats.org/drawingml/2006/main">
              <a:ext uri="{FF2B5EF4-FFF2-40B4-BE49-F238E27FC236}">
                <a16:creationId xmlns:a16="http://schemas.microsoft.com/office/drawing/2014/main" id="{9467BE2B-F8C8-48D7-96B2-8CB4E5EA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2819" y="4855627"/>
            <a:ext cx="4368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53" name="LLM-side-segment-26">
            <a:extLst xmlns:a="http://schemas.openxmlformats.org/drawingml/2006/main">
              <a:ext uri="{FF2B5EF4-FFF2-40B4-BE49-F238E27FC236}">
                <a16:creationId xmlns:a16="http://schemas.microsoft.com/office/drawing/2014/main" id="{8931C488-EFCA-49FA-B74E-599B9B58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9655" y="4855627"/>
            <a:ext cx="4368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54" name="LLM-side-segment-27">
            <a:extLst xmlns:a="http://schemas.openxmlformats.org/drawingml/2006/main">
              <a:ext uri="{FF2B5EF4-FFF2-40B4-BE49-F238E27FC236}">
                <a16:creationId xmlns:a16="http://schemas.microsoft.com/office/drawing/2014/main" id="{C962CC0C-50C1-467C-A62E-3A40A2DA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6491" y="4855627"/>
            <a:ext cx="4368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55" name="LLM-side-segment-28">
            <a:extLst xmlns:a="http://schemas.openxmlformats.org/drawingml/2006/main">
              <a:ext uri="{FF2B5EF4-FFF2-40B4-BE49-F238E27FC236}">
                <a16:creationId xmlns:a16="http://schemas.microsoft.com/office/drawing/2014/main" id="{F4FDB490-FB06-4D76-A1F8-1DCEAA6D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3328" y="4855627"/>
            <a:ext cx="4368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56" name="LLM-side-segment-29">
            <a:extLst xmlns:a="http://schemas.openxmlformats.org/drawingml/2006/main">
              <a:ext uri="{FF2B5EF4-FFF2-40B4-BE49-F238E27FC236}">
                <a16:creationId xmlns:a16="http://schemas.microsoft.com/office/drawing/2014/main" id="{99E48C71-C950-4147-B593-94397A22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0164" y="4855627"/>
            <a:ext cx="4368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57" name="LLM-side-marker-0">
            <a:extLst xmlns:a="http://schemas.openxmlformats.org/drawingml/2006/main">
              <a:ext uri="{FF2B5EF4-FFF2-40B4-BE49-F238E27FC236}">
                <a16:creationId xmlns:a16="http://schemas.microsoft.com/office/drawing/2014/main" id="{EF20D28C-8461-4B3E-A558-8C221E2D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77364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58" name="LLM-side-marker-1">
            <a:extLst xmlns:a="http://schemas.openxmlformats.org/drawingml/2006/main">
              <a:ext uri="{FF2B5EF4-FFF2-40B4-BE49-F238E27FC236}">
                <a16:creationId xmlns:a16="http://schemas.microsoft.com/office/drawing/2014/main" id="{31EA6037-F96D-4469-9586-BA55D1B2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7486" y="553947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59" name="LLM-side-marker-2">
            <a:extLst xmlns:a="http://schemas.openxmlformats.org/drawingml/2006/main">
              <a:ext uri="{FF2B5EF4-FFF2-40B4-BE49-F238E27FC236}">
                <a16:creationId xmlns:a16="http://schemas.microsoft.com/office/drawing/2014/main" id="{EC407A07-2FDA-430D-AD88-A68D6616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4322" y="553947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60" name="LLM-side-marker-3">
            <a:extLst xmlns:a="http://schemas.openxmlformats.org/drawingml/2006/main">
              <a:ext uri="{FF2B5EF4-FFF2-40B4-BE49-F238E27FC236}">
                <a16:creationId xmlns:a16="http://schemas.microsoft.com/office/drawing/2014/main" id="{BE58AE9E-39AD-4A33-873C-3B74C475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159" y="553947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61" name="LLM-side-marker-4">
            <a:extLst xmlns:a="http://schemas.openxmlformats.org/drawingml/2006/main">
              <a:ext uri="{FF2B5EF4-FFF2-40B4-BE49-F238E27FC236}">
                <a16:creationId xmlns:a16="http://schemas.microsoft.com/office/drawing/2014/main" id="{0EDA25F8-EA98-43DF-BBA1-266529A2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7995" y="553947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62" name="LLM-side-marker-5">
            <a:extLst xmlns:a="http://schemas.openxmlformats.org/drawingml/2006/main">
              <a:ext uri="{FF2B5EF4-FFF2-40B4-BE49-F238E27FC236}">
                <a16:creationId xmlns:a16="http://schemas.microsoft.com/office/drawing/2014/main" id="{36A8B15C-6F1F-478F-8E77-77627AFC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4831" y="553947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63" name="LLM-side-marker-6">
            <a:extLst xmlns:a="http://schemas.openxmlformats.org/drawingml/2006/main">
              <a:ext uri="{FF2B5EF4-FFF2-40B4-BE49-F238E27FC236}">
                <a16:creationId xmlns:a16="http://schemas.microsoft.com/office/drawing/2014/main" id="{E22AB145-4274-4BE4-8B2A-8AEB9CDF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1667" y="553947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64" name="LLM-side-marker-7">
            <a:extLst xmlns:a="http://schemas.openxmlformats.org/drawingml/2006/main">
              <a:ext uri="{FF2B5EF4-FFF2-40B4-BE49-F238E27FC236}">
                <a16:creationId xmlns:a16="http://schemas.microsoft.com/office/drawing/2014/main" id="{8CAA3BD7-25E5-476E-858A-FD2047DB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503" y="504126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65" name="LLM-side-marker-8">
            <a:extLst xmlns:a="http://schemas.openxmlformats.org/drawingml/2006/main">
              <a:ext uri="{FF2B5EF4-FFF2-40B4-BE49-F238E27FC236}">
                <a16:creationId xmlns:a16="http://schemas.microsoft.com/office/drawing/2014/main" id="{D5CF4FF1-0106-4DB6-B3D4-3F4E753C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5340" y="504126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66" name="LLM-side-marker-9">
            <a:extLst xmlns:a="http://schemas.openxmlformats.org/drawingml/2006/main">
              <a:ext uri="{FF2B5EF4-FFF2-40B4-BE49-F238E27FC236}">
                <a16:creationId xmlns:a16="http://schemas.microsoft.com/office/drawing/2014/main" id="{E13D36B2-9385-4C6A-8685-AF4FD205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176" y="481752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67" name="LLM-side-marker-10">
            <a:extLst xmlns:a="http://schemas.openxmlformats.org/drawingml/2006/main">
              <a:ext uri="{FF2B5EF4-FFF2-40B4-BE49-F238E27FC236}">
                <a16:creationId xmlns:a16="http://schemas.microsoft.com/office/drawing/2014/main" id="{4A075848-8691-40B3-A6E5-DB0F467D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012" y="481752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68" name="LLM-side-marker-11">
            <a:extLst xmlns:a="http://schemas.openxmlformats.org/drawingml/2006/main">
              <a:ext uri="{FF2B5EF4-FFF2-40B4-BE49-F238E27FC236}">
                <a16:creationId xmlns:a16="http://schemas.microsoft.com/office/drawing/2014/main" id="{4704391A-11F7-43E5-A8F7-9D83A2B0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848" y="481752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69" name="LLM-side-marker-12">
            <a:extLst xmlns:a="http://schemas.openxmlformats.org/drawingml/2006/main">
              <a:ext uri="{FF2B5EF4-FFF2-40B4-BE49-F238E27FC236}">
                <a16:creationId xmlns:a16="http://schemas.microsoft.com/office/drawing/2014/main" id="{3B683B0B-8BEC-4D76-A318-E461A7FD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2684" y="481752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70" name="LLM-side-marker-13">
            <a:extLst xmlns:a="http://schemas.openxmlformats.org/drawingml/2006/main">
              <a:ext uri="{FF2B5EF4-FFF2-40B4-BE49-F238E27FC236}">
                <a16:creationId xmlns:a16="http://schemas.microsoft.com/office/drawing/2014/main" id="{DE8E82ED-BA2F-425F-B31E-4BAD809F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9521" y="481752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71" name="LLM-side-marker-14">
            <a:extLst xmlns:a="http://schemas.openxmlformats.org/drawingml/2006/main">
              <a:ext uri="{FF2B5EF4-FFF2-40B4-BE49-F238E27FC236}">
                <a16:creationId xmlns:a16="http://schemas.microsoft.com/office/drawing/2014/main" id="{817682DD-530F-4898-A3A2-CF5D1A9A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6357" y="481752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72" name="LLM-side-marker-15">
            <a:extLst xmlns:a="http://schemas.openxmlformats.org/drawingml/2006/main">
              <a:ext uri="{FF2B5EF4-FFF2-40B4-BE49-F238E27FC236}">
                <a16:creationId xmlns:a16="http://schemas.microsoft.com/office/drawing/2014/main" id="{C457DA81-FC18-4D38-84A2-725E0BCA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193" y="481752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73" name="LLM-side-marker-16">
            <a:extLst xmlns:a="http://schemas.openxmlformats.org/drawingml/2006/main">
              <a:ext uri="{FF2B5EF4-FFF2-40B4-BE49-F238E27FC236}">
                <a16:creationId xmlns:a16="http://schemas.microsoft.com/office/drawing/2014/main" id="{77AD169F-36F0-4680-B197-7E6F0ED7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029" y="481752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74" name="LLM-side-marker-17">
            <a:extLst xmlns:a="http://schemas.openxmlformats.org/drawingml/2006/main">
              <a:ext uri="{FF2B5EF4-FFF2-40B4-BE49-F238E27FC236}">
                <a16:creationId xmlns:a16="http://schemas.microsoft.com/office/drawing/2014/main" id="{AE95D342-8D13-4063-96E6-44CB9DE7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6866" y="481752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75" name="LLM-side-marker-18">
            <a:extLst xmlns:a="http://schemas.openxmlformats.org/drawingml/2006/main">
              <a:ext uri="{FF2B5EF4-FFF2-40B4-BE49-F238E27FC236}">
                <a16:creationId xmlns:a16="http://schemas.microsoft.com/office/drawing/2014/main" id="{60B1A2FA-C946-4F79-983F-817A0E76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02" y="481752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76" name="LLM-side-marker-19">
            <a:extLst xmlns:a="http://schemas.openxmlformats.org/drawingml/2006/main">
              <a:ext uri="{FF2B5EF4-FFF2-40B4-BE49-F238E27FC236}">
                <a16:creationId xmlns:a16="http://schemas.microsoft.com/office/drawing/2014/main" id="{A5974A75-9F8B-4C21-8131-0137AC37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0538" y="481752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77" name="LLM-side-marker-20">
            <a:extLst xmlns:a="http://schemas.openxmlformats.org/drawingml/2006/main">
              <a:ext uri="{FF2B5EF4-FFF2-40B4-BE49-F238E27FC236}">
                <a16:creationId xmlns:a16="http://schemas.microsoft.com/office/drawing/2014/main" id="{114F6507-8B7C-403A-9C6F-BFAFEC2D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7374" y="481752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78" name="LLM-side-marker-21">
            <a:extLst xmlns:a="http://schemas.openxmlformats.org/drawingml/2006/main">
              <a:ext uri="{FF2B5EF4-FFF2-40B4-BE49-F238E27FC236}">
                <a16:creationId xmlns:a16="http://schemas.microsoft.com/office/drawing/2014/main" id="{2B737177-A098-4384-B345-E70E813B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4210" y="481752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79" name="LLM-side-marker-22">
            <a:extLst xmlns:a="http://schemas.openxmlformats.org/drawingml/2006/main">
              <a:ext uri="{FF2B5EF4-FFF2-40B4-BE49-F238E27FC236}">
                <a16:creationId xmlns:a16="http://schemas.microsoft.com/office/drawing/2014/main" id="{C9BCB22C-2763-45FA-8954-DD8A752B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047" y="481752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80" name="LLM-side-marker-23">
            <a:extLst xmlns:a="http://schemas.openxmlformats.org/drawingml/2006/main">
              <a:ext uri="{FF2B5EF4-FFF2-40B4-BE49-F238E27FC236}">
                <a16:creationId xmlns:a16="http://schemas.microsoft.com/office/drawing/2014/main" id="{2B02CB4C-24D1-48B2-B4F9-7581D7A5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7883" y="481752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81" name="LLM-side-marker-24">
            <a:extLst xmlns:a="http://schemas.openxmlformats.org/drawingml/2006/main">
              <a:ext uri="{FF2B5EF4-FFF2-40B4-BE49-F238E27FC236}">
                <a16:creationId xmlns:a16="http://schemas.microsoft.com/office/drawing/2014/main" id="{AAF7EA62-6256-44B2-B93F-04234CD4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4719" y="481752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82" name="LLM-side-marker-25">
            <a:extLst xmlns:a="http://schemas.openxmlformats.org/drawingml/2006/main">
              <a:ext uri="{FF2B5EF4-FFF2-40B4-BE49-F238E27FC236}">
                <a16:creationId xmlns:a16="http://schemas.microsoft.com/office/drawing/2014/main" id="{2809E545-1AD6-434A-BD98-558440B7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1555" y="481752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83" name="LLM-side-marker-26">
            <a:extLst xmlns:a="http://schemas.openxmlformats.org/drawingml/2006/main">
              <a:ext uri="{FF2B5EF4-FFF2-40B4-BE49-F238E27FC236}">
                <a16:creationId xmlns:a16="http://schemas.microsoft.com/office/drawing/2014/main" id="{9B1920E2-EED9-4F2D-85CE-B6AD5EE2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8391" y="481752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84" name="LLM-side-marker-27">
            <a:extLst xmlns:a="http://schemas.openxmlformats.org/drawingml/2006/main">
              <a:ext uri="{FF2B5EF4-FFF2-40B4-BE49-F238E27FC236}">
                <a16:creationId xmlns:a16="http://schemas.microsoft.com/office/drawing/2014/main" id="{45CF6F45-FA6F-4988-99D8-AFCEAC0C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5228" y="481752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85" name="LLM-side-marker-28">
            <a:extLst xmlns:a="http://schemas.openxmlformats.org/drawingml/2006/main">
              <a:ext uri="{FF2B5EF4-FFF2-40B4-BE49-F238E27FC236}">
                <a16:creationId xmlns:a16="http://schemas.microsoft.com/office/drawing/2014/main" id="{A14A918D-6B72-4D9C-A5E4-78DB72A5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2064" y="481752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86" name="LLM-side-marker-29">
            <a:extLst xmlns:a="http://schemas.openxmlformats.org/drawingml/2006/main">
              <a:ext uri="{FF2B5EF4-FFF2-40B4-BE49-F238E27FC236}">
                <a16:creationId xmlns:a16="http://schemas.microsoft.com/office/drawing/2014/main" id="{0CE96C9F-4BC3-497A-8537-C69D59FB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481752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8A6"/>
          </a:solidFill>
          <a:ln xmlns:a="http://schemas.openxmlformats.org/drawingml/2006/main" w="9525">
            <a:solidFill>
              <a:srgbClr val="7058A6"/>
            </a:solidFill>
            <a:prstDash val="solid"/>
          </a:ln>
        </p:spPr>
      </p:sp>
      <p:sp>
        <p:nvSpPr>
          <p:cNvPr id="87" name="General Harness-segment-1">
            <a:extLst xmlns:a="http://schemas.openxmlformats.org/drawingml/2006/main">
              <a:ext uri="{FF2B5EF4-FFF2-40B4-BE49-F238E27FC236}">
                <a16:creationId xmlns:a16="http://schemas.microsoft.com/office/drawing/2014/main" id="{2235A376-1F23-48DB-819D-C306E9E5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28750" y="6811743"/>
            <a:ext cx="436836" cy="1986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88" name="General Harness-segment-2">
            <a:extLst xmlns:a="http://schemas.openxmlformats.org/drawingml/2006/main">
              <a:ext uri="{FF2B5EF4-FFF2-40B4-BE49-F238E27FC236}">
                <a16:creationId xmlns:a16="http://schemas.microsoft.com/office/drawing/2014/main" id="{98E78CB9-72C0-4F56-97DD-B7E13395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865586" y="5833685"/>
            <a:ext cx="436836" cy="97805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89" name="General Harness-segment-3">
            <a:extLst xmlns:a="http://schemas.openxmlformats.org/drawingml/2006/main">
              <a:ext uri="{FF2B5EF4-FFF2-40B4-BE49-F238E27FC236}">
                <a16:creationId xmlns:a16="http://schemas.microsoft.com/office/drawing/2014/main" id="{B407C953-FC19-4EF4-AF06-32A63176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302422" y="5216599"/>
            <a:ext cx="436836" cy="6170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90" name="General Harness-segment-4">
            <a:extLst xmlns:a="http://schemas.openxmlformats.org/drawingml/2006/main">
              <a:ext uri="{FF2B5EF4-FFF2-40B4-BE49-F238E27FC236}">
                <a16:creationId xmlns:a16="http://schemas.microsoft.com/office/drawing/2014/main" id="{9B01B37C-6243-4DBB-A85F-28DCFC7C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39259" y="4960486"/>
            <a:ext cx="436836" cy="2561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91" name="General Harness-segment-5">
            <a:extLst xmlns:a="http://schemas.openxmlformats.org/drawingml/2006/main">
              <a:ext uri="{FF2B5EF4-FFF2-40B4-BE49-F238E27FC236}">
                <a16:creationId xmlns:a16="http://schemas.microsoft.com/office/drawing/2014/main" id="{E897F250-33C8-4CF5-B161-34463298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76095" y="4855627"/>
            <a:ext cx="436836" cy="10485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92" name="General Harness-segment-6">
            <a:extLst xmlns:a="http://schemas.openxmlformats.org/drawingml/2006/main">
              <a:ext uri="{FF2B5EF4-FFF2-40B4-BE49-F238E27FC236}">
                <a16:creationId xmlns:a16="http://schemas.microsoft.com/office/drawing/2014/main" id="{D3324036-399D-46DB-8C5E-C577FB44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612931" y="4599514"/>
            <a:ext cx="436836" cy="2561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93" name="General Harness-segment-7">
            <a:extLst xmlns:a="http://schemas.openxmlformats.org/drawingml/2006/main">
              <a:ext uri="{FF2B5EF4-FFF2-40B4-BE49-F238E27FC236}">
                <a16:creationId xmlns:a16="http://schemas.microsoft.com/office/drawing/2014/main" id="{451F8A83-9730-48A8-B21E-5A4A2071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049767" y="4528254"/>
            <a:ext cx="436836" cy="712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94" name="General Harness-segment-8">
            <a:extLst xmlns:a="http://schemas.openxmlformats.org/drawingml/2006/main">
              <a:ext uri="{FF2B5EF4-FFF2-40B4-BE49-F238E27FC236}">
                <a16:creationId xmlns:a16="http://schemas.microsoft.com/office/drawing/2014/main" id="{99143028-21AF-4296-9102-6266B79C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603" y="4528254"/>
            <a:ext cx="4368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95" name="General Harness-segment-9">
            <a:extLst xmlns:a="http://schemas.openxmlformats.org/drawingml/2006/main">
              <a:ext uri="{FF2B5EF4-FFF2-40B4-BE49-F238E27FC236}">
                <a16:creationId xmlns:a16="http://schemas.microsoft.com/office/drawing/2014/main" id="{24F03A0C-72E7-4075-A637-E33E9BBC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923440" y="4462279"/>
            <a:ext cx="436836" cy="659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96" name="General Harness-segment-10">
            <a:extLst xmlns:a="http://schemas.openxmlformats.org/drawingml/2006/main">
              <a:ext uri="{FF2B5EF4-FFF2-40B4-BE49-F238E27FC236}">
                <a16:creationId xmlns:a16="http://schemas.microsoft.com/office/drawing/2014/main" id="{A8DC6BE2-325F-43D2-8D01-77A8DAB0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60276" y="4238542"/>
            <a:ext cx="436836" cy="2237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97" name="General Harness-segment-11">
            <a:extLst xmlns:a="http://schemas.openxmlformats.org/drawingml/2006/main">
              <a:ext uri="{FF2B5EF4-FFF2-40B4-BE49-F238E27FC236}">
                <a16:creationId xmlns:a16="http://schemas.microsoft.com/office/drawing/2014/main" id="{6DC12A8C-7CE1-4313-9B63-72BAC569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797112" y="4059891"/>
            <a:ext cx="436836" cy="17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98" name="General Harness-segment-12">
            <a:extLst xmlns:a="http://schemas.openxmlformats.org/drawingml/2006/main">
              <a:ext uri="{FF2B5EF4-FFF2-40B4-BE49-F238E27FC236}">
                <a16:creationId xmlns:a16="http://schemas.microsoft.com/office/drawing/2014/main" id="{3F580694-00BE-43C9-8F79-76C16AA9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233948" y="3982428"/>
            <a:ext cx="436836" cy="774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99" name="General Harness-segment-13">
            <a:extLst xmlns:a="http://schemas.openxmlformats.org/drawingml/2006/main">
              <a:ext uri="{FF2B5EF4-FFF2-40B4-BE49-F238E27FC236}">
                <a16:creationId xmlns:a16="http://schemas.microsoft.com/office/drawing/2014/main" id="{12784350-831C-425D-B60D-268E1DF7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670784" y="3911169"/>
            <a:ext cx="436836" cy="712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100" name="General Harness-segment-14">
            <a:extLst xmlns:a="http://schemas.openxmlformats.org/drawingml/2006/main">
              <a:ext uri="{FF2B5EF4-FFF2-40B4-BE49-F238E27FC236}">
                <a16:creationId xmlns:a16="http://schemas.microsoft.com/office/drawing/2014/main" id="{8917A2A2-4348-4753-89DC-32640AB6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7621" y="3911169"/>
            <a:ext cx="4368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101" name="General Harness-segment-15">
            <a:extLst xmlns:a="http://schemas.openxmlformats.org/drawingml/2006/main">
              <a:ext uri="{FF2B5EF4-FFF2-40B4-BE49-F238E27FC236}">
                <a16:creationId xmlns:a16="http://schemas.microsoft.com/office/drawing/2014/main" id="{C4BE719D-EF32-4ABC-A554-604180D3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544457" y="3845193"/>
            <a:ext cx="436836" cy="659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102" name="General Harness-segment-16">
            <a:extLst xmlns:a="http://schemas.openxmlformats.org/drawingml/2006/main">
              <a:ext uri="{FF2B5EF4-FFF2-40B4-BE49-F238E27FC236}">
                <a16:creationId xmlns:a16="http://schemas.microsoft.com/office/drawing/2014/main" id="{83E7A570-662E-49F6-B193-AFD47FBA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981293" y="3672342"/>
            <a:ext cx="436836" cy="1728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103" name="General Harness-segment-17">
            <a:extLst xmlns:a="http://schemas.openxmlformats.org/drawingml/2006/main">
              <a:ext uri="{FF2B5EF4-FFF2-40B4-BE49-F238E27FC236}">
                <a16:creationId xmlns:a16="http://schemas.microsoft.com/office/drawing/2014/main" id="{4D6DB165-1A05-4DD3-B943-DD5DE9DA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418129" y="3346986"/>
            <a:ext cx="436836" cy="3253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104" name="General Harness-segment-18">
            <a:extLst xmlns:a="http://schemas.openxmlformats.org/drawingml/2006/main">
              <a:ext uri="{FF2B5EF4-FFF2-40B4-BE49-F238E27FC236}">
                <a16:creationId xmlns:a16="http://schemas.microsoft.com/office/drawing/2014/main" id="{FBB98E88-E91F-4ABA-93E0-2422C26C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854966" y="3311370"/>
            <a:ext cx="436836" cy="3561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105" name="General Harness-segment-19">
            <a:extLst xmlns:a="http://schemas.openxmlformats.org/drawingml/2006/main">
              <a:ext uri="{FF2B5EF4-FFF2-40B4-BE49-F238E27FC236}">
                <a16:creationId xmlns:a16="http://schemas.microsoft.com/office/drawing/2014/main" id="{D0788BE7-1224-4153-A0C7-77D07D79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91802" y="3166685"/>
            <a:ext cx="436836" cy="1446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106" name="General Harness-segment-20">
            <a:extLst xmlns:a="http://schemas.openxmlformats.org/drawingml/2006/main">
              <a:ext uri="{FF2B5EF4-FFF2-40B4-BE49-F238E27FC236}">
                <a16:creationId xmlns:a16="http://schemas.microsoft.com/office/drawing/2014/main" id="{3D8802DA-70C1-42C5-8389-6269B5A2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728638" y="3029450"/>
            <a:ext cx="436836" cy="1372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107" name="General Harness-segment-21">
            <a:extLst xmlns:a="http://schemas.openxmlformats.org/drawingml/2006/main">
              <a:ext uri="{FF2B5EF4-FFF2-40B4-BE49-F238E27FC236}">
                <a16:creationId xmlns:a16="http://schemas.microsoft.com/office/drawing/2014/main" id="{1F13795C-4DB7-446A-99DA-4EB1FCA2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5474" y="3029450"/>
            <a:ext cx="4368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108" name="General Harness-segment-22">
            <a:extLst xmlns:a="http://schemas.openxmlformats.org/drawingml/2006/main">
              <a:ext uri="{FF2B5EF4-FFF2-40B4-BE49-F238E27FC236}">
                <a16:creationId xmlns:a16="http://schemas.microsoft.com/office/drawing/2014/main" id="{19C6DAC0-21E6-4FB7-B69C-93C42102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602310" y="2933111"/>
            <a:ext cx="436836" cy="963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109" name="General Harness-segment-23">
            <a:extLst xmlns:a="http://schemas.openxmlformats.org/drawingml/2006/main">
              <a:ext uri="{FF2B5EF4-FFF2-40B4-BE49-F238E27FC236}">
                <a16:creationId xmlns:a16="http://schemas.microsoft.com/office/drawing/2014/main" id="{052497E7-883E-41EF-934A-BEF3D129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039147" y="2899512"/>
            <a:ext cx="436836" cy="335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110" name="General Harness-segment-24">
            <a:extLst xmlns:a="http://schemas.openxmlformats.org/drawingml/2006/main">
              <a:ext uri="{FF2B5EF4-FFF2-40B4-BE49-F238E27FC236}">
                <a16:creationId xmlns:a16="http://schemas.microsoft.com/office/drawing/2014/main" id="{B46683A4-DAD8-4F5F-9F1A-7FD9A947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475983" y="2856599"/>
            <a:ext cx="436836" cy="429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111" name="General Harness-segment-25">
            <a:extLst xmlns:a="http://schemas.openxmlformats.org/drawingml/2006/main">
              <a:ext uri="{FF2B5EF4-FFF2-40B4-BE49-F238E27FC236}">
                <a16:creationId xmlns:a16="http://schemas.microsoft.com/office/drawing/2014/main" id="{A82CD1E5-90D0-45BE-AFE5-B163D9E3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912819" y="2805713"/>
            <a:ext cx="436836" cy="508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112" name="General Harness-segment-26">
            <a:extLst xmlns:a="http://schemas.openxmlformats.org/drawingml/2006/main">
              <a:ext uri="{FF2B5EF4-FFF2-40B4-BE49-F238E27FC236}">
                <a16:creationId xmlns:a16="http://schemas.microsoft.com/office/drawing/2014/main" id="{526D62AF-4511-4C5E-9E66-1A1C7550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349655" y="2635193"/>
            <a:ext cx="436836" cy="1705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113" name="General Harness-segment-27">
            <a:extLst xmlns:a="http://schemas.openxmlformats.org/drawingml/2006/main">
              <a:ext uri="{FF2B5EF4-FFF2-40B4-BE49-F238E27FC236}">
                <a16:creationId xmlns:a16="http://schemas.microsoft.com/office/drawing/2014/main" id="{13A06E51-DD45-42B3-9A4B-6A679E1F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786491" y="2557049"/>
            <a:ext cx="436836" cy="781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114" name="General Harness-segment-28">
            <a:extLst xmlns:a="http://schemas.openxmlformats.org/drawingml/2006/main">
              <a:ext uri="{FF2B5EF4-FFF2-40B4-BE49-F238E27FC236}">
                <a16:creationId xmlns:a16="http://schemas.microsoft.com/office/drawing/2014/main" id="{03489006-52E3-40E2-BFB2-6683A0A8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223328" y="2485215"/>
            <a:ext cx="436836" cy="718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115" name="General Harness-segment-29">
            <a:extLst xmlns:a="http://schemas.openxmlformats.org/drawingml/2006/main">
              <a:ext uri="{FF2B5EF4-FFF2-40B4-BE49-F238E27FC236}">
                <a16:creationId xmlns:a16="http://schemas.microsoft.com/office/drawing/2014/main" id="{9A292F0D-63FE-4E4F-AE89-09260CC6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660164" y="2375005"/>
            <a:ext cx="436836" cy="1102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67D"/>
            </a:solidFill>
            <a:prstDash val="dash"/>
          </a:ln>
        </p:spPr>
      </p:sp>
      <p:sp>
        <p:nvSpPr>
          <p:cNvPr id="116" name="General Harness-marker-0">
            <a:extLst xmlns:a="http://schemas.openxmlformats.org/drawingml/2006/main">
              <a:ext uri="{FF2B5EF4-FFF2-40B4-BE49-F238E27FC236}">
                <a16:creationId xmlns:a16="http://schemas.microsoft.com/office/drawing/2014/main" id="{7E14EC05-DA05-4959-9BCB-0CBDD367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953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2D567D"/>
            </a:solidFill>
            <a:prstDash val="solid"/>
          </a:ln>
        </p:spPr>
      </p:sp>
      <p:sp>
        <p:nvSpPr>
          <p:cNvPr id="117" name="General Harness-marker-3">
            <a:extLst xmlns:a="http://schemas.openxmlformats.org/drawingml/2006/main">
              <a:ext uri="{FF2B5EF4-FFF2-40B4-BE49-F238E27FC236}">
                <a16:creationId xmlns:a16="http://schemas.microsoft.com/office/drawing/2014/main" id="{126EFFB6-F05D-4A41-A233-2ECCB784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109" y="5159449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2D567D"/>
            </a:solidFill>
            <a:prstDash val="solid"/>
          </a:ln>
        </p:spPr>
      </p:sp>
      <p:sp>
        <p:nvSpPr>
          <p:cNvPr id="118" name="General Harness-marker-6">
            <a:extLst xmlns:a="http://schemas.openxmlformats.org/drawingml/2006/main">
              <a:ext uri="{FF2B5EF4-FFF2-40B4-BE49-F238E27FC236}">
                <a16:creationId xmlns:a16="http://schemas.microsoft.com/office/drawing/2014/main" id="{B08C80B0-58E5-4838-9815-DBF61D73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2617" y="4542364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2D567D"/>
            </a:solidFill>
            <a:prstDash val="solid"/>
          </a:ln>
        </p:spPr>
      </p:sp>
      <p:sp>
        <p:nvSpPr>
          <p:cNvPr id="119" name="General Harness-marker-9">
            <a:extLst xmlns:a="http://schemas.openxmlformats.org/drawingml/2006/main">
              <a:ext uri="{FF2B5EF4-FFF2-40B4-BE49-F238E27FC236}">
                <a16:creationId xmlns:a16="http://schemas.microsoft.com/office/drawing/2014/main" id="{94F7BCB5-B99F-4881-9735-AD040672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126" y="4405129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2D567D"/>
            </a:solidFill>
            <a:prstDash val="solid"/>
          </a:ln>
        </p:spPr>
      </p:sp>
      <p:sp>
        <p:nvSpPr>
          <p:cNvPr id="120" name="General Harness-marker-12">
            <a:extLst xmlns:a="http://schemas.openxmlformats.org/drawingml/2006/main">
              <a:ext uri="{FF2B5EF4-FFF2-40B4-BE49-F238E27FC236}">
                <a16:creationId xmlns:a16="http://schemas.microsoft.com/office/drawing/2014/main" id="{431D2CFF-FDA0-4548-8369-B4DE8106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3634" y="3925278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2D567D"/>
            </a:solidFill>
            <a:prstDash val="solid"/>
          </a:ln>
        </p:spPr>
      </p:sp>
      <p:sp>
        <p:nvSpPr>
          <p:cNvPr id="121" name="General Harness-marker-15">
            <a:extLst xmlns:a="http://schemas.openxmlformats.org/drawingml/2006/main">
              <a:ext uri="{FF2B5EF4-FFF2-40B4-BE49-F238E27FC236}">
                <a16:creationId xmlns:a16="http://schemas.microsoft.com/office/drawing/2014/main" id="{A8DFB3D4-A0D3-47FC-B909-C1FDE503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143" y="3788043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2D567D"/>
            </a:solidFill>
            <a:prstDash val="solid"/>
          </a:ln>
        </p:spPr>
      </p:sp>
      <p:sp>
        <p:nvSpPr>
          <p:cNvPr id="122" name="General Harness-marker-18">
            <a:extLst xmlns:a="http://schemas.openxmlformats.org/drawingml/2006/main">
              <a:ext uri="{FF2B5EF4-FFF2-40B4-BE49-F238E27FC236}">
                <a16:creationId xmlns:a16="http://schemas.microsoft.com/office/drawing/2014/main" id="{CB5D383F-528B-415D-AFC6-1DBD1BD5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4652" y="325422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2D567D"/>
            </a:solidFill>
            <a:prstDash val="solid"/>
          </a:ln>
        </p:spPr>
      </p:sp>
      <p:sp>
        <p:nvSpPr>
          <p:cNvPr id="123" name="General Harness-marker-21">
            <a:extLst xmlns:a="http://schemas.openxmlformats.org/drawingml/2006/main">
              <a:ext uri="{FF2B5EF4-FFF2-40B4-BE49-F238E27FC236}">
                <a16:creationId xmlns:a16="http://schemas.microsoft.com/office/drawing/2014/main" id="{73C83DA5-CAF8-459D-8363-ED82D8D2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160" y="2972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2D567D"/>
            </a:solidFill>
            <a:prstDash val="solid"/>
          </a:ln>
        </p:spPr>
      </p:sp>
      <p:sp>
        <p:nvSpPr>
          <p:cNvPr id="124" name="General Harness-marker-24">
            <a:extLst xmlns:a="http://schemas.openxmlformats.org/drawingml/2006/main">
              <a:ext uri="{FF2B5EF4-FFF2-40B4-BE49-F238E27FC236}">
                <a16:creationId xmlns:a16="http://schemas.microsoft.com/office/drawing/2014/main" id="{A9453036-1671-4F91-AB2B-1DEEA20D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5669" y="2799449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2D567D"/>
            </a:solidFill>
            <a:prstDash val="solid"/>
          </a:ln>
        </p:spPr>
      </p:sp>
      <p:sp>
        <p:nvSpPr>
          <p:cNvPr id="125" name="General Harness-marker-27">
            <a:extLst xmlns:a="http://schemas.openxmlformats.org/drawingml/2006/main">
              <a:ext uri="{FF2B5EF4-FFF2-40B4-BE49-F238E27FC236}">
                <a16:creationId xmlns:a16="http://schemas.microsoft.com/office/drawing/2014/main" id="{A1CAC53D-3B64-458C-B1BA-7A1B7AF9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6178" y="2499899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2D567D"/>
            </a:solidFill>
            <a:prstDash val="solid"/>
          </a:ln>
        </p:spPr>
      </p:sp>
      <p:sp>
        <p:nvSpPr>
          <p:cNvPr id="126" name="General Time-Series Harness-segment-1">
            <a:extLst xmlns:a="http://schemas.openxmlformats.org/drawingml/2006/main">
              <a:ext uri="{FF2B5EF4-FFF2-40B4-BE49-F238E27FC236}">
                <a16:creationId xmlns:a16="http://schemas.microsoft.com/office/drawing/2014/main" id="{AAB279CB-9F77-4A27-B2F7-F63B194C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010400"/>
            <a:ext cx="4368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27" name="General Time-Series Harness-segment-2">
            <a:extLst xmlns:a="http://schemas.openxmlformats.org/drawingml/2006/main">
              <a:ext uri="{FF2B5EF4-FFF2-40B4-BE49-F238E27FC236}">
                <a16:creationId xmlns:a16="http://schemas.microsoft.com/office/drawing/2014/main" id="{5720691A-61C3-4FD3-B875-92233446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5586" y="7010400"/>
            <a:ext cx="4368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28" name="General Time-Series Harness-segment-3">
            <a:extLst xmlns:a="http://schemas.openxmlformats.org/drawingml/2006/main">
              <a:ext uri="{FF2B5EF4-FFF2-40B4-BE49-F238E27FC236}">
                <a16:creationId xmlns:a16="http://schemas.microsoft.com/office/drawing/2014/main" id="{0A658066-8643-4EF9-822D-23177356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2422" y="7010400"/>
            <a:ext cx="4368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29" name="General Time-Series Harness-segment-4">
            <a:extLst xmlns:a="http://schemas.openxmlformats.org/drawingml/2006/main">
              <a:ext uri="{FF2B5EF4-FFF2-40B4-BE49-F238E27FC236}">
                <a16:creationId xmlns:a16="http://schemas.microsoft.com/office/drawing/2014/main" id="{7976506E-0FF4-4C50-B3B4-12F4BD22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259" y="7010400"/>
            <a:ext cx="4368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30" name="General Time-Series Harness-segment-5">
            <a:extLst xmlns:a="http://schemas.openxmlformats.org/drawingml/2006/main">
              <a:ext uri="{FF2B5EF4-FFF2-40B4-BE49-F238E27FC236}">
                <a16:creationId xmlns:a16="http://schemas.microsoft.com/office/drawing/2014/main" id="{BDF87E57-D474-4008-82A2-4C23F791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6095" y="7010400"/>
            <a:ext cx="4368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31" name="General Time-Series Harness-segment-6">
            <a:extLst xmlns:a="http://schemas.openxmlformats.org/drawingml/2006/main">
              <a:ext uri="{FF2B5EF4-FFF2-40B4-BE49-F238E27FC236}">
                <a16:creationId xmlns:a16="http://schemas.microsoft.com/office/drawing/2014/main" id="{BF4D5C6B-7F0A-4C94-8388-F9AAABAD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612931" y="6194657"/>
            <a:ext cx="436836" cy="81574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32" name="General Time-Series Harness-segment-7">
            <a:extLst xmlns:a="http://schemas.openxmlformats.org/drawingml/2006/main">
              <a:ext uri="{FF2B5EF4-FFF2-40B4-BE49-F238E27FC236}">
                <a16:creationId xmlns:a16="http://schemas.microsoft.com/office/drawing/2014/main" id="{F3B0C825-6E99-46FA-A68C-9695D6D3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9767" y="6194657"/>
            <a:ext cx="4368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33" name="General Time-Series Harness-segment-8">
            <a:extLst xmlns:a="http://schemas.openxmlformats.org/drawingml/2006/main">
              <a:ext uri="{FF2B5EF4-FFF2-40B4-BE49-F238E27FC236}">
                <a16:creationId xmlns:a16="http://schemas.microsoft.com/office/drawing/2014/main" id="{B4CBA0AA-E14B-4D7D-8ECA-AE86D4A9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603" y="6194657"/>
            <a:ext cx="4368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34" name="General Time-Series Harness-segment-9">
            <a:extLst xmlns:a="http://schemas.openxmlformats.org/drawingml/2006/main">
              <a:ext uri="{FF2B5EF4-FFF2-40B4-BE49-F238E27FC236}">
                <a16:creationId xmlns:a16="http://schemas.microsoft.com/office/drawing/2014/main" id="{34DB3A6A-ACCF-4C22-B3A2-265EC92A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3440" y="6194657"/>
            <a:ext cx="4368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35" name="General Time-Series Harness-segment-10">
            <a:extLst xmlns:a="http://schemas.openxmlformats.org/drawingml/2006/main">
              <a:ext uri="{FF2B5EF4-FFF2-40B4-BE49-F238E27FC236}">
                <a16:creationId xmlns:a16="http://schemas.microsoft.com/office/drawing/2014/main" id="{B94EB28B-4DDF-433A-A2DC-1E56793D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276" y="6194657"/>
            <a:ext cx="4368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36" name="General Time-Series Harness-segment-11">
            <a:extLst xmlns:a="http://schemas.openxmlformats.org/drawingml/2006/main">
              <a:ext uri="{FF2B5EF4-FFF2-40B4-BE49-F238E27FC236}">
                <a16:creationId xmlns:a16="http://schemas.microsoft.com/office/drawing/2014/main" id="{79CEC743-490A-497A-8067-4F19DCD3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797112" y="5577571"/>
            <a:ext cx="436836" cy="6170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37" name="General Time-Series Harness-segment-12">
            <a:extLst xmlns:a="http://schemas.openxmlformats.org/drawingml/2006/main">
              <a:ext uri="{FF2B5EF4-FFF2-40B4-BE49-F238E27FC236}">
                <a16:creationId xmlns:a16="http://schemas.microsoft.com/office/drawing/2014/main" id="{83E31A27-DC79-444F-8733-57615B2D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233948" y="4960486"/>
            <a:ext cx="436836" cy="6170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38" name="General Time-Series Harness-segment-13">
            <a:extLst xmlns:a="http://schemas.openxmlformats.org/drawingml/2006/main">
              <a:ext uri="{FF2B5EF4-FFF2-40B4-BE49-F238E27FC236}">
                <a16:creationId xmlns:a16="http://schemas.microsoft.com/office/drawing/2014/main" id="{A8EFC0B9-AF5C-41ED-B175-6B8377D6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0784" y="4960486"/>
            <a:ext cx="4368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39" name="General Time-Series Harness-segment-14">
            <a:extLst xmlns:a="http://schemas.openxmlformats.org/drawingml/2006/main">
              <a:ext uri="{FF2B5EF4-FFF2-40B4-BE49-F238E27FC236}">
                <a16:creationId xmlns:a16="http://schemas.microsoft.com/office/drawing/2014/main" id="{5834D549-A2D1-4464-86FD-F6731143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107621" y="4761828"/>
            <a:ext cx="436836" cy="1986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40" name="General Time-Series Harness-segment-15">
            <a:extLst xmlns:a="http://schemas.openxmlformats.org/drawingml/2006/main">
              <a:ext uri="{FF2B5EF4-FFF2-40B4-BE49-F238E27FC236}">
                <a16:creationId xmlns:a16="http://schemas.microsoft.com/office/drawing/2014/main" id="{503EBB8B-2B38-476F-9BAE-CE9FA885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457" y="4761828"/>
            <a:ext cx="4368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41" name="General Time-Series Harness-segment-16">
            <a:extLst xmlns:a="http://schemas.openxmlformats.org/drawingml/2006/main">
              <a:ext uri="{FF2B5EF4-FFF2-40B4-BE49-F238E27FC236}">
                <a16:creationId xmlns:a16="http://schemas.microsoft.com/office/drawing/2014/main" id="{F9562DB4-F39F-488C-AF67-13AE4AAF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293" y="4761828"/>
            <a:ext cx="4368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42" name="General Time-Series Harness-segment-17">
            <a:extLst xmlns:a="http://schemas.openxmlformats.org/drawingml/2006/main">
              <a:ext uri="{FF2B5EF4-FFF2-40B4-BE49-F238E27FC236}">
                <a16:creationId xmlns:a16="http://schemas.microsoft.com/office/drawing/2014/main" id="{256688B2-0696-4ADC-AB5F-6D1D5CB5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418129" y="4343400"/>
            <a:ext cx="436836" cy="4184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43" name="General Time-Series Harness-segment-18">
            <a:extLst xmlns:a="http://schemas.openxmlformats.org/drawingml/2006/main">
              <a:ext uri="{FF2B5EF4-FFF2-40B4-BE49-F238E27FC236}">
                <a16:creationId xmlns:a16="http://schemas.microsoft.com/office/drawing/2014/main" id="{51250F1B-E294-4827-A43A-4C8281A2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854966" y="4101307"/>
            <a:ext cx="436836" cy="2420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44" name="General Time-Series Harness-segment-19">
            <a:extLst xmlns:a="http://schemas.openxmlformats.org/drawingml/2006/main">
              <a:ext uri="{FF2B5EF4-FFF2-40B4-BE49-F238E27FC236}">
                <a16:creationId xmlns:a16="http://schemas.microsoft.com/office/drawing/2014/main" id="{0EE0F4CC-6A00-47CD-B34B-06B13A87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91802" y="4020317"/>
            <a:ext cx="436836" cy="8098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45" name="General Time-Series Harness-segment-20">
            <a:extLst xmlns:a="http://schemas.openxmlformats.org/drawingml/2006/main">
              <a:ext uri="{FF2B5EF4-FFF2-40B4-BE49-F238E27FC236}">
                <a16:creationId xmlns:a16="http://schemas.microsoft.com/office/drawing/2014/main" id="{A994A044-5EA8-4B42-B81B-0527D69B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638" y="4020317"/>
            <a:ext cx="4368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46" name="General Time-Series Harness-segment-21">
            <a:extLst xmlns:a="http://schemas.openxmlformats.org/drawingml/2006/main">
              <a:ext uri="{FF2B5EF4-FFF2-40B4-BE49-F238E27FC236}">
                <a16:creationId xmlns:a16="http://schemas.microsoft.com/office/drawing/2014/main" id="{A4A7E56D-E964-48DC-9A70-D79FD97E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5474" y="4020317"/>
            <a:ext cx="4368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47" name="General Time-Series Harness-segment-22">
            <a:extLst xmlns:a="http://schemas.openxmlformats.org/drawingml/2006/main">
              <a:ext uri="{FF2B5EF4-FFF2-40B4-BE49-F238E27FC236}">
                <a16:creationId xmlns:a16="http://schemas.microsoft.com/office/drawing/2014/main" id="{B99BA0AC-C85F-4AC6-8F98-12AECF77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2310" y="4020317"/>
            <a:ext cx="4368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48" name="General Time-Series Harness-segment-23">
            <a:extLst xmlns:a="http://schemas.openxmlformats.org/drawingml/2006/main">
              <a:ext uri="{FF2B5EF4-FFF2-40B4-BE49-F238E27FC236}">
                <a16:creationId xmlns:a16="http://schemas.microsoft.com/office/drawing/2014/main" id="{4623AB33-A658-4380-A89D-65B3BFFC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147" y="4020317"/>
            <a:ext cx="4368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49" name="General Time-Series Harness-segment-24">
            <a:extLst xmlns:a="http://schemas.openxmlformats.org/drawingml/2006/main">
              <a:ext uri="{FF2B5EF4-FFF2-40B4-BE49-F238E27FC236}">
                <a16:creationId xmlns:a16="http://schemas.microsoft.com/office/drawing/2014/main" id="{5AE2E608-D48D-4064-AA6F-FD82E68A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475983" y="3911169"/>
            <a:ext cx="436836" cy="10914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50" name="General Time-Series Harness-segment-25">
            <a:extLst xmlns:a="http://schemas.openxmlformats.org/drawingml/2006/main">
              <a:ext uri="{FF2B5EF4-FFF2-40B4-BE49-F238E27FC236}">
                <a16:creationId xmlns:a16="http://schemas.microsoft.com/office/drawing/2014/main" id="{D66811AD-86B7-4FBE-8E95-E16DEA97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2819" y="3911169"/>
            <a:ext cx="4368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51" name="General Time-Series Harness-segment-26">
            <a:extLst xmlns:a="http://schemas.openxmlformats.org/drawingml/2006/main">
              <a:ext uri="{FF2B5EF4-FFF2-40B4-BE49-F238E27FC236}">
                <a16:creationId xmlns:a16="http://schemas.microsoft.com/office/drawing/2014/main" id="{F47FFAA7-F233-4654-8721-74FD333E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349655" y="3783771"/>
            <a:ext cx="436836" cy="12739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52" name="General Time-Series Harness-segment-27">
            <a:extLst xmlns:a="http://schemas.openxmlformats.org/drawingml/2006/main">
              <a:ext uri="{FF2B5EF4-FFF2-40B4-BE49-F238E27FC236}">
                <a16:creationId xmlns:a16="http://schemas.microsoft.com/office/drawing/2014/main" id="{46DCA193-433E-4C9F-A151-40F2802B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786491" y="3698919"/>
            <a:ext cx="436836" cy="848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53" name="General Time-Series Harness-segment-28">
            <a:extLst xmlns:a="http://schemas.openxmlformats.org/drawingml/2006/main">
              <a:ext uri="{FF2B5EF4-FFF2-40B4-BE49-F238E27FC236}">
                <a16:creationId xmlns:a16="http://schemas.microsoft.com/office/drawing/2014/main" id="{B685B524-A06E-4D6E-A5DE-A71BC333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223328" y="3672342"/>
            <a:ext cx="436836" cy="265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54" name="General Time-Series Harness-segment-29">
            <a:extLst xmlns:a="http://schemas.openxmlformats.org/drawingml/2006/main">
              <a:ext uri="{FF2B5EF4-FFF2-40B4-BE49-F238E27FC236}">
                <a16:creationId xmlns:a16="http://schemas.microsoft.com/office/drawing/2014/main" id="{82920309-FBE1-4C70-AB29-CC516EE7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660164" y="3550197"/>
            <a:ext cx="436836" cy="1221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155" name="General Time-Series Harness-marker-0">
            <a:extLst xmlns:a="http://schemas.openxmlformats.org/drawingml/2006/main">
              <a:ext uri="{FF2B5EF4-FFF2-40B4-BE49-F238E27FC236}">
                <a16:creationId xmlns:a16="http://schemas.microsoft.com/office/drawing/2014/main" id="{D78CD6FF-D9B8-44D6-9CC5-111ADD3E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972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56" name="General Time-Series Harness-marker-1">
            <a:extLst xmlns:a="http://schemas.openxmlformats.org/drawingml/2006/main">
              <a:ext uri="{FF2B5EF4-FFF2-40B4-BE49-F238E27FC236}">
                <a16:creationId xmlns:a16="http://schemas.microsoft.com/office/drawing/2014/main" id="{9A63BD16-27EF-4B59-9471-C50C299E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7486" y="6972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57" name="General Time-Series Harness-marker-2">
            <a:extLst xmlns:a="http://schemas.openxmlformats.org/drawingml/2006/main">
              <a:ext uri="{FF2B5EF4-FFF2-40B4-BE49-F238E27FC236}">
                <a16:creationId xmlns:a16="http://schemas.microsoft.com/office/drawing/2014/main" id="{3F9A6E09-08B2-41FB-87C1-8D4E0A3E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4322" y="6972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58" name="General Time-Series Harness-marker-3">
            <a:extLst xmlns:a="http://schemas.openxmlformats.org/drawingml/2006/main">
              <a:ext uri="{FF2B5EF4-FFF2-40B4-BE49-F238E27FC236}">
                <a16:creationId xmlns:a16="http://schemas.microsoft.com/office/drawing/2014/main" id="{7C42DE7B-501F-44B6-AA04-5FD69A24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159" y="6972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59" name="General Time-Series Harness-marker-4">
            <a:extLst xmlns:a="http://schemas.openxmlformats.org/drawingml/2006/main">
              <a:ext uri="{FF2B5EF4-FFF2-40B4-BE49-F238E27FC236}">
                <a16:creationId xmlns:a16="http://schemas.microsoft.com/office/drawing/2014/main" id="{A0068F5E-F390-4AEA-A7A1-D403545E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7995" y="6972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60" name="General Time-Series Harness-marker-5">
            <a:extLst xmlns:a="http://schemas.openxmlformats.org/drawingml/2006/main">
              <a:ext uri="{FF2B5EF4-FFF2-40B4-BE49-F238E27FC236}">
                <a16:creationId xmlns:a16="http://schemas.microsoft.com/office/drawing/2014/main" id="{92DE93FF-A61E-4612-916B-ED1059A7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4831" y="6972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61" name="General Time-Series Harness-marker-6">
            <a:extLst xmlns:a="http://schemas.openxmlformats.org/drawingml/2006/main">
              <a:ext uri="{FF2B5EF4-FFF2-40B4-BE49-F238E27FC236}">
                <a16:creationId xmlns:a16="http://schemas.microsoft.com/office/drawing/2014/main" id="{79B7A7AE-5B29-43F5-B950-E6E4A3B2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1667" y="615655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62" name="General Time-Series Harness-marker-7">
            <a:extLst xmlns:a="http://schemas.openxmlformats.org/drawingml/2006/main">
              <a:ext uri="{FF2B5EF4-FFF2-40B4-BE49-F238E27FC236}">
                <a16:creationId xmlns:a16="http://schemas.microsoft.com/office/drawing/2014/main" id="{3F1F1D8B-03F3-4741-81D8-618EC27D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503" y="615655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63" name="General Time-Series Harness-marker-8">
            <a:extLst xmlns:a="http://schemas.openxmlformats.org/drawingml/2006/main">
              <a:ext uri="{FF2B5EF4-FFF2-40B4-BE49-F238E27FC236}">
                <a16:creationId xmlns:a16="http://schemas.microsoft.com/office/drawing/2014/main" id="{18425236-46FA-4442-AEF0-98EBDFA4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5340" y="615655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64" name="General Time-Series Harness-marker-9">
            <a:extLst xmlns:a="http://schemas.openxmlformats.org/drawingml/2006/main">
              <a:ext uri="{FF2B5EF4-FFF2-40B4-BE49-F238E27FC236}">
                <a16:creationId xmlns:a16="http://schemas.microsoft.com/office/drawing/2014/main" id="{73A222E8-30B2-4DF2-9148-32561161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176" y="615655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65" name="General Time-Series Harness-marker-10">
            <a:extLst xmlns:a="http://schemas.openxmlformats.org/drawingml/2006/main">
              <a:ext uri="{FF2B5EF4-FFF2-40B4-BE49-F238E27FC236}">
                <a16:creationId xmlns:a16="http://schemas.microsoft.com/office/drawing/2014/main" id="{BEFB6E48-8559-46AD-975C-CC2E41BB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012" y="615655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66" name="General Time-Series Harness-marker-11">
            <a:extLst xmlns:a="http://schemas.openxmlformats.org/drawingml/2006/main">
              <a:ext uri="{FF2B5EF4-FFF2-40B4-BE49-F238E27FC236}">
                <a16:creationId xmlns:a16="http://schemas.microsoft.com/office/drawing/2014/main" id="{901D2B93-B0ED-47C3-AD46-FAE10CC7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848" y="553947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67" name="General Time-Series Harness-marker-12">
            <a:extLst xmlns:a="http://schemas.openxmlformats.org/drawingml/2006/main">
              <a:ext uri="{FF2B5EF4-FFF2-40B4-BE49-F238E27FC236}">
                <a16:creationId xmlns:a16="http://schemas.microsoft.com/office/drawing/2014/main" id="{D5549E5E-7B6E-4D35-B9E6-8A0BEF29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2684" y="492238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68" name="General Time-Series Harness-marker-13">
            <a:extLst xmlns:a="http://schemas.openxmlformats.org/drawingml/2006/main">
              <a:ext uri="{FF2B5EF4-FFF2-40B4-BE49-F238E27FC236}">
                <a16:creationId xmlns:a16="http://schemas.microsoft.com/office/drawing/2014/main" id="{2C0BC302-7141-4676-BFA7-AFB181B6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9521" y="492238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69" name="General Time-Series Harness-marker-14">
            <a:extLst xmlns:a="http://schemas.openxmlformats.org/drawingml/2006/main">
              <a:ext uri="{FF2B5EF4-FFF2-40B4-BE49-F238E27FC236}">
                <a16:creationId xmlns:a16="http://schemas.microsoft.com/office/drawing/2014/main" id="{B647583A-ED1C-4288-A83A-44484A08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6357" y="472372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70" name="General Time-Series Harness-marker-15">
            <a:extLst xmlns:a="http://schemas.openxmlformats.org/drawingml/2006/main">
              <a:ext uri="{FF2B5EF4-FFF2-40B4-BE49-F238E27FC236}">
                <a16:creationId xmlns:a16="http://schemas.microsoft.com/office/drawing/2014/main" id="{5BA581DB-9D2F-437B-ABDB-E2F79634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193" y="472372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71" name="General Time-Series Harness-marker-16">
            <a:extLst xmlns:a="http://schemas.openxmlformats.org/drawingml/2006/main">
              <a:ext uri="{FF2B5EF4-FFF2-40B4-BE49-F238E27FC236}">
                <a16:creationId xmlns:a16="http://schemas.microsoft.com/office/drawing/2014/main" id="{8C9A7A25-7C5F-4954-ADA2-456F8611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029" y="472372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72" name="General Time-Series Harness-marker-17">
            <a:extLst xmlns:a="http://schemas.openxmlformats.org/drawingml/2006/main">
              <a:ext uri="{FF2B5EF4-FFF2-40B4-BE49-F238E27FC236}">
                <a16:creationId xmlns:a16="http://schemas.microsoft.com/office/drawing/2014/main" id="{7B7F2CB8-C72F-465F-B988-519646E8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6866" y="4305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73" name="General Time-Series Harness-marker-18">
            <a:extLst xmlns:a="http://schemas.openxmlformats.org/drawingml/2006/main">
              <a:ext uri="{FF2B5EF4-FFF2-40B4-BE49-F238E27FC236}">
                <a16:creationId xmlns:a16="http://schemas.microsoft.com/office/drawing/2014/main" id="{89FAE565-8E36-46C6-BAB3-1EBE1A55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02" y="406320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74" name="General Time-Series Harness-marker-19">
            <a:extLst xmlns:a="http://schemas.openxmlformats.org/drawingml/2006/main">
              <a:ext uri="{FF2B5EF4-FFF2-40B4-BE49-F238E27FC236}">
                <a16:creationId xmlns:a16="http://schemas.microsoft.com/office/drawing/2014/main" id="{028DEEC4-070A-42E1-866A-FD0A794D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0538" y="398221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75" name="General Time-Series Harness-marker-20">
            <a:extLst xmlns:a="http://schemas.openxmlformats.org/drawingml/2006/main">
              <a:ext uri="{FF2B5EF4-FFF2-40B4-BE49-F238E27FC236}">
                <a16:creationId xmlns:a16="http://schemas.microsoft.com/office/drawing/2014/main" id="{48FE4F05-6227-4D73-8D23-EC065DFC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7374" y="398221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76" name="General Time-Series Harness-marker-21">
            <a:extLst xmlns:a="http://schemas.openxmlformats.org/drawingml/2006/main">
              <a:ext uri="{FF2B5EF4-FFF2-40B4-BE49-F238E27FC236}">
                <a16:creationId xmlns:a16="http://schemas.microsoft.com/office/drawing/2014/main" id="{415A0BF7-451E-42EF-94C2-D314027E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4210" y="398221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77" name="General Time-Series Harness-marker-22">
            <a:extLst xmlns:a="http://schemas.openxmlformats.org/drawingml/2006/main">
              <a:ext uri="{FF2B5EF4-FFF2-40B4-BE49-F238E27FC236}">
                <a16:creationId xmlns:a16="http://schemas.microsoft.com/office/drawing/2014/main" id="{816627D4-3872-49D8-AAB6-4BF7BAAD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047" y="398221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78" name="General Time-Series Harness-marker-23">
            <a:extLst xmlns:a="http://schemas.openxmlformats.org/drawingml/2006/main">
              <a:ext uri="{FF2B5EF4-FFF2-40B4-BE49-F238E27FC236}">
                <a16:creationId xmlns:a16="http://schemas.microsoft.com/office/drawing/2014/main" id="{A665BEB7-44E4-48AD-823F-AC4BC386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7883" y="398221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79" name="General Time-Series Harness-marker-24">
            <a:extLst xmlns:a="http://schemas.openxmlformats.org/drawingml/2006/main">
              <a:ext uri="{FF2B5EF4-FFF2-40B4-BE49-F238E27FC236}">
                <a16:creationId xmlns:a16="http://schemas.microsoft.com/office/drawing/2014/main" id="{271710E1-EFC0-4F40-AA47-FBAAB7A2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4719" y="387306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80" name="General Time-Series Harness-marker-25">
            <a:extLst xmlns:a="http://schemas.openxmlformats.org/drawingml/2006/main">
              <a:ext uri="{FF2B5EF4-FFF2-40B4-BE49-F238E27FC236}">
                <a16:creationId xmlns:a16="http://schemas.microsoft.com/office/drawing/2014/main" id="{9C460D31-1CCF-492F-A9D5-EEF0FCC3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1555" y="387306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81" name="General Time-Series Harness-marker-26">
            <a:extLst xmlns:a="http://schemas.openxmlformats.org/drawingml/2006/main">
              <a:ext uri="{FF2B5EF4-FFF2-40B4-BE49-F238E27FC236}">
                <a16:creationId xmlns:a16="http://schemas.microsoft.com/office/drawing/2014/main" id="{2458CA7F-7A9B-487D-B99B-B6FECCDC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8391" y="374567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82" name="General Time-Series Harness-marker-27">
            <a:extLst xmlns:a="http://schemas.openxmlformats.org/drawingml/2006/main">
              <a:ext uri="{FF2B5EF4-FFF2-40B4-BE49-F238E27FC236}">
                <a16:creationId xmlns:a16="http://schemas.microsoft.com/office/drawing/2014/main" id="{32498E69-8A96-4E41-AC82-687B434C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5228" y="366081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83" name="General Time-Series Harness-marker-28">
            <a:extLst xmlns:a="http://schemas.openxmlformats.org/drawingml/2006/main">
              <a:ext uri="{FF2B5EF4-FFF2-40B4-BE49-F238E27FC236}">
                <a16:creationId xmlns:a16="http://schemas.microsoft.com/office/drawing/2014/main" id="{6DAC2CD7-365D-4FDE-89DA-9F7C24E1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2064" y="363424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84" name="General Time-Series Harness-marker-29">
            <a:extLst xmlns:a="http://schemas.openxmlformats.org/drawingml/2006/main">
              <a:ext uri="{FF2B5EF4-FFF2-40B4-BE49-F238E27FC236}">
                <a16:creationId xmlns:a16="http://schemas.microsoft.com/office/drawing/2014/main" id="{49685E04-3C47-41E2-AC03-44156BEE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351209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324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185" name="Task-Specific Harness-segment-1">
            <a:extLst xmlns:a="http://schemas.openxmlformats.org/drawingml/2006/main">
              <a:ext uri="{FF2B5EF4-FFF2-40B4-BE49-F238E27FC236}">
                <a16:creationId xmlns:a16="http://schemas.microsoft.com/office/drawing/2014/main" id="{F47C373A-0074-410F-8B1D-785F9A79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28750" y="4101307"/>
            <a:ext cx="436836" cy="11152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186" name="Task-Specific Harness-segment-2">
            <a:extLst xmlns:a="http://schemas.openxmlformats.org/drawingml/2006/main">
              <a:ext uri="{FF2B5EF4-FFF2-40B4-BE49-F238E27FC236}">
                <a16:creationId xmlns:a16="http://schemas.microsoft.com/office/drawing/2014/main" id="{2D3B215D-67E5-4B3C-ADA4-3EB2B7F3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865586" y="3845193"/>
            <a:ext cx="436836" cy="2561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187" name="Task-Specific Harness-segment-3">
            <a:extLst xmlns:a="http://schemas.openxmlformats.org/drawingml/2006/main">
              <a:ext uri="{FF2B5EF4-FFF2-40B4-BE49-F238E27FC236}">
                <a16:creationId xmlns:a16="http://schemas.microsoft.com/office/drawing/2014/main" id="{3B3539EF-3244-4076-A879-C9A95170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2422" y="3845193"/>
            <a:ext cx="4368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188" name="Task-Specific Harness-segment-4">
            <a:extLst xmlns:a="http://schemas.openxmlformats.org/drawingml/2006/main">
              <a:ext uri="{FF2B5EF4-FFF2-40B4-BE49-F238E27FC236}">
                <a16:creationId xmlns:a16="http://schemas.microsoft.com/office/drawing/2014/main" id="{A809EFA3-AB1E-4458-8FF6-47363B00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39259" y="3726314"/>
            <a:ext cx="436836" cy="1188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189" name="Task-Specific Harness-segment-5">
            <a:extLst xmlns:a="http://schemas.openxmlformats.org/drawingml/2006/main">
              <a:ext uri="{FF2B5EF4-FFF2-40B4-BE49-F238E27FC236}">
                <a16:creationId xmlns:a16="http://schemas.microsoft.com/office/drawing/2014/main" id="{24E409B3-B2AA-4A78-8576-AFF7DDCA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76095" y="3597064"/>
            <a:ext cx="436836" cy="1292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190" name="Task-Specific Harness-segment-6">
            <a:extLst xmlns:a="http://schemas.openxmlformats.org/drawingml/2006/main">
              <a:ext uri="{FF2B5EF4-FFF2-40B4-BE49-F238E27FC236}">
                <a16:creationId xmlns:a16="http://schemas.microsoft.com/office/drawing/2014/main" id="{70C2C79E-7E94-4E2E-AB23-835BD49B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2931" y="3597064"/>
            <a:ext cx="4368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191" name="Task-Specific Harness-segment-7">
            <a:extLst xmlns:a="http://schemas.openxmlformats.org/drawingml/2006/main">
              <a:ext uri="{FF2B5EF4-FFF2-40B4-BE49-F238E27FC236}">
                <a16:creationId xmlns:a16="http://schemas.microsoft.com/office/drawing/2014/main" id="{7DD964EF-A858-4CB2-B2DA-394EC56A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049767" y="3346986"/>
            <a:ext cx="436836" cy="2500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192" name="Task-Specific Harness-segment-8">
            <a:extLst xmlns:a="http://schemas.openxmlformats.org/drawingml/2006/main">
              <a:ext uri="{FF2B5EF4-FFF2-40B4-BE49-F238E27FC236}">
                <a16:creationId xmlns:a16="http://schemas.microsoft.com/office/drawing/2014/main" id="{15646AD0-0072-4253-BB3F-09B715AE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486603" y="3228107"/>
            <a:ext cx="436836" cy="1188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193" name="Task-Specific Harness-segment-9">
            <a:extLst xmlns:a="http://schemas.openxmlformats.org/drawingml/2006/main">
              <a:ext uri="{FF2B5EF4-FFF2-40B4-BE49-F238E27FC236}">
                <a16:creationId xmlns:a16="http://schemas.microsoft.com/office/drawing/2014/main" id="{C46B8890-DE74-4CA9-B12F-B294F75C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923440" y="3095426"/>
            <a:ext cx="436836" cy="132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194" name="Task-Specific Harness-segment-10">
            <a:extLst xmlns:a="http://schemas.openxmlformats.org/drawingml/2006/main">
              <a:ext uri="{FF2B5EF4-FFF2-40B4-BE49-F238E27FC236}">
                <a16:creationId xmlns:a16="http://schemas.microsoft.com/office/drawing/2014/main" id="{84EDF94E-FDFC-4E72-837D-591B4274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60276" y="2825720"/>
            <a:ext cx="436836" cy="2697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195" name="Task-Specific Harness-segment-11">
            <a:extLst xmlns:a="http://schemas.openxmlformats.org/drawingml/2006/main">
              <a:ext uri="{FF2B5EF4-FFF2-40B4-BE49-F238E27FC236}">
                <a16:creationId xmlns:a16="http://schemas.microsoft.com/office/drawing/2014/main" id="{CABE8256-D81E-493A-9D3E-4A0D3241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797112" y="2748257"/>
            <a:ext cx="436836" cy="774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196" name="Task-Specific Harness-segment-12">
            <a:extLst xmlns:a="http://schemas.openxmlformats.org/drawingml/2006/main">
              <a:ext uri="{FF2B5EF4-FFF2-40B4-BE49-F238E27FC236}">
                <a16:creationId xmlns:a16="http://schemas.microsoft.com/office/drawing/2014/main" id="{00B7C09A-5EE5-4C0B-8784-9C84DF51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233948" y="2542211"/>
            <a:ext cx="436836" cy="2060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197" name="Task-Specific Harness-segment-13">
            <a:extLst xmlns:a="http://schemas.openxmlformats.org/drawingml/2006/main">
              <a:ext uri="{FF2B5EF4-FFF2-40B4-BE49-F238E27FC236}">
                <a16:creationId xmlns:a16="http://schemas.microsoft.com/office/drawing/2014/main" id="{7FF7196C-A865-4851-8B9B-604E87AA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670784" y="2444741"/>
            <a:ext cx="436836" cy="974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198" name="Task-Specific Harness-segment-14">
            <a:extLst xmlns:a="http://schemas.openxmlformats.org/drawingml/2006/main">
              <a:ext uri="{FF2B5EF4-FFF2-40B4-BE49-F238E27FC236}">
                <a16:creationId xmlns:a16="http://schemas.microsoft.com/office/drawing/2014/main" id="{7DB12991-110A-45C4-B1C4-EDFF78E3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7621" y="2444741"/>
            <a:ext cx="4368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199" name="Task-Specific Harness-segment-15">
            <a:extLst xmlns:a="http://schemas.openxmlformats.org/drawingml/2006/main">
              <a:ext uri="{FF2B5EF4-FFF2-40B4-BE49-F238E27FC236}">
                <a16:creationId xmlns:a16="http://schemas.microsoft.com/office/drawing/2014/main" id="{1BCB877A-A551-4A8D-AF1D-B5DD9BDA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544457" y="2271503"/>
            <a:ext cx="436836" cy="1732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200" name="Task-Specific Harness-segment-16">
            <a:extLst xmlns:a="http://schemas.openxmlformats.org/drawingml/2006/main">
              <a:ext uri="{FF2B5EF4-FFF2-40B4-BE49-F238E27FC236}">
                <a16:creationId xmlns:a16="http://schemas.microsoft.com/office/drawing/2014/main" id="{E32B3A5A-2027-4D25-A61B-94C7FC5A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981293" y="2131171"/>
            <a:ext cx="436836" cy="1403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201" name="Task-Specific Harness-segment-17">
            <a:extLst xmlns:a="http://schemas.openxmlformats.org/drawingml/2006/main">
              <a:ext uri="{FF2B5EF4-FFF2-40B4-BE49-F238E27FC236}">
                <a16:creationId xmlns:a16="http://schemas.microsoft.com/office/drawing/2014/main" id="{2A754F42-9490-40CB-8725-FF2198FE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418129" y="1974282"/>
            <a:ext cx="436836" cy="15688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202" name="Task-Specific Harness-segment-18">
            <a:extLst xmlns:a="http://schemas.openxmlformats.org/drawingml/2006/main">
              <a:ext uri="{FF2B5EF4-FFF2-40B4-BE49-F238E27FC236}">
                <a16:creationId xmlns:a16="http://schemas.microsoft.com/office/drawing/2014/main" id="{CF68C8AE-B604-4AFC-AB92-CAE0A976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854966" y="1955053"/>
            <a:ext cx="436836" cy="192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203" name="Task-Specific Harness-segment-19">
            <a:extLst xmlns:a="http://schemas.openxmlformats.org/drawingml/2006/main">
              <a:ext uri="{FF2B5EF4-FFF2-40B4-BE49-F238E27FC236}">
                <a16:creationId xmlns:a16="http://schemas.microsoft.com/office/drawing/2014/main" id="{153D9AD4-386D-4DC6-BDDB-DCFE8D5C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91802" y="1861254"/>
            <a:ext cx="436836" cy="937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204" name="Task-Specific Harness-segment-20">
            <a:extLst xmlns:a="http://schemas.openxmlformats.org/drawingml/2006/main">
              <a:ext uri="{FF2B5EF4-FFF2-40B4-BE49-F238E27FC236}">
                <a16:creationId xmlns:a16="http://schemas.microsoft.com/office/drawing/2014/main" id="{83B6DD2A-5ED8-4E1C-9357-E72EAA3A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728638" y="1739811"/>
            <a:ext cx="436836" cy="12144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205" name="Task-Specific Harness-segment-21">
            <a:extLst xmlns:a="http://schemas.openxmlformats.org/drawingml/2006/main">
              <a:ext uri="{FF2B5EF4-FFF2-40B4-BE49-F238E27FC236}">
                <a16:creationId xmlns:a16="http://schemas.microsoft.com/office/drawing/2014/main" id="{AD43968C-8A8C-4C34-9B6E-F7FB5C9A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165474" y="1710427"/>
            <a:ext cx="436836" cy="293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206" name="Task-Specific Harness-segment-22">
            <a:extLst xmlns:a="http://schemas.openxmlformats.org/drawingml/2006/main">
              <a:ext uri="{FF2B5EF4-FFF2-40B4-BE49-F238E27FC236}">
                <a16:creationId xmlns:a16="http://schemas.microsoft.com/office/drawing/2014/main" id="{5EE7BB46-3621-40E5-A8A6-39A2F82D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602310" y="1596621"/>
            <a:ext cx="436836" cy="1138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207" name="Task-Specific Harness-segment-23">
            <a:extLst xmlns:a="http://schemas.openxmlformats.org/drawingml/2006/main">
              <a:ext uri="{FF2B5EF4-FFF2-40B4-BE49-F238E27FC236}">
                <a16:creationId xmlns:a16="http://schemas.microsoft.com/office/drawing/2014/main" id="{D9CF977F-1BF9-469B-896F-890B56C4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039147" y="1462298"/>
            <a:ext cx="436836" cy="1343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208" name="Task-Specific Harness-segment-24">
            <a:extLst xmlns:a="http://schemas.openxmlformats.org/drawingml/2006/main">
              <a:ext uri="{FF2B5EF4-FFF2-40B4-BE49-F238E27FC236}">
                <a16:creationId xmlns:a16="http://schemas.microsoft.com/office/drawing/2014/main" id="{9FF84155-67C6-4BEF-A140-1091CB8C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475983" y="1427970"/>
            <a:ext cx="436836" cy="343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209" name="Task-Specific Harness-segment-25">
            <a:extLst xmlns:a="http://schemas.openxmlformats.org/drawingml/2006/main">
              <a:ext uri="{FF2B5EF4-FFF2-40B4-BE49-F238E27FC236}">
                <a16:creationId xmlns:a16="http://schemas.microsoft.com/office/drawing/2014/main" id="{59F6C391-B956-4E0F-8AA7-28A7611B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912819" y="1380833"/>
            <a:ext cx="436836" cy="471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210" name="Task-Specific Harness-segment-26">
            <a:extLst xmlns:a="http://schemas.openxmlformats.org/drawingml/2006/main">
              <a:ext uri="{FF2B5EF4-FFF2-40B4-BE49-F238E27FC236}">
                <a16:creationId xmlns:a16="http://schemas.microsoft.com/office/drawing/2014/main" id="{820C9FA3-483C-4DE8-B86F-6ACA8EC6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349655" y="1300713"/>
            <a:ext cx="436836" cy="8012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211" name="Task-Specific Harness-segment-27">
            <a:extLst xmlns:a="http://schemas.openxmlformats.org/drawingml/2006/main">
              <a:ext uri="{FF2B5EF4-FFF2-40B4-BE49-F238E27FC236}">
                <a16:creationId xmlns:a16="http://schemas.microsoft.com/office/drawing/2014/main" id="{8E713854-2A9B-486B-AEE2-02B27DE5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786491" y="1173436"/>
            <a:ext cx="436836" cy="1272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212" name="Task-Specific Harness-segment-28">
            <a:extLst xmlns:a="http://schemas.openxmlformats.org/drawingml/2006/main">
              <a:ext uri="{FF2B5EF4-FFF2-40B4-BE49-F238E27FC236}">
                <a16:creationId xmlns:a16="http://schemas.microsoft.com/office/drawing/2014/main" id="{F9004D1F-1490-4C0E-9465-87D14522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223328" y="1115288"/>
            <a:ext cx="436836" cy="581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213" name="Task-Specific Harness-segment-29">
            <a:extLst xmlns:a="http://schemas.openxmlformats.org/drawingml/2006/main">
              <a:ext uri="{FF2B5EF4-FFF2-40B4-BE49-F238E27FC236}">
                <a16:creationId xmlns:a16="http://schemas.microsoft.com/office/drawing/2014/main" id="{76094708-3A3B-4FA9-A133-99DDFF30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660164" y="982083"/>
            <a:ext cx="436836" cy="133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214" name="Task-Specific Harness-marker-0">
            <a:extLst xmlns:a="http://schemas.openxmlformats.org/drawingml/2006/main">
              <a:ext uri="{FF2B5EF4-FFF2-40B4-BE49-F238E27FC236}">
                <a16:creationId xmlns:a16="http://schemas.microsoft.com/office/drawing/2014/main" id="{10B70840-3368-4155-B1FB-FE5F74CB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7849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15" name="Task-Specific Harness-marker-1">
            <a:extLst xmlns:a="http://schemas.openxmlformats.org/drawingml/2006/main">
              <a:ext uri="{FF2B5EF4-FFF2-40B4-BE49-F238E27FC236}">
                <a16:creationId xmlns:a16="http://schemas.microsoft.com/office/drawing/2014/main" id="{946FE67F-053E-49F0-A88F-498A6820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7486" y="406320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16" name="Task-Specific Harness-marker-2">
            <a:extLst xmlns:a="http://schemas.openxmlformats.org/drawingml/2006/main">
              <a:ext uri="{FF2B5EF4-FFF2-40B4-BE49-F238E27FC236}">
                <a16:creationId xmlns:a16="http://schemas.microsoft.com/office/drawing/2014/main" id="{634738A7-7BD0-48A3-B233-EF1F9A54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4322" y="380709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17" name="Task-Specific Harness-marker-3">
            <a:extLst xmlns:a="http://schemas.openxmlformats.org/drawingml/2006/main">
              <a:ext uri="{FF2B5EF4-FFF2-40B4-BE49-F238E27FC236}">
                <a16:creationId xmlns:a16="http://schemas.microsoft.com/office/drawing/2014/main" id="{7F6C8400-4511-4C12-A198-114D17E8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159" y="380709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18" name="Task-Specific Harness-marker-4">
            <a:extLst xmlns:a="http://schemas.openxmlformats.org/drawingml/2006/main">
              <a:ext uri="{FF2B5EF4-FFF2-40B4-BE49-F238E27FC236}">
                <a16:creationId xmlns:a16="http://schemas.microsoft.com/office/drawing/2014/main" id="{34239499-3367-41B4-9D18-977DA81B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7995" y="368821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19" name="Task-Specific Harness-marker-5">
            <a:extLst xmlns:a="http://schemas.openxmlformats.org/drawingml/2006/main">
              <a:ext uri="{FF2B5EF4-FFF2-40B4-BE49-F238E27FC236}">
                <a16:creationId xmlns:a16="http://schemas.microsoft.com/office/drawing/2014/main" id="{8C21A11F-D628-49F6-9B78-33BFBF4B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4831" y="355896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20" name="Task-Specific Harness-marker-6">
            <a:extLst xmlns:a="http://schemas.openxmlformats.org/drawingml/2006/main">
              <a:ext uri="{FF2B5EF4-FFF2-40B4-BE49-F238E27FC236}">
                <a16:creationId xmlns:a16="http://schemas.microsoft.com/office/drawing/2014/main" id="{B60D8DC7-E1FE-4172-96AA-0A3E2E0A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1667" y="355896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21" name="Task-Specific Harness-marker-7">
            <a:extLst xmlns:a="http://schemas.openxmlformats.org/drawingml/2006/main">
              <a:ext uri="{FF2B5EF4-FFF2-40B4-BE49-F238E27FC236}">
                <a16:creationId xmlns:a16="http://schemas.microsoft.com/office/drawing/2014/main" id="{21DD90CC-9CBC-43AA-B9AE-FCE6C0B8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503" y="330888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22" name="Task-Specific Harness-marker-8">
            <a:extLst xmlns:a="http://schemas.openxmlformats.org/drawingml/2006/main">
              <a:ext uri="{FF2B5EF4-FFF2-40B4-BE49-F238E27FC236}">
                <a16:creationId xmlns:a16="http://schemas.microsoft.com/office/drawing/2014/main" id="{223BB823-0355-4450-B4E3-7F519587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5340" y="319000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23" name="Task-Specific Harness-marker-9">
            <a:extLst xmlns:a="http://schemas.openxmlformats.org/drawingml/2006/main">
              <a:ext uri="{FF2B5EF4-FFF2-40B4-BE49-F238E27FC236}">
                <a16:creationId xmlns:a16="http://schemas.microsoft.com/office/drawing/2014/main" id="{5AEC76F0-933C-4378-A106-3E1739F0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176" y="305732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24" name="Task-Specific Harness-marker-10">
            <a:extLst xmlns:a="http://schemas.openxmlformats.org/drawingml/2006/main">
              <a:ext uri="{FF2B5EF4-FFF2-40B4-BE49-F238E27FC236}">
                <a16:creationId xmlns:a16="http://schemas.microsoft.com/office/drawing/2014/main" id="{20BFCB2A-14C0-495F-87C8-6FA332CA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012" y="278762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25" name="Task-Specific Harness-marker-11">
            <a:extLst xmlns:a="http://schemas.openxmlformats.org/drawingml/2006/main">
              <a:ext uri="{FF2B5EF4-FFF2-40B4-BE49-F238E27FC236}">
                <a16:creationId xmlns:a16="http://schemas.microsoft.com/office/drawing/2014/main" id="{A215EA11-68E1-4EB1-876D-E3907464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848" y="271015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26" name="Task-Specific Harness-marker-12">
            <a:extLst xmlns:a="http://schemas.openxmlformats.org/drawingml/2006/main">
              <a:ext uri="{FF2B5EF4-FFF2-40B4-BE49-F238E27FC236}">
                <a16:creationId xmlns:a16="http://schemas.microsoft.com/office/drawing/2014/main" id="{DF709936-A687-4717-B752-D00248E6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2684" y="250411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27" name="Task-Specific Harness-marker-13">
            <a:extLst xmlns:a="http://schemas.openxmlformats.org/drawingml/2006/main">
              <a:ext uri="{FF2B5EF4-FFF2-40B4-BE49-F238E27FC236}">
                <a16:creationId xmlns:a16="http://schemas.microsoft.com/office/drawing/2014/main" id="{A6B08600-120F-41BE-8C40-FC6AF315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9521" y="240664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28" name="Task-Specific Harness-marker-14">
            <a:extLst xmlns:a="http://schemas.openxmlformats.org/drawingml/2006/main">
              <a:ext uri="{FF2B5EF4-FFF2-40B4-BE49-F238E27FC236}">
                <a16:creationId xmlns:a16="http://schemas.microsoft.com/office/drawing/2014/main" id="{E63E9D75-D4E4-4DC9-AF68-2C064730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6357" y="240664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29" name="Task-Specific Harness-marker-15">
            <a:extLst xmlns:a="http://schemas.openxmlformats.org/drawingml/2006/main">
              <a:ext uri="{FF2B5EF4-FFF2-40B4-BE49-F238E27FC236}">
                <a16:creationId xmlns:a16="http://schemas.microsoft.com/office/drawing/2014/main" id="{84FE3D0B-51A2-498D-9DC9-F9E556AE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193" y="223340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30" name="Task-Specific Harness-marker-16">
            <a:extLst xmlns:a="http://schemas.openxmlformats.org/drawingml/2006/main">
              <a:ext uri="{FF2B5EF4-FFF2-40B4-BE49-F238E27FC236}">
                <a16:creationId xmlns:a16="http://schemas.microsoft.com/office/drawing/2014/main" id="{B20AD7E2-E32B-4064-83DA-27FF8A21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029" y="209307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31" name="Task-Specific Harness-marker-17">
            <a:extLst xmlns:a="http://schemas.openxmlformats.org/drawingml/2006/main">
              <a:ext uri="{FF2B5EF4-FFF2-40B4-BE49-F238E27FC236}">
                <a16:creationId xmlns:a16="http://schemas.microsoft.com/office/drawing/2014/main" id="{169EE5C7-9667-4E3F-8D0E-0DB683F6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6866" y="193618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32" name="Task-Specific Harness-marker-18">
            <a:extLst xmlns:a="http://schemas.openxmlformats.org/drawingml/2006/main">
              <a:ext uri="{FF2B5EF4-FFF2-40B4-BE49-F238E27FC236}">
                <a16:creationId xmlns:a16="http://schemas.microsoft.com/office/drawing/2014/main" id="{64FE9C5D-5CD1-4C25-85F0-E935594A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02" y="191695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33" name="Task-Specific Harness-marker-19">
            <a:extLst xmlns:a="http://schemas.openxmlformats.org/drawingml/2006/main">
              <a:ext uri="{FF2B5EF4-FFF2-40B4-BE49-F238E27FC236}">
                <a16:creationId xmlns:a16="http://schemas.microsoft.com/office/drawing/2014/main" id="{CE14627F-66C3-4569-95AE-7473A1D5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0538" y="182315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34" name="Task-Specific Harness-marker-20">
            <a:extLst xmlns:a="http://schemas.openxmlformats.org/drawingml/2006/main">
              <a:ext uri="{FF2B5EF4-FFF2-40B4-BE49-F238E27FC236}">
                <a16:creationId xmlns:a16="http://schemas.microsoft.com/office/drawing/2014/main" id="{D21BF36B-3393-40C1-83A8-68C69C3B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7374" y="170171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35" name="Task-Specific Harness-marker-21">
            <a:extLst xmlns:a="http://schemas.openxmlformats.org/drawingml/2006/main">
              <a:ext uri="{FF2B5EF4-FFF2-40B4-BE49-F238E27FC236}">
                <a16:creationId xmlns:a16="http://schemas.microsoft.com/office/drawing/2014/main" id="{E9BCD14D-BC15-4837-B192-5FED4692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4210" y="167232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36" name="Task-Specific Harness-marker-22">
            <a:extLst xmlns:a="http://schemas.openxmlformats.org/drawingml/2006/main">
              <a:ext uri="{FF2B5EF4-FFF2-40B4-BE49-F238E27FC236}">
                <a16:creationId xmlns:a16="http://schemas.microsoft.com/office/drawing/2014/main" id="{79920AA7-8193-4CBB-9EF2-D00234A9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047" y="155852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37" name="Task-Specific Harness-marker-23">
            <a:extLst xmlns:a="http://schemas.openxmlformats.org/drawingml/2006/main">
              <a:ext uri="{FF2B5EF4-FFF2-40B4-BE49-F238E27FC236}">
                <a16:creationId xmlns:a16="http://schemas.microsoft.com/office/drawing/2014/main" id="{BD0D4B28-D811-43E3-8F2E-E7A97FA5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7883" y="142419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38" name="Task-Specific Harness-marker-24">
            <a:extLst xmlns:a="http://schemas.openxmlformats.org/drawingml/2006/main">
              <a:ext uri="{FF2B5EF4-FFF2-40B4-BE49-F238E27FC236}">
                <a16:creationId xmlns:a16="http://schemas.microsoft.com/office/drawing/2014/main" id="{72D4C6EB-2C07-4D14-92C2-426D1447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4719" y="138987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39" name="Task-Specific Harness-marker-25">
            <a:extLst xmlns:a="http://schemas.openxmlformats.org/drawingml/2006/main">
              <a:ext uri="{FF2B5EF4-FFF2-40B4-BE49-F238E27FC236}">
                <a16:creationId xmlns:a16="http://schemas.microsoft.com/office/drawing/2014/main" id="{771B1142-C118-420A-85FE-F03772D5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1555" y="134273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40" name="Task-Specific Harness-marker-26">
            <a:extLst xmlns:a="http://schemas.openxmlformats.org/drawingml/2006/main">
              <a:ext uri="{FF2B5EF4-FFF2-40B4-BE49-F238E27FC236}">
                <a16:creationId xmlns:a16="http://schemas.microsoft.com/office/drawing/2014/main" id="{7149B88F-3E84-46A5-B2F0-626B1582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8391" y="12626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41" name="Task-Specific Harness-marker-27">
            <a:extLst xmlns:a="http://schemas.openxmlformats.org/drawingml/2006/main">
              <a:ext uri="{FF2B5EF4-FFF2-40B4-BE49-F238E27FC236}">
                <a16:creationId xmlns:a16="http://schemas.microsoft.com/office/drawing/2014/main" id="{79943C99-B9A5-47C7-B14C-9FDAA213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5228" y="113533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42" name="Task-Specific Harness-marker-28">
            <a:extLst xmlns:a="http://schemas.openxmlformats.org/drawingml/2006/main">
              <a:ext uri="{FF2B5EF4-FFF2-40B4-BE49-F238E27FC236}">
                <a16:creationId xmlns:a16="http://schemas.microsoft.com/office/drawing/2014/main" id="{6F8B6DDF-F433-4AE5-A419-DD8D18DA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2064" y="10771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43" name="Task-Specific Harness-marker-29">
            <a:extLst xmlns:a="http://schemas.openxmlformats.org/drawingml/2006/main">
              <a:ext uri="{FF2B5EF4-FFF2-40B4-BE49-F238E27FC236}">
                <a16:creationId xmlns:a16="http://schemas.microsoft.com/office/drawing/2014/main" id="{E123081F-AC4D-4E5D-B30E-861DC993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94398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167"/>
          </a:solidFill>
          <a:ln xmlns:a="http://schemas.openxmlformats.org/drawingml/2006/main" w="9525">
            <a:solidFill>
              <a:srgbClr val="3E8167"/>
            </a:solidFill>
            <a:prstDash val="solid"/>
          </a:ln>
        </p:spPr>
      </p:sp>
      <p:sp>
        <p:nvSpPr>
          <p:cNvPr id="244" name="legend-line-LLM-side">
            <a:extLst xmlns:a="http://schemas.openxmlformats.org/drawingml/2006/main">
              <a:ext uri="{FF2B5EF4-FFF2-40B4-BE49-F238E27FC236}">
                <a16:creationId xmlns:a16="http://schemas.microsoft.com/office/drawing/2014/main" id="{7B5C652A-4A55-4C52-B6A1-EEC09DF9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2573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58A6"/>
            </a:solidFill>
            <a:prstDash val="solid"/>
          </a:ln>
        </p:spPr>
      </p:sp>
      <p:sp>
        <p:nvSpPr>
          <p:cNvPr id="245" name="legend-text-LLM-side">
            <a:extLst xmlns:a="http://schemas.openxmlformats.org/drawingml/2006/main">
              <a:ext uri="{FF2B5EF4-FFF2-40B4-BE49-F238E27FC236}">
                <a16:creationId xmlns:a16="http://schemas.microsoft.com/office/drawing/2014/main" id="{26EFBDA6-8FB2-48AE-A953-B2C5362E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143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LLM-side</a:t>
            </a:r>
          </a:p>
        </p:txBody>
      </p:sp>
      <p:sp>
        <p:nvSpPr>
          <p:cNvPr id="246" name="legend-line-General Harness">
            <a:extLst xmlns:a="http://schemas.openxmlformats.org/drawingml/2006/main">
              <a:ext uri="{FF2B5EF4-FFF2-40B4-BE49-F238E27FC236}">
                <a16:creationId xmlns:a16="http://schemas.microsoft.com/office/drawing/2014/main" id="{C34B57FF-C44F-42E2-B76B-79B68D08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2573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D567D"/>
            </a:solidFill>
            <a:prstDash val="dash"/>
          </a:ln>
        </p:spPr>
      </p:sp>
      <p:sp>
        <p:nvSpPr>
          <p:cNvPr id="247" name="legend-text-General Harness">
            <a:extLst xmlns:a="http://schemas.openxmlformats.org/drawingml/2006/main">
              <a:ext uri="{FF2B5EF4-FFF2-40B4-BE49-F238E27FC236}">
                <a16:creationId xmlns:a16="http://schemas.microsoft.com/office/drawing/2014/main" id="{DED79C0D-D2C5-4141-A9F2-814EFF40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143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General Harness</a:t>
            </a:r>
          </a:p>
        </p:txBody>
      </p:sp>
      <p:sp>
        <p:nvSpPr>
          <p:cNvPr id="248" name="legend-line-General Time-Series Harness">
            <a:extLst xmlns:a="http://schemas.openxmlformats.org/drawingml/2006/main">
              <a:ext uri="{FF2B5EF4-FFF2-40B4-BE49-F238E27FC236}">
                <a16:creationId xmlns:a16="http://schemas.microsoft.com/office/drawing/2014/main" id="{CD7B3763-C66E-4AB6-896D-24BF399E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573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324"/>
            </a:solidFill>
            <a:prstDash val="solid"/>
          </a:ln>
        </p:spPr>
      </p:sp>
      <p:sp>
        <p:nvSpPr>
          <p:cNvPr id="249" name="legend-text-General Time-Series Harness">
            <a:extLst xmlns:a="http://schemas.openxmlformats.org/drawingml/2006/main">
              <a:ext uri="{FF2B5EF4-FFF2-40B4-BE49-F238E27FC236}">
                <a16:creationId xmlns:a16="http://schemas.microsoft.com/office/drawing/2014/main" id="{275ACFB1-14F5-4505-A873-EFDDFFA5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143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General Time-Series Harness</a:t>
            </a:r>
          </a:p>
        </p:txBody>
      </p:sp>
      <p:sp>
        <p:nvSpPr>
          <p:cNvPr id="250" name="legend-line-Task-Specific Harness">
            <a:extLst xmlns:a="http://schemas.openxmlformats.org/drawingml/2006/main">
              <a:ext uri="{FF2B5EF4-FFF2-40B4-BE49-F238E27FC236}">
                <a16:creationId xmlns:a16="http://schemas.microsoft.com/office/drawing/2014/main" id="{0C23DDFE-AEFB-4ED0-B639-EE5C1B3C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2573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8167"/>
            </a:solidFill>
            <a:prstDash val="solid"/>
          </a:ln>
        </p:spPr>
      </p:sp>
      <p:sp>
        <p:nvSpPr>
          <p:cNvPr id="251" name="legend-text-Task-Specific Harness">
            <a:extLst xmlns:a="http://schemas.openxmlformats.org/drawingml/2006/main">
              <a:ext uri="{FF2B5EF4-FFF2-40B4-BE49-F238E27FC236}">
                <a16:creationId xmlns:a16="http://schemas.microsoft.com/office/drawing/2014/main" id="{A16BD705-80ED-4AE0-A758-08FFCC5D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143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Task-Specific Harness</a:t>
            </a:r>
          </a:p>
        </p:txBody>
      </p:sp>
      <p:sp>
        <p:nvSpPr>
          <p:cNvPr id="252" name="counting-note">
            <a:extLst xmlns:a="http://schemas.openxmlformats.org/drawingml/2006/main">
              <a:ext uri="{FF2B5EF4-FFF2-40B4-BE49-F238E27FC236}">
                <a16:creationId xmlns:a16="http://schemas.microsoft.com/office/drawing/2014/main" id="{FFC72F2B-5765-4E46-9E9A-DD7DF814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658100"/>
            <a:ext cx="1266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1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1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Module-level counting rule: one paper may contribute several components, and each component is counted at its deepest applicable Harness layer.</a:t>
            </a:r>
          </a:p>
        </p:txBody>
      </p:sp>
    </p:spTree>
    <p:extLst>
      <p:ext uri="{BB962C8B-B14F-4D97-AF65-F5344CB8AC3E}">
        <p14:creationId xmlns:p14="http://schemas.microsoft.com/office/powerpoint/2010/main" val="9667669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2026-10-02T08:02:58.5840000Z</dcterms:created>
  <dcterms:modified xsi:type="dcterms:W3CDTF">2026-10-02T08:02:58.5840000Z</dcterms:modified>
</coreProperties>
</file>