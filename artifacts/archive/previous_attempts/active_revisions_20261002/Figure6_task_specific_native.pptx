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2979796c64444e" /><Relationship Type="http://schemas.openxmlformats.org/officeDocument/2006/relationships/extended-properties" Target="/docProps/app.xml" Id="Ra94f08acb75a47b6" /><Relationship Type="http://schemas.openxmlformats.org/officeDocument/2006/relationships/officeDocument" Target="/ppt/presentation.xml" Id="Re17a2f3f83314a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51a7c266a24898"/>
  </p:sldMasterIdLst>
  <p:notesMasterIdLst>
    <p:notesMasterId xmlns:r="http://schemas.openxmlformats.org/officeDocument/2006/relationships" r:id="R145de4470a4848dd"/>
  </p:notesMasterIdLst>
  <p:sldIdLst>
    <p:sldId xmlns:r="http://schemas.openxmlformats.org/officeDocument/2006/relationships" id="256" r:id="R968a0993b94e407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dd0ff090f4186" /><Relationship Type="http://schemas.openxmlformats.org/officeDocument/2006/relationships/slideMaster" Target="/ppt/slideMasters/slideMaster1.xml" Id="R6951a7c266a24898" /><Relationship Type="http://schemas.openxmlformats.org/officeDocument/2006/relationships/notesMaster" Target="/ppt/notesMasters/notesMaster1.xml" Id="R145de4470a4848dd" /><Relationship Type="http://schemas.openxmlformats.org/officeDocument/2006/relationships/presProps" Target="/ppt/presProps.xml" Id="Rbd70f485d02f47af" /><Relationship Type="http://schemas.openxmlformats.org/officeDocument/2006/relationships/tableStyles" Target="/ppt/tableStyles.xml" Id="R71976a90cc154f47" /><Relationship Type="http://schemas.openxmlformats.org/officeDocument/2006/relationships/slide" Target="/ppt/slides/slide1.xml" Id="R968a0993b94e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6a8c9d5de147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5a0a38cee34e5a" /><Relationship Type="http://schemas.openxmlformats.org/officeDocument/2006/relationships/notesMaster" Target="/ppt/notesMasters/notesMaster1.xml" Id="Rf85e4addcb75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Task-specific Harness map. The seven-module lens is shared across the four task families; the task contracts and representative task-bound modules differ.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f3861578745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a7df8db32949f9" /><Relationship Type="http://schemas.openxmlformats.org/officeDocument/2006/relationships/slideLayout" Target="/ppt/slideLayouts/slideLayout1.xml" Id="R11d9a41d331243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9a41d331243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1fcc2337547c6" /><Relationship Type="http://schemas.openxmlformats.org/officeDocument/2006/relationships/notesSlide" Target="/ppt/notesSlides/notesSlide1.xml" Id="Rbb7a01f206c549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FF2E82AD-4C2D-4D1F-BA6E-126F97D3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Time-Series Harness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BA3017DB-7280-47C1-9343-4885D6A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8675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same seven Harness dimensions are instantiated under different temporal output contracts.</a:t>
            </a:r>
          </a:p>
        </p:txBody>
      </p:sp>
      <p:sp>
        <p:nvSpPr>
          <p:cNvPr id="3" name="shared-lens">
            <a:extLst xmlns:a="http://schemas.openxmlformats.org/drawingml/2006/main">
              <a:ext uri="{FF2B5EF4-FFF2-40B4-BE49-F238E27FC236}">
                <a16:creationId xmlns:a16="http://schemas.microsoft.com/office/drawing/2014/main" id="{03B010FF-F43D-4175-A113-DAC12E8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2781300" cy="561975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4" name="shared-lens-title">
            <a:extLst xmlns:a="http://schemas.openxmlformats.org/drawingml/2006/main">
              <a:ext uri="{FF2B5EF4-FFF2-40B4-BE49-F238E27FC236}">
                <a16:creationId xmlns:a16="http://schemas.microsoft.com/office/drawing/2014/main" id="{EC2B7D0A-FB67-4ECB-B790-D8431461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Seven-module lens</a:t>
            </a:r>
          </a:p>
        </p:txBody>
      </p:sp>
      <p:sp>
        <p:nvSpPr>
          <p:cNvPr id="5" name="shared-lens-subtitle">
            <a:extLst xmlns:a="http://schemas.openxmlformats.org/drawingml/2006/main">
              <a:ext uri="{FF2B5EF4-FFF2-40B4-BE49-F238E27FC236}">
                <a16:creationId xmlns:a16="http://schemas.microsoft.com/office/drawing/2014/main" id="{9723F0B7-9060-4613-9F74-ABC8165F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applied to every task family</a:t>
            </a:r>
          </a:p>
        </p:txBody>
      </p:sp>
      <p:sp>
        <p:nvSpPr>
          <p:cNvPr id="6" name="shared-module-1">
            <a:extLst xmlns:a="http://schemas.openxmlformats.org/drawingml/2006/main">
              <a:ext uri="{FF2B5EF4-FFF2-40B4-BE49-F238E27FC236}">
                <a16:creationId xmlns:a16="http://schemas.microsoft.com/office/drawing/2014/main" id="{90C703F2-2D3D-422B-9108-01E36907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7" name="shared-module-text-1">
            <a:extLst xmlns:a="http://schemas.openxmlformats.org/drawingml/2006/main">
              <a:ext uri="{FF2B5EF4-FFF2-40B4-BE49-F238E27FC236}">
                <a16:creationId xmlns:a16="http://schemas.microsoft.com/office/drawing/2014/main" id="{25BCBB9C-D841-4E31-89B5-9568A804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</p:txBody>
      </p:sp>
      <p:sp>
        <p:nvSpPr>
          <p:cNvPr id="8" name="shared-module-2">
            <a:extLst xmlns:a="http://schemas.openxmlformats.org/drawingml/2006/main">
              <a:ext uri="{FF2B5EF4-FFF2-40B4-BE49-F238E27FC236}">
                <a16:creationId xmlns:a16="http://schemas.microsoft.com/office/drawing/2014/main" id="{41453F57-07B0-4A5C-882E-79D52AF1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9" name="shared-module-text-2">
            <a:extLst xmlns:a="http://schemas.openxmlformats.org/drawingml/2006/main">
              <a:ext uri="{FF2B5EF4-FFF2-40B4-BE49-F238E27FC236}">
                <a16:creationId xmlns:a16="http://schemas.microsoft.com/office/drawing/2014/main" id="{BDD94172-5A24-484A-B19D-69FC6588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10" name="shared-module-3">
            <a:extLst xmlns:a="http://schemas.openxmlformats.org/drawingml/2006/main">
              <a:ext uri="{FF2B5EF4-FFF2-40B4-BE49-F238E27FC236}">
                <a16:creationId xmlns:a16="http://schemas.microsoft.com/office/drawing/2014/main" id="{05C31587-DC5B-4FD1-83E6-BBB418C3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1" name="shared-module-text-3">
            <a:extLst xmlns:a="http://schemas.openxmlformats.org/drawingml/2006/main">
              <a:ext uri="{FF2B5EF4-FFF2-40B4-BE49-F238E27FC236}">
                <a16:creationId xmlns:a16="http://schemas.microsoft.com/office/drawing/2014/main" id="{B2307975-736C-4428-80FC-725DE66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</p:txBody>
      </p:sp>
      <p:sp>
        <p:nvSpPr>
          <p:cNvPr id="12" name="shared-module-4">
            <a:extLst xmlns:a="http://schemas.openxmlformats.org/drawingml/2006/main">
              <a:ext uri="{FF2B5EF4-FFF2-40B4-BE49-F238E27FC236}">
                <a16:creationId xmlns:a16="http://schemas.microsoft.com/office/drawing/2014/main" id="{797D8D67-E80F-4C9F-AB22-622C2380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3" name="shared-module-text-4">
            <a:extLst xmlns:a="http://schemas.openxmlformats.org/drawingml/2006/main">
              <a:ext uri="{FF2B5EF4-FFF2-40B4-BE49-F238E27FC236}">
                <a16:creationId xmlns:a16="http://schemas.microsoft.com/office/drawing/2014/main" id="{F2181C2D-63FC-41E2-81D6-0E4EDE98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Control and verification</a:t>
            </a:r>
          </a:p>
        </p:txBody>
      </p:sp>
      <p:sp>
        <p:nvSpPr>
          <p:cNvPr id="14" name="shared-module-5">
            <a:extLst xmlns:a="http://schemas.openxmlformats.org/drawingml/2006/main">
              <a:ext uri="{FF2B5EF4-FFF2-40B4-BE49-F238E27FC236}">
                <a16:creationId xmlns:a16="http://schemas.microsoft.com/office/drawing/2014/main" id="{F0336A9E-DAD9-45E4-8586-9648C5D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5" name="shared-module-text-5">
            <a:extLst xmlns:a="http://schemas.openxmlformats.org/drawingml/2006/main">
              <a:ext uri="{FF2B5EF4-FFF2-40B4-BE49-F238E27FC236}">
                <a16:creationId xmlns:a16="http://schemas.microsoft.com/office/drawing/2014/main" id="{796FCB04-837A-41DD-8959-5E34A6D7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</p:txBody>
      </p:sp>
      <p:sp>
        <p:nvSpPr>
          <p:cNvPr id="16" name="shared-module-6">
            <a:extLst xmlns:a="http://schemas.openxmlformats.org/drawingml/2006/main">
              <a:ext uri="{FF2B5EF4-FFF2-40B4-BE49-F238E27FC236}">
                <a16:creationId xmlns:a16="http://schemas.microsoft.com/office/drawing/2014/main" id="{6DCC80A4-1AD3-4CAA-A496-A68AF663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7" name="shared-module-text-6">
            <a:extLst xmlns:a="http://schemas.openxmlformats.org/drawingml/2006/main">
              <a:ext uri="{FF2B5EF4-FFF2-40B4-BE49-F238E27FC236}">
                <a16:creationId xmlns:a16="http://schemas.microsoft.com/office/drawing/2014/main" id="{55E6657A-6E58-4F8E-AD01-FB1E5EC3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59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sp>
        <p:nvSpPr>
          <p:cNvPr id="18" name="shared-module-7">
            <a:extLst xmlns:a="http://schemas.openxmlformats.org/drawingml/2006/main">
              <a:ext uri="{FF2B5EF4-FFF2-40B4-BE49-F238E27FC236}">
                <a16:creationId xmlns:a16="http://schemas.microsoft.com/office/drawing/2014/main" id="{96398FB7-58DB-4A2A-A99D-522D1BE2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9" name="shared-module-text-7">
            <a:extLst xmlns:a="http://schemas.openxmlformats.org/drawingml/2006/main">
              <a:ext uri="{FF2B5EF4-FFF2-40B4-BE49-F238E27FC236}">
                <a16:creationId xmlns:a16="http://schemas.microsoft.com/office/drawing/2014/main" id="{7090719B-2896-4C9D-A38F-DB480A22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Coordination</a:t>
            </a:r>
          </a:p>
        </p:txBody>
      </p:sp>
      <p:sp>
        <p:nvSpPr>
          <p:cNvPr id="20" name="task-frame-1">
            <a:extLst xmlns:a="http://schemas.openxmlformats.org/drawingml/2006/main">
              <a:ext uri="{FF2B5EF4-FFF2-40B4-BE49-F238E27FC236}">
                <a16:creationId xmlns:a16="http://schemas.microsoft.com/office/drawing/2014/main" id="{235CEBBE-DDAB-40F6-A02C-7D7728C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21" name="task-header-1">
            <a:extLst xmlns:a="http://schemas.openxmlformats.org/drawingml/2006/main">
              <a:ext uri="{FF2B5EF4-FFF2-40B4-BE49-F238E27FC236}">
                <a16:creationId xmlns:a16="http://schemas.microsoft.com/office/drawing/2014/main" id="{91A31AA8-0AE7-409F-A144-4889DB2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4288">
            <a:solidFill>
              <a:srgbClr val="B78324"/>
            </a:solidFill>
            <a:prstDash val="solid"/>
          </a:ln>
        </p:spPr>
      </p:sp>
      <p:sp>
        <p:nvSpPr>
          <p:cNvPr id="22" name="task-title-1">
            <a:extLst xmlns:a="http://schemas.openxmlformats.org/drawingml/2006/main">
              <a:ext uri="{FF2B5EF4-FFF2-40B4-BE49-F238E27FC236}">
                <a16:creationId xmlns:a16="http://schemas.microsoft.com/office/drawing/2014/main" id="{BC057A2D-7849-4059-B0D2-BC8A842F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Forecasting</a:t>
            </a:r>
          </a:p>
        </p:txBody>
      </p:sp>
      <p:sp>
        <p:nvSpPr>
          <p:cNvPr id="23" name="task-contract-1">
            <a:extLst xmlns:a="http://schemas.openxmlformats.org/drawingml/2006/main">
              <a:ext uri="{FF2B5EF4-FFF2-40B4-BE49-F238E27FC236}">
                <a16:creationId xmlns:a16="http://schemas.microsoft.com/office/drawing/2014/main" id="{80DEC975-94AA-4435-BB51-F99EDCE6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origin · horizon · calibration</a:t>
            </a:r>
          </a:p>
        </p:txBody>
      </p:sp>
      <p:sp>
        <p:nvSpPr>
          <p:cNvPr id="24" name="task-contract-label-1">
            <a:extLst xmlns:a="http://schemas.openxmlformats.org/drawingml/2006/main">
              <a:ext uri="{FF2B5EF4-FFF2-40B4-BE49-F238E27FC236}">
                <a16:creationId xmlns:a16="http://schemas.microsoft.com/office/drawing/2014/main" id="{10B12C93-463F-4D54-A622-D649EB86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25" name="task-item-1-1">
            <a:extLst xmlns:a="http://schemas.openxmlformats.org/drawingml/2006/main">
              <a:ext uri="{FF2B5EF4-FFF2-40B4-BE49-F238E27FC236}">
                <a16:creationId xmlns:a16="http://schemas.microsoft.com/office/drawing/2014/main" id="{4777FEF6-FE80-4933-9DAA-E7EE2F72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26" name="task-item-text-1-1">
            <a:extLst xmlns:a="http://schemas.openxmlformats.org/drawingml/2006/main">
              <a:ext uri="{FF2B5EF4-FFF2-40B4-BE49-F238E27FC236}">
                <a16:creationId xmlns:a16="http://schemas.microsoft.com/office/drawing/2014/main" id="{A67B69CA-99FD-437E-9F74-65D1FCC4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horizon and origin</a:t>
            </a:r>
          </a:p>
        </p:txBody>
      </p:sp>
      <p:sp>
        <p:nvSpPr>
          <p:cNvPr id="27" name="task-item-1-2">
            <a:extLst xmlns:a="http://schemas.openxmlformats.org/drawingml/2006/main">
              <a:ext uri="{FF2B5EF4-FFF2-40B4-BE49-F238E27FC236}">
                <a16:creationId xmlns:a16="http://schemas.microsoft.com/office/drawing/2014/main" id="{8D819C25-7D20-4F2A-9703-FFBDDA8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28" name="task-item-text-1-2">
            <a:extLst xmlns:a="http://schemas.openxmlformats.org/drawingml/2006/main">
              <a:ext uri="{FF2B5EF4-FFF2-40B4-BE49-F238E27FC236}">
                <a16:creationId xmlns:a16="http://schemas.microsoft.com/office/drawing/2014/main" id="{A45261AF-4FBE-479A-A69B-C05B59F4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model selection</a:t>
            </a:r>
          </a:p>
        </p:txBody>
      </p:sp>
      <p:sp>
        <p:nvSpPr>
          <p:cNvPr id="29" name="task-item-1-3">
            <a:extLst xmlns:a="http://schemas.openxmlformats.org/drawingml/2006/main">
              <a:ext uri="{FF2B5EF4-FFF2-40B4-BE49-F238E27FC236}">
                <a16:creationId xmlns:a16="http://schemas.microsoft.com/office/drawing/2014/main" id="{323DF822-C4DF-4A7C-A92F-829B978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30" name="task-item-text-1-3">
            <a:extLst xmlns:a="http://schemas.openxmlformats.org/drawingml/2006/main">
              <a:ext uri="{FF2B5EF4-FFF2-40B4-BE49-F238E27FC236}">
                <a16:creationId xmlns:a16="http://schemas.microsoft.com/office/drawing/2014/main" id="{04DB24E2-2F4C-4EA2-B3E4-A1EEFB9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probabilistic output</a:t>
            </a:r>
          </a:p>
        </p:txBody>
      </p:sp>
      <p:sp>
        <p:nvSpPr>
          <p:cNvPr id="31" name="task-item-1-4">
            <a:extLst xmlns:a="http://schemas.openxmlformats.org/drawingml/2006/main">
              <a:ext uri="{FF2B5EF4-FFF2-40B4-BE49-F238E27FC236}">
                <a16:creationId xmlns:a16="http://schemas.microsoft.com/office/drawing/2014/main" id="{856D5324-C448-4CDE-A1BF-16F65733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32" name="task-item-text-1-4">
            <a:extLst xmlns:a="http://schemas.openxmlformats.org/drawingml/2006/main">
              <a:ext uri="{FF2B5EF4-FFF2-40B4-BE49-F238E27FC236}">
                <a16:creationId xmlns:a16="http://schemas.microsoft.com/office/drawing/2014/main" id="{65F3A548-6C54-470C-A5C5-0F764960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revision</a:t>
            </a:r>
          </a:p>
        </p:txBody>
      </p:sp>
      <p:sp>
        <p:nvSpPr>
          <p:cNvPr id="33" name="shared-to-task-1">
            <a:extLst xmlns:a="http://schemas.openxmlformats.org/drawingml/2006/main">
              <a:ext uri="{FF2B5EF4-FFF2-40B4-BE49-F238E27FC236}">
                <a16:creationId xmlns:a16="http://schemas.microsoft.com/office/drawing/2014/main" id="{D48858AF-1306-46C2-849C-6CC8828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42862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4" name="task-frame-2">
            <a:extLst xmlns:a="http://schemas.openxmlformats.org/drawingml/2006/main">
              <a:ext uri="{FF2B5EF4-FFF2-40B4-BE49-F238E27FC236}">
                <a16:creationId xmlns:a16="http://schemas.microsoft.com/office/drawing/2014/main" id="{300BEAF5-E603-44E4-85BC-9650C6D2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35" name="task-header-2">
            <a:extLst xmlns:a="http://schemas.openxmlformats.org/drawingml/2006/main">
              <a:ext uri="{FF2B5EF4-FFF2-40B4-BE49-F238E27FC236}">
                <a16:creationId xmlns:a16="http://schemas.microsoft.com/office/drawing/2014/main" id="{ADAA5548-7A72-4A96-9846-D78A22E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4288">
            <a:solidFill>
              <a:srgbClr val="3E8167"/>
            </a:solidFill>
            <a:prstDash val="solid"/>
          </a:ln>
        </p:spPr>
      </p:sp>
      <p:sp>
        <p:nvSpPr>
          <p:cNvPr id="36" name="task-title-2">
            <a:extLst xmlns:a="http://schemas.openxmlformats.org/drawingml/2006/main">
              <a:ext uri="{FF2B5EF4-FFF2-40B4-BE49-F238E27FC236}">
                <a16:creationId xmlns:a16="http://schemas.microsoft.com/office/drawing/2014/main" id="{12745B0C-F2E0-4532-9588-BBE7803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Augmentation</a:t>
            </a:r>
          </a:p>
        </p:txBody>
      </p:sp>
      <p:sp>
        <p:nvSpPr>
          <p:cNvPr id="37" name="task-contract-2">
            <a:extLst xmlns:a="http://schemas.openxmlformats.org/drawingml/2006/main">
              <a:ext uri="{FF2B5EF4-FFF2-40B4-BE49-F238E27FC236}">
                <a16:creationId xmlns:a16="http://schemas.microsoft.com/office/drawing/2014/main" id="{0BDC7189-3E8D-4D67-8C6F-B731F4E0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fidelity · diversity · utility</a:t>
            </a:r>
          </a:p>
        </p:txBody>
      </p:sp>
      <p:sp>
        <p:nvSpPr>
          <p:cNvPr id="38" name="task-contract-label-2">
            <a:extLst xmlns:a="http://schemas.openxmlformats.org/drawingml/2006/main">
              <a:ext uri="{FF2B5EF4-FFF2-40B4-BE49-F238E27FC236}">
                <a16:creationId xmlns:a16="http://schemas.microsoft.com/office/drawing/2014/main" id="{2DC80718-619E-440A-BE5A-B8A300F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39" name="task-item-2-1">
            <a:extLst xmlns:a="http://schemas.openxmlformats.org/drawingml/2006/main">
              <a:ext uri="{FF2B5EF4-FFF2-40B4-BE49-F238E27FC236}">
                <a16:creationId xmlns:a16="http://schemas.microsoft.com/office/drawing/2014/main" id="{401008CC-A9F8-49FB-B75D-397461CF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40" name="task-item-text-2-1">
            <a:extLst xmlns:a="http://schemas.openxmlformats.org/drawingml/2006/main">
              <a:ext uri="{FF2B5EF4-FFF2-40B4-BE49-F238E27FC236}">
                <a16:creationId xmlns:a16="http://schemas.microsoft.com/office/drawing/2014/main" id="{EAA9E27A-4A49-439E-A091-A64B5249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generator and retrieval</a:t>
            </a:r>
          </a:p>
        </p:txBody>
      </p:sp>
      <p:sp>
        <p:nvSpPr>
          <p:cNvPr id="41" name="task-item-2-2">
            <a:extLst xmlns:a="http://schemas.openxmlformats.org/drawingml/2006/main">
              <a:ext uri="{FF2B5EF4-FFF2-40B4-BE49-F238E27FC236}">
                <a16:creationId xmlns:a16="http://schemas.microsoft.com/office/drawing/2014/main" id="{4354A81E-1525-44F0-9572-80E84450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42" name="task-item-text-2-2">
            <a:extLst xmlns:a="http://schemas.openxmlformats.org/drawingml/2006/main">
              <a:ext uri="{FF2B5EF4-FFF2-40B4-BE49-F238E27FC236}">
                <a16:creationId xmlns:a16="http://schemas.microsoft.com/office/drawing/2014/main" id="{77236D14-BB8D-4293-8C23-444A58D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context conditioning</a:t>
            </a:r>
          </a:p>
        </p:txBody>
      </p:sp>
      <p:sp>
        <p:nvSpPr>
          <p:cNvPr id="43" name="task-item-2-3">
            <a:extLst xmlns:a="http://schemas.openxmlformats.org/drawingml/2006/main">
              <a:ext uri="{FF2B5EF4-FFF2-40B4-BE49-F238E27FC236}">
                <a16:creationId xmlns:a16="http://schemas.microsoft.com/office/drawing/2014/main" id="{FD090E33-3AF3-4F17-A775-BA64E1C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44" name="task-item-text-2-3">
            <a:extLst xmlns:a="http://schemas.openxmlformats.org/drawingml/2006/main">
              <a:ext uri="{FF2B5EF4-FFF2-40B4-BE49-F238E27FC236}">
                <a16:creationId xmlns:a16="http://schemas.microsoft.com/office/drawing/2014/main" id="{E709AB2C-A079-415E-8A20-79B4D79C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fidelity and diversity</a:t>
            </a:r>
          </a:p>
        </p:txBody>
      </p:sp>
      <p:sp>
        <p:nvSpPr>
          <p:cNvPr id="45" name="task-item-2-4">
            <a:extLst xmlns:a="http://schemas.openxmlformats.org/drawingml/2006/main">
              <a:ext uri="{FF2B5EF4-FFF2-40B4-BE49-F238E27FC236}">
                <a16:creationId xmlns:a16="http://schemas.microsoft.com/office/drawing/2014/main" id="{DA9A6107-60BC-4CBC-A152-A5A12176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46" name="task-item-text-2-4">
            <a:extLst xmlns:a="http://schemas.openxmlformats.org/drawingml/2006/main">
              <a:ext uri="{FF2B5EF4-FFF2-40B4-BE49-F238E27FC236}">
                <a16:creationId xmlns:a16="http://schemas.microsoft.com/office/drawing/2014/main" id="{F45F36D3-0702-4438-BBE8-08D7FFD0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downstream utility</a:t>
            </a:r>
          </a:p>
        </p:txBody>
      </p:sp>
      <p:sp>
        <p:nvSpPr>
          <p:cNvPr id="47" name="shared-to-task-2">
            <a:extLst xmlns:a="http://schemas.openxmlformats.org/drawingml/2006/main">
              <a:ext uri="{FF2B5EF4-FFF2-40B4-BE49-F238E27FC236}">
                <a16:creationId xmlns:a16="http://schemas.microsoft.com/office/drawing/2014/main" id="{DA01027B-1685-4AD6-9864-E8479C7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4286250"/>
            <a:ext cx="317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48" name="task-frame-3">
            <a:extLst xmlns:a="http://schemas.openxmlformats.org/drawingml/2006/main">
              <a:ext uri="{FF2B5EF4-FFF2-40B4-BE49-F238E27FC236}">
                <a16:creationId xmlns:a16="http://schemas.microsoft.com/office/drawing/2014/main" id="{7DCEF416-F6DA-461A-9BC7-D7B95F39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49" name="task-header-3">
            <a:extLst xmlns:a="http://schemas.openxmlformats.org/drawingml/2006/main">
              <a:ext uri="{FF2B5EF4-FFF2-40B4-BE49-F238E27FC236}">
                <a16:creationId xmlns:a16="http://schemas.microsoft.com/office/drawing/2014/main" id="{89CB9EEC-4892-4D46-BBF0-3BE7AE4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4288">
            <a:solidFill>
              <a:srgbClr val="7058A6"/>
            </a:solidFill>
            <a:prstDash val="solid"/>
          </a:ln>
        </p:spPr>
      </p:sp>
      <p:sp>
        <p:nvSpPr>
          <p:cNvPr id="50" name="task-title-3">
            <a:extLst xmlns:a="http://schemas.openxmlformats.org/drawingml/2006/main">
              <a:ext uri="{FF2B5EF4-FFF2-40B4-BE49-F238E27FC236}">
                <a16:creationId xmlns:a16="http://schemas.microsoft.com/office/drawing/2014/main" id="{9C831A8B-8A65-4339-9316-D675EDB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rPr>
              <a:t>Anomaly diagnosis</a:t>
            </a:r>
          </a:p>
        </p:txBody>
      </p:sp>
      <p:sp>
        <p:nvSpPr>
          <p:cNvPr id="51" name="task-contract-3">
            <a:extLst xmlns:a="http://schemas.openxmlformats.org/drawingml/2006/main">
              <a:ext uri="{FF2B5EF4-FFF2-40B4-BE49-F238E27FC236}">
                <a16:creationId xmlns:a16="http://schemas.microsoft.com/office/drawing/2014/main" id="{1A5D6E35-81A5-4552-AD9F-137EC028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event · window · cause</a:t>
            </a:r>
          </a:p>
        </p:txBody>
      </p:sp>
      <p:sp>
        <p:nvSpPr>
          <p:cNvPr id="52" name="task-contract-label-3">
            <a:extLst xmlns:a="http://schemas.openxmlformats.org/drawingml/2006/main">
              <a:ext uri="{FF2B5EF4-FFF2-40B4-BE49-F238E27FC236}">
                <a16:creationId xmlns:a16="http://schemas.microsoft.com/office/drawing/2014/main" id="{75CA3B73-AFB5-4570-BCA2-77C7A36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53" name="task-item-3-1">
            <a:extLst xmlns:a="http://schemas.openxmlformats.org/drawingml/2006/main">
              <a:ext uri="{FF2B5EF4-FFF2-40B4-BE49-F238E27FC236}">
                <a16:creationId xmlns:a16="http://schemas.microsoft.com/office/drawing/2014/main" id="{C5442D75-E565-47F7-98B3-02C88C1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54" name="task-item-text-3-1">
            <a:extLst xmlns:a="http://schemas.openxmlformats.org/drawingml/2006/main">
              <a:ext uri="{FF2B5EF4-FFF2-40B4-BE49-F238E27FC236}">
                <a16:creationId xmlns:a16="http://schemas.microsoft.com/office/drawing/2014/main" id="{19BCC5F3-6235-43C7-906A-4E422DA6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window localization</a:t>
            </a:r>
          </a:p>
        </p:txBody>
      </p:sp>
      <p:sp>
        <p:nvSpPr>
          <p:cNvPr id="55" name="task-item-3-2">
            <a:extLst xmlns:a="http://schemas.openxmlformats.org/drawingml/2006/main">
              <a:ext uri="{FF2B5EF4-FFF2-40B4-BE49-F238E27FC236}">
                <a16:creationId xmlns:a16="http://schemas.microsoft.com/office/drawing/2014/main" id="{7D2B0F3D-0D62-42EA-B98D-CB09323F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56" name="task-item-text-3-2">
            <a:extLst xmlns:a="http://schemas.openxmlformats.org/drawingml/2006/main">
              <a:ext uri="{FF2B5EF4-FFF2-40B4-BE49-F238E27FC236}">
                <a16:creationId xmlns:a16="http://schemas.microsoft.com/office/drawing/2014/main" id="{035BF073-271F-4C9B-92A1-40273728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detection</a:t>
            </a:r>
          </a:p>
        </p:txBody>
      </p:sp>
      <p:sp>
        <p:nvSpPr>
          <p:cNvPr id="57" name="task-item-3-3">
            <a:extLst xmlns:a="http://schemas.openxmlformats.org/drawingml/2006/main">
              <a:ext uri="{FF2B5EF4-FFF2-40B4-BE49-F238E27FC236}">
                <a16:creationId xmlns:a16="http://schemas.microsoft.com/office/drawing/2014/main" id="{124E96CC-AC61-4E59-836C-BA51B55D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58" name="task-item-text-3-3">
            <a:extLst xmlns:a="http://schemas.openxmlformats.org/drawingml/2006/main">
              <a:ext uri="{FF2B5EF4-FFF2-40B4-BE49-F238E27FC236}">
                <a16:creationId xmlns:a16="http://schemas.microsoft.com/office/drawing/2014/main" id="{F159585F-36AB-4F98-AE77-D90C8F6C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diagnosis</a:t>
            </a:r>
          </a:p>
        </p:txBody>
      </p:sp>
      <p:sp>
        <p:nvSpPr>
          <p:cNvPr id="59" name="task-item-3-4">
            <a:extLst xmlns:a="http://schemas.openxmlformats.org/drawingml/2006/main">
              <a:ext uri="{FF2B5EF4-FFF2-40B4-BE49-F238E27FC236}">
                <a16:creationId xmlns:a16="http://schemas.microsoft.com/office/drawing/2014/main" id="{AC233367-D90E-40DF-8D8F-47A13A0F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0" name="task-item-text-3-4">
            <a:extLst xmlns:a="http://schemas.openxmlformats.org/drawingml/2006/main">
              <a:ext uri="{FF2B5EF4-FFF2-40B4-BE49-F238E27FC236}">
                <a16:creationId xmlns:a16="http://schemas.microsoft.com/office/drawing/2014/main" id="{9D813BE8-A756-4EA2-ADF3-DC28F4D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root-cause evidence</a:t>
            </a:r>
          </a:p>
        </p:txBody>
      </p:sp>
      <p:sp>
        <p:nvSpPr>
          <p:cNvPr id="61" name="shared-to-task-3">
            <a:extLst xmlns:a="http://schemas.openxmlformats.org/drawingml/2006/main">
              <a:ext uri="{FF2B5EF4-FFF2-40B4-BE49-F238E27FC236}">
                <a16:creationId xmlns:a16="http://schemas.microsoft.com/office/drawing/2014/main" id="{E958DF6B-FA92-436C-AD39-E6B3C72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4286250"/>
            <a:ext cx="586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62" name="task-frame-4">
            <a:extLst xmlns:a="http://schemas.openxmlformats.org/drawingml/2006/main">
              <a:ext uri="{FF2B5EF4-FFF2-40B4-BE49-F238E27FC236}">
                <a16:creationId xmlns:a16="http://schemas.microsoft.com/office/drawing/2014/main" id="{E5110C71-77A0-4EFA-97FE-4D8FD04B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63" name="task-header-4">
            <a:extLst xmlns:a="http://schemas.openxmlformats.org/drawingml/2006/main">
              <a:ext uri="{FF2B5EF4-FFF2-40B4-BE49-F238E27FC236}">
                <a16:creationId xmlns:a16="http://schemas.microsoft.com/office/drawing/2014/main" id="{7B705BCE-57E4-4AF1-9E4F-F15E4336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64" name="task-title-4">
            <a:extLst xmlns:a="http://schemas.openxmlformats.org/drawingml/2006/main">
              <a:ext uri="{FF2B5EF4-FFF2-40B4-BE49-F238E27FC236}">
                <a16:creationId xmlns:a16="http://schemas.microsoft.com/office/drawing/2014/main" id="{12992A8C-413B-45FF-A947-DD365756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Decision support</a:t>
            </a:r>
          </a:p>
        </p:txBody>
      </p:sp>
      <p:sp>
        <p:nvSpPr>
          <p:cNvPr id="65" name="task-contract-4">
            <a:extLst xmlns:a="http://schemas.openxmlformats.org/drawingml/2006/main">
              <a:ext uri="{FF2B5EF4-FFF2-40B4-BE49-F238E27FC236}">
                <a16:creationId xmlns:a16="http://schemas.microsoft.com/office/drawing/2014/main" id="{710DC82C-D398-4E00-8262-FE379DD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action · cost · uncertainty</a:t>
            </a:r>
          </a:p>
        </p:txBody>
      </p:sp>
      <p:sp>
        <p:nvSpPr>
          <p:cNvPr id="66" name="task-contract-label-4">
            <a:extLst xmlns:a="http://schemas.openxmlformats.org/drawingml/2006/main">
              <a:ext uri="{FF2B5EF4-FFF2-40B4-BE49-F238E27FC236}">
                <a16:creationId xmlns:a16="http://schemas.microsoft.com/office/drawing/2014/main" id="{01E8E8A4-F2CA-41F4-98E8-7DEBBBA3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67" name="task-item-4-1">
            <a:extLst xmlns:a="http://schemas.openxmlformats.org/drawingml/2006/main">
              <a:ext uri="{FF2B5EF4-FFF2-40B4-BE49-F238E27FC236}">
                <a16:creationId xmlns:a16="http://schemas.microsoft.com/office/drawing/2014/main" id="{ECF9C05D-55A5-49CD-BE34-2DCC82DA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2D6E8F"/>
            </a:solidFill>
            <a:prstDash val="solid"/>
          </a:ln>
        </p:spPr>
      </p:sp>
      <p:sp>
        <p:nvSpPr>
          <p:cNvPr id="68" name="task-item-text-4-1">
            <a:extLst xmlns:a="http://schemas.openxmlformats.org/drawingml/2006/main">
              <a:ext uri="{FF2B5EF4-FFF2-40B4-BE49-F238E27FC236}">
                <a16:creationId xmlns:a16="http://schemas.microsoft.com/office/drawing/2014/main" id="{511DCFCA-0F1C-4487-86E1-8F415600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scenario and state</a:t>
            </a:r>
          </a:p>
        </p:txBody>
      </p:sp>
      <p:sp>
        <p:nvSpPr>
          <p:cNvPr id="69" name="task-item-4-2">
            <a:extLst xmlns:a="http://schemas.openxmlformats.org/drawingml/2006/main">
              <a:ext uri="{FF2B5EF4-FFF2-40B4-BE49-F238E27FC236}">
                <a16:creationId xmlns:a16="http://schemas.microsoft.com/office/drawing/2014/main" id="{EB1E7ABF-ACE7-4AF5-A55F-58ADBF0B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2D6E8F"/>
            </a:solidFill>
            <a:prstDash val="solid"/>
          </a:ln>
        </p:spPr>
      </p:sp>
      <p:sp>
        <p:nvSpPr>
          <p:cNvPr id="70" name="task-item-text-4-2">
            <a:extLst xmlns:a="http://schemas.openxmlformats.org/drawingml/2006/main">
              <a:ext uri="{FF2B5EF4-FFF2-40B4-BE49-F238E27FC236}">
                <a16:creationId xmlns:a16="http://schemas.microsoft.com/office/drawing/2014/main" id="{FA1FFF7F-2F79-4BDA-B25B-0EAEC8E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uncertainty</a:t>
            </a:r>
          </a:p>
        </p:txBody>
      </p:sp>
      <p:sp>
        <p:nvSpPr>
          <p:cNvPr id="71" name="task-item-4-3">
            <a:extLst xmlns:a="http://schemas.openxmlformats.org/drawingml/2006/main">
              <a:ext uri="{FF2B5EF4-FFF2-40B4-BE49-F238E27FC236}">
                <a16:creationId xmlns:a16="http://schemas.microsoft.com/office/drawing/2014/main" id="{7AD99A30-8BC6-4E36-9BF2-CD676D5F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2D6E8F"/>
            </a:solidFill>
            <a:prstDash val="solid"/>
          </a:ln>
        </p:spPr>
      </p:sp>
      <p:sp>
        <p:nvSpPr>
          <p:cNvPr id="72" name="task-item-text-4-3">
            <a:extLst xmlns:a="http://schemas.openxmlformats.org/drawingml/2006/main">
              <a:ext uri="{FF2B5EF4-FFF2-40B4-BE49-F238E27FC236}">
                <a16:creationId xmlns:a16="http://schemas.microsoft.com/office/drawing/2014/main" id="{1A7AD586-D89C-4982-92CD-437E823E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cost and risk</a:t>
            </a:r>
          </a:p>
        </p:txBody>
      </p:sp>
      <p:sp>
        <p:nvSpPr>
          <p:cNvPr id="73" name="task-item-4-4">
            <a:extLst xmlns:a="http://schemas.openxmlformats.org/drawingml/2006/main">
              <a:ext uri="{FF2B5EF4-FFF2-40B4-BE49-F238E27FC236}">
                <a16:creationId xmlns:a16="http://schemas.microsoft.com/office/drawing/2014/main" id="{DE20A75B-DC2A-4CD0-94FB-DD10CF1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2D6E8F"/>
            </a:solidFill>
            <a:prstDash val="solid"/>
          </a:ln>
        </p:spPr>
      </p:sp>
      <p:sp>
        <p:nvSpPr>
          <p:cNvPr id="74" name="task-item-text-4-4">
            <a:extLst xmlns:a="http://schemas.openxmlformats.org/drawingml/2006/main">
              <a:ext uri="{FF2B5EF4-FFF2-40B4-BE49-F238E27FC236}">
                <a16:creationId xmlns:a16="http://schemas.microsoft.com/office/drawing/2014/main" id="{B9E8F3A0-DA10-4B58-BDB4-3B31D55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action and review</a:t>
            </a:r>
          </a:p>
        </p:txBody>
      </p:sp>
      <p:sp>
        <p:nvSpPr>
          <p:cNvPr id="75" name="shared-to-task-4">
            <a:extLst xmlns:a="http://schemas.openxmlformats.org/drawingml/2006/main">
              <a:ext uri="{FF2B5EF4-FFF2-40B4-BE49-F238E27FC236}">
                <a16:creationId xmlns:a16="http://schemas.microsoft.com/office/drawing/2014/main" id="{4E3F2F11-FE19-4C94-B8BE-23181C4A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4286250"/>
            <a:ext cx="856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76" name="task-specific-rule">
            <a:extLst xmlns:a="http://schemas.openxmlformats.org/drawingml/2006/main">
              <a:ext uri="{FF2B5EF4-FFF2-40B4-BE49-F238E27FC236}">
                <a16:creationId xmlns:a16="http://schemas.microsoft.com/office/drawing/2014/main" id="{15D30909-EDDA-4F1C-A275-50AA51E7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43800"/>
            <a:ext cx="13525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77" name="task-specific-rule-text">
            <a:extLst xmlns:a="http://schemas.openxmlformats.org/drawingml/2006/main">
              <a:ext uri="{FF2B5EF4-FFF2-40B4-BE49-F238E27FC236}">
                <a16:creationId xmlns:a16="http://schemas.microsoft.com/office/drawing/2014/main" id="{7614EE38-0D41-4AD4-A019-3C6B574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77150"/>
            <a:ext cx="1303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Harness = shared Harness modules + a task-bound temporal output, validation, and decision contract.</a:t>
            </a:r>
          </a:p>
        </p:txBody>
      </p:sp>
    </p:spTree>
    <p:extLst>
      <p:ext uri="{BB962C8B-B14F-4D97-AF65-F5344CB8AC3E}">
        <p14:creationId xmlns:p14="http://schemas.microsoft.com/office/powerpoint/2010/main" val="15334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2026-10-02T08:29:41.4280000Z</dcterms:created>
  <dcterms:modified xsi:type="dcterms:W3CDTF">2026-10-02T08:29:41.4290000Z</dcterms:modified>
</coreProperties>
</file>