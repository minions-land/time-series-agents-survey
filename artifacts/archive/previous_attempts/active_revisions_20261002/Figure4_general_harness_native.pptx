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17e2606c234f96" /><Relationship Type="http://schemas.openxmlformats.org/officeDocument/2006/relationships/extended-properties" Target="/docProps/app.xml" Id="R5a424db22f2141a9" /><Relationship Type="http://schemas.openxmlformats.org/officeDocument/2006/relationships/officeDocument" Target="/ppt/presentation.xml" Id="R749eeb5014b947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2f0af4a2114915"/>
  </p:sldMasterIdLst>
  <p:notesMasterIdLst>
    <p:notesMasterId xmlns:r="http://schemas.openxmlformats.org/officeDocument/2006/relationships" r:id="R650de9ae6afb4bd1"/>
  </p:notesMasterIdLst>
  <p:sldIdLst>
    <p:sldId xmlns:r="http://schemas.openxmlformats.org/officeDocument/2006/relationships" id="256" r:id="Rcff1081b2a47472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1ad2d6bcd64897" /><Relationship Type="http://schemas.openxmlformats.org/officeDocument/2006/relationships/slideMaster" Target="/ppt/slideMasters/slideMaster1.xml" Id="R442f0af4a2114915" /><Relationship Type="http://schemas.openxmlformats.org/officeDocument/2006/relationships/notesMaster" Target="/ppt/notesMasters/notesMaster1.xml" Id="R650de9ae6afb4bd1" /><Relationship Type="http://schemas.openxmlformats.org/officeDocument/2006/relationships/presProps" Target="/ppt/presProps.xml" Id="Ra82148ace99f4e2d" /><Relationship Type="http://schemas.openxmlformats.org/officeDocument/2006/relationships/tableStyles" Target="/ppt/tableStyles.xml" Id="R01a2394cf7f549a2" /><Relationship Type="http://schemas.openxmlformats.org/officeDocument/2006/relationships/slide" Target="/ppt/slides/slide1.xml" Id="Rcff1081b2a4747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54406cf277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54a13770e14709" /><Relationship Type="http://schemas.openxmlformats.org/officeDocument/2006/relationships/notesMaster" Target="/ppt/notesMasters/notesMaster1.xml" Id="R24364f85523c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Seven-dimension General Harness map. Labels are synthesized from the recurring functional intersection of the cited Harness and agent-survey literature in the manuscript. All elements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c9e02491244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19fc97259e40d9" /><Relationship Type="http://schemas.openxmlformats.org/officeDocument/2006/relationships/slideLayout" Target="/ppt/slideLayouts/slideLayout1.xml" Id="R9627ed96854a49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27ed96854a49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014907f044d64" /><Relationship Type="http://schemas.openxmlformats.org/officeDocument/2006/relationships/notesSlide" Target="/ppt/notesSlides/notesSlide1.xml" Id="Rbdef090d04c243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5A9736FE-8442-481A-91BA-CD2D1D5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Seven dimensions of a General Harness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08AFA47B-0286-4376-BDDD-E33C325D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"/>
            <a:ext cx="1362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The dimensions describe reusable runtime mechanisms; temporal semantics are added by the Time-Series Harness layer.</a:t>
            </a:r>
          </a:p>
        </p:txBody>
      </p:sp>
      <p:sp>
        <p:nvSpPr>
          <p:cNvPr id="3" name="general-harness-core">
            <a:extLst xmlns:a="http://schemas.openxmlformats.org/drawingml/2006/main">
              <a:ext uri="{FF2B5EF4-FFF2-40B4-BE49-F238E27FC236}">
                <a16:creationId xmlns:a16="http://schemas.microsoft.com/office/drawing/2014/main" id="{5D852329-15B1-4774-B5B0-2D5F5A2C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05150"/>
            <a:ext cx="409575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2D6E8F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4" name="core-title">
            <a:extLst xmlns:a="http://schemas.openxmlformats.org/drawingml/2006/main">
              <a:ext uri="{FF2B5EF4-FFF2-40B4-BE49-F238E27FC236}">
                <a16:creationId xmlns:a16="http://schemas.microsoft.com/office/drawing/2014/main" id="{4DC3F566-12AC-49D7-98A8-E8E9BA4E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5" name="core-subtitle">
            <a:extLst xmlns:a="http://schemas.openxmlformats.org/drawingml/2006/main">
              <a:ext uri="{FF2B5EF4-FFF2-40B4-BE49-F238E27FC236}">
                <a16:creationId xmlns:a16="http://schemas.microsoft.com/office/drawing/2014/main" id="{04724090-5E02-4F56-94AD-BA733CF2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86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 reusable runtime around an LLM</a:t>
            </a:r>
          </a:p>
        </p:txBody>
      </p:sp>
      <p:sp>
        <p:nvSpPr>
          <p:cNvPr id="6" name="dimension-1">
            <a:extLst xmlns:a="http://schemas.openxmlformats.org/drawingml/2006/main">
              <a:ext uri="{FF2B5EF4-FFF2-40B4-BE49-F238E27FC236}">
                <a16:creationId xmlns:a16="http://schemas.microsoft.com/office/drawing/2014/main" id="{5DE25F91-CDBE-4B08-9F06-1001B40C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7" name="dimension-title-1">
            <a:extLst xmlns:a="http://schemas.openxmlformats.org/drawingml/2006/main">
              <a:ext uri="{FF2B5EF4-FFF2-40B4-BE49-F238E27FC236}">
                <a16:creationId xmlns:a16="http://schemas.microsoft.com/office/drawing/2014/main" id="{141BBE26-2C5E-4C16-95EA-AE9AB49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Interface and Interaction</a:t>
            </a:r>
          </a:p>
        </p:txBody>
      </p:sp>
      <p:sp>
        <p:nvSpPr>
          <p:cNvPr id="8" name="dimension-body-1">
            <a:extLst xmlns:a="http://schemas.openxmlformats.org/drawingml/2006/main">
              <a:ext uri="{FF2B5EF4-FFF2-40B4-BE49-F238E27FC236}">
                <a16:creationId xmlns:a16="http://schemas.microsoft.com/office/drawing/2014/main" id="{B3249F47-4F1F-4F1C-9112-3B2D0663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state, actions, environment, user</a:t>
            </a:r>
          </a:p>
        </p:txBody>
      </p:sp>
      <p:sp>
        <p:nvSpPr>
          <p:cNvPr id="9" name="dimension-link-1">
            <a:extLst xmlns:a="http://schemas.openxmlformats.org/drawingml/2006/main">
              <a:ext uri="{FF2B5EF4-FFF2-40B4-BE49-F238E27FC236}">
                <a16:creationId xmlns:a16="http://schemas.microsoft.com/office/drawing/2014/main" id="{D138F65C-0CD1-4D94-8BC5-71776562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90775" y="2076450"/>
            <a:ext cx="3181350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10" name="dimension-2">
            <a:extLst xmlns:a="http://schemas.openxmlformats.org/drawingml/2006/main">
              <a:ext uri="{FF2B5EF4-FFF2-40B4-BE49-F238E27FC236}">
                <a16:creationId xmlns:a16="http://schemas.microsoft.com/office/drawing/2014/main" id="{0891B31F-5F79-4AA9-BFA9-26BE1B0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2875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11" name="dimension-title-2">
            <a:extLst xmlns:a="http://schemas.openxmlformats.org/drawingml/2006/main">
              <a:ext uri="{FF2B5EF4-FFF2-40B4-BE49-F238E27FC236}">
                <a16:creationId xmlns:a16="http://schemas.microsoft.com/office/drawing/2014/main" id="{2FA95A92-3570-4844-BD98-5C3B1D09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002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Memory and Context</a:t>
            </a:r>
          </a:p>
        </p:txBody>
      </p:sp>
      <p:sp>
        <p:nvSpPr>
          <p:cNvPr id="12" name="dimension-body-2">
            <a:extLst xmlns:a="http://schemas.openxmlformats.org/drawingml/2006/main">
              <a:ext uri="{FF2B5EF4-FFF2-40B4-BE49-F238E27FC236}">
                <a16:creationId xmlns:a16="http://schemas.microsoft.com/office/drawing/2014/main" id="{008AD734-19FE-45AA-9492-2E2FE774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9716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working state, retrieval, experience</a:t>
            </a:r>
          </a:p>
        </p:txBody>
      </p:sp>
      <p:sp>
        <p:nvSpPr>
          <p:cNvPr id="13" name="dimension-link-2">
            <a:extLst xmlns:a="http://schemas.openxmlformats.org/drawingml/2006/main">
              <a:ext uri="{FF2B5EF4-FFF2-40B4-BE49-F238E27FC236}">
                <a16:creationId xmlns:a16="http://schemas.microsoft.com/office/drawing/2014/main" id="{7CF6466B-4BF9-4350-9261-6ADAC953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1905000"/>
            <a:ext cx="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14" name="dimension-3">
            <a:extLst xmlns:a="http://schemas.openxmlformats.org/drawingml/2006/main">
              <a:ext uri="{FF2B5EF4-FFF2-40B4-BE49-F238E27FC236}">
                <a16:creationId xmlns:a16="http://schemas.microsoft.com/office/drawing/2014/main" id="{23677F9C-3205-4CA5-83B7-DD95F58A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60020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15" name="dimension-title-3">
            <a:extLst xmlns:a="http://schemas.openxmlformats.org/drawingml/2006/main">
              <a:ext uri="{FF2B5EF4-FFF2-40B4-BE49-F238E27FC236}">
                <a16:creationId xmlns:a16="http://schemas.microsoft.com/office/drawing/2014/main" id="{83D26AF8-CFFB-40EF-B8A6-DF5B4317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771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Tools and Execution</a:t>
            </a:r>
          </a:p>
        </p:txBody>
      </p:sp>
      <p:sp>
        <p:nvSpPr>
          <p:cNvPr id="16" name="dimension-body-3">
            <a:extLst xmlns:a="http://schemas.openxmlformats.org/drawingml/2006/main">
              <a:ext uri="{FF2B5EF4-FFF2-40B4-BE49-F238E27FC236}">
                <a16:creationId xmlns:a16="http://schemas.microsoft.com/office/drawing/2014/main" id="{32AD5507-3EB1-4262-A8FA-0AE41962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1431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registries, APIs, code, databases</a:t>
            </a:r>
          </a:p>
        </p:txBody>
      </p:sp>
      <p:sp>
        <p:nvSpPr>
          <p:cNvPr id="17" name="dimension-link-3">
            <a:extLst xmlns:a="http://schemas.openxmlformats.org/drawingml/2006/main">
              <a:ext uri="{FF2B5EF4-FFF2-40B4-BE49-F238E27FC236}">
                <a16:creationId xmlns:a16="http://schemas.microsoft.com/office/drawing/2014/main" id="{931068C5-8B9F-4395-A3C3-C5B564ED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67875" y="2076450"/>
            <a:ext cx="3181350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18" name="dimension-4">
            <a:extLst xmlns:a="http://schemas.openxmlformats.org/drawingml/2006/main">
              <a:ext uri="{FF2B5EF4-FFF2-40B4-BE49-F238E27FC236}">
                <a16:creationId xmlns:a16="http://schemas.microsoft.com/office/drawing/2014/main" id="{829D5252-29D5-4C50-9548-11E4710C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19" name="dimension-title-4">
            <a:extLst xmlns:a="http://schemas.openxmlformats.org/drawingml/2006/main">
              <a:ext uri="{FF2B5EF4-FFF2-40B4-BE49-F238E27FC236}">
                <a16:creationId xmlns:a16="http://schemas.microsoft.com/office/drawing/2014/main" id="{829193C4-AD80-4A31-B3CF-5548B962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Control, Verification, and Feedback</a:t>
            </a:r>
          </a:p>
        </p:txBody>
      </p:sp>
      <p:sp>
        <p:nvSpPr>
          <p:cNvPr id="20" name="dimension-body-4">
            <a:extLst xmlns:a="http://schemas.openxmlformats.org/drawingml/2006/main">
              <a:ext uri="{FF2B5EF4-FFF2-40B4-BE49-F238E27FC236}">
                <a16:creationId xmlns:a16="http://schemas.microsoft.com/office/drawing/2014/main" id="{30F4D219-4F33-4817-8906-9BB1C903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67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checks, retries, review, observability</a:t>
            </a:r>
          </a:p>
        </p:txBody>
      </p:sp>
      <p:sp>
        <p:nvSpPr>
          <p:cNvPr id="21" name="dimension-link-4">
            <a:extLst xmlns:a="http://schemas.openxmlformats.org/drawingml/2006/main">
              <a:ext uri="{FF2B5EF4-FFF2-40B4-BE49-F238E27FC236}">
                <a16:creationId xmlns:a16="http://schemas.microsoft.com/office/drawing/2014/main" id="{46CC535C-2B0C-437D-8DDA-4A578770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90775" y="3838575"/>
            <a:ext cx="318135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22" name="dimension-5">
            <a:extLst xmlns:a="http://schemas.openxmlformats.org/drawingml/2006/main">
              <a:ext uri="{FF2B5EF4-FFF2-40B4-BE49-F238E27FC236}">
                <a16:creationId xmlns:a16="http://schemas.microsoft.com/office/drawing/2014/main" id="{76DAD434-2BFB-49D3-9FAB-1CC0E156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73380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23" name="dimension-title-5">
            <a:extLst xmlns:a="http://schemas.openxmlformats.org/drawingml/2006/main">
              <a:ext uri="{FF2B5EF4-FFF2-40B4-BE49-F238E27FC236}">
                <a16:creationId xmlns:a16="http://schemas.microsoft.com/office/drawing/2014/main" id="{B18C14D3-4F31-43F0-BC91-8EC4ACB0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905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Planning and Workflow</a:t>
            </a:r>
          </a:p>
        </p:txBody>
      </p:sp>
      <p:sp>
        <p:nvSpPr>
          <p:cNvPr id="24" name="dimension-body-5">
            <a:extLst xmlns:a="http://schemas.openxmlformats.org/drawingml/2006/main">
              <a:ext uri="{FF2B5EF4-FFF2-40B4-BE49-F238E27FC236}">
                <a16:creationId xmlns:a16="http://schemas.microsoft.com/office/drawing/2014/main" id="{5EC7D2D1-0A9D-4997-BF6C-ACFBFDEE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2767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decomposition, orchestration, stopping</a:t>
            </a:r>
          </a:p>
        </p:txBody>
      </p:sp>
      <p:sp>
        <p:nvSpPr>
          <p:cNvPr id="25" name="dimension-link-5">
            <a:extLst xmlns:a="http://schemas.openxmlformats.org/drawingml/2006/main">
              <a:ext uri="{FF2B5EF4-FFF2-40B4-BE49-F238E27FC236}">
                <a16:creationId xmlns:a16="http://schemas.microsoft.com/office/drawing/2014/main" id="{1ACE2834-CB53-40B8-8D0B-D8BFA9F7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667875" y="3838575"/>
            <a:ext cx="318135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26" name="dimension-6">
            <a:extLst xmlns:a="http://schemas.openxmlformats.org/drawingml/2006/main">
              <a:ext uri="{FF2B5EF4-FFF2-40B4-BE49-F238E27FC236}">
                <a16:creationId xmlns:a16="http://schemas.microsoft.com/office/drawing/2014/main" id="{934A5793-37A4-4B43-AF96-D0194E72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9125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27" name="dimension-title-6">
            <a:extLst xmlns:a="http://schemas.openxmlformats.org/drawingml/2006/main">
              <a:ext uri="{FF2B5EF4-FFF2-40B4-BE49-F238E27FC236}">
                <a16:creationId xmlns:a16="http://schemas.microsoft.com/office/drawing/2014/main" id="{A38DA59A-D0A1-4981-A8BE-769FD4DA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627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Optimization and Evolution</a:t>
            </a:r>
          </a:p>
        </p:txBody>
      </p:sp>
      <p:sp>
        <p:nvSpPr>
          <p:cNvPr id="28" name="dimension-body-6">
            <a:extLst xmlns:a="http://schemas.openxmlformats.org/drawingml/2006/main">
              <a:ext uri="{FF2B5EF4-FFF2-40B4-BE49-F238E27FC236}">
                <a16:creationId xmlns:a16="http://schemas.microsoft.com/office/drawing/2014/main" id="{2A24A369-8E44-4EC4-85B1-91DC7C7F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7341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prompts, policies, tools, reflection</a:t>
            </a:r>
          </a:p>
        </p:txBody>
      </p:sp>
      <p:sp>
        <p:nvSpPr>
          <p:cNvPr id="29" name="dimension-link-6">
            <a:extLst xmlns:a="http://schemas.openxmlformats.org/drawingml/2006/main">
              <a:ext uri="{FF2B5EF4-FFF2-40B4-BE49-F238E27FC236}">
                <a16:creationId xmlns:a16="http://schemas.microsoft.com/office/drawing/2014/main" id="{9B04E657-8206-439A-B486-F32CE6B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43325" y="3838575"/>
            <a:ext cx="1828800" cy="2828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30" name="dimension-7">
            <a:extLst xmlns:a="http://schemas.openxmlformats.org/drawingml/2006/main">
              <a:ext uri="{FF2B5EF4-FFF2-40B4-BE49-F238E27FC236}">
                <a16:creationId xmlns:a16="http://schemas.microsoft.com/office/drawing/2014/main" id="{BB91FE1F-585D-4481-A4A3-DEE473B5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9125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1" name="dimension-title-7">
            <a:extLst xmlns:a="http://schemas.openxmlformats.org/drawingml/2006/main">
              <a:ext uri="{FF2B5EF4-FFF2-40B4-BE49-F238E27FC236}">
                <a16:creationId xmlns:a16="http://schemas.microsoft.com/office/drawing/2014/main" id="{B30A2062-597D-4AA5-B29E-11DEB1DD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627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Coordination and Scaling</a:t>
            </a:r>
          </a:p>
        </p:txBody>
      </p:sp>
      <p:sp>
        <p:nvSpPr>
          <p:cNvPr id="32" name="dimension-body-7">
            <a:extLst xmlns:a="http://schemas.openxmlformats.org/drawingml/2006/main">
              <a:ext uri="{FF2B5EF4-FFF2-40B4-BE49-F238E27FC236}">
                <a16:creationId xmlns:a16="http://schemas.microsoft.com/office/drawing/2014/main" id="{880C70E0-4C5C-4C35-A126-5BD7E905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7341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roles, delegation, shared state</a:t>
            </a:r>
          </a:p>
        </p:txBody>
      </p:sp>
      <p:sp>
        <p:nvSpPr>
          <p:cNvPr id="33" name="dimension-link-7">
            <a:extLst xmlns:a="http://schemas.openxmlformats.org/drawingml/2006/main">
              <a:ext uri="{FF2B5EF4-FFF2-40B4-BE49-F238E27FC236}">
                <a16:creationId xmlns:a16="http://schemas.microsoft.com/office/drawing/2014/main" id="{C53BB52B-4C9A-423A-9554-853A1EA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667875" y="3838575"/>
            <a:ext cx="1828800" cy="2828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34" name="general-harness-note">
            <a:extLst xmlns:a="http://schemas.openxmlformats.org/drawingml/2006/main">
              <a:ext uri="{FF2B5EF4-FFF2-40B4-BE49-F238E27FC236}">
                <a16:creationId xmlns:a16="http://schemas.microsoft.com/office/drawing/2014/main" id="{473F1C07-3EBA-424D-98C5-B8214B0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43800"/>
            <a:ext cx="13792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35" name="general-harness-note-text">
            <a:extLst xmlns:a="http://schemas.openxmlformats.org/drawingml/2006/main">
              <a:ext uri="{FF2B5EF4-FFF2-40B4-BE49-F238E27FC236}">
                <a16:creationId xmlns:a16="http://schemas.microsoft.com/office/drawing/2014/main" id="{0C704238-FCD0-495D-9A04-7C0EBB5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77150"/>
            <a:ext cx="1333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A paper can contribute to several dimensions. The seven labels form the shared comparison layer used before temporal and task-specific coding.</a:t>
            </a:r>
          </a:p>
        </p:txBody>
      </p:sp>
    </p:spTree>
    <p:extLst>
      <p:ext uri="{BB962C8B-B14F-4D97-AF65-F5344CB8AC3E}">
        <p14:creationId xmlns:p14="http://schemas.microsoft.com/office/powerpoint/2010/main" val="2507633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2026-10-02T08:08:55.5800000Z</dcterms:created>
  <dcterms:modified xsi:type="dcterms:W3CDTF">2026-10-02T08:08:55.5800000Z</dcterms:modified>
</coreProperties>
</file>