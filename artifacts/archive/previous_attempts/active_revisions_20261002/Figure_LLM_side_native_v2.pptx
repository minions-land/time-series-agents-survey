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fa91556a944c0f" /><Relationship Type="http://schemas.openxmlformats.org/officeDocument/2006/relationships/extended-properties" Target="/docProps/app.xml" Id="Rec0a35e49b3c40f7" /><Relationship Type="http://schemas.openxmlformats.org/officeDocument/2006/relationships/officeDocument" Target="/ppt/presentation.xml" Id="Re33e5efaec8840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76e1b96dbd43dd"/>
  </p:sldMasterIdLst>
  <p:notesMasterIdLst>
    <p:notesMasterId xmlns:r="http://schemas.openxmlformats.org/officeDocument/2006/relationships" r:id="Re9709546ba80407f"/>
  </p:notesMasterIdLst>
  <p:sldIdLst>
    <p:sldId xmlns:r="http://schemas.openxmlformats.org/officeDocument/2006/relationships" id="256" r:id="Rb8da1ad8e741455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8bf64f24aa4c49" /><Relationship Type="http://schemas.openxmlformats.org/officeDocument/2006/relationships/slideMaster" Target="/ppt/slideMasters/slideMaster1.xml" Id="Rba76e1b96dbd43dd" /><Relationship Type="http://schemas.openxmlformats.org/officeDocument/2006/relationships/notesMaster" Target="/ppt/notesMasters/notesMaster1.xml" Id="Re9709546ba80407f" /><Relationship Type="http://schemas.openxmlformats.org/officeDocument/2006/relationships/presProps" Target="/ppt/presProps.xml" Id="R36a3a2b5b1834788" /><Relationship Type="http://schemas.openxmlformats.org/officeDocument/2006/relationships/tableStyles" Target="/ppt/tableStyles.xml" Id="R54ae128309dd4a73" /><Relationship Type="http://schemas.openxmlformats.org/officeDocument/2006/relationships/slide" Target="/ppt/slides/slide1.xml" Id="Rb8da1ad8e74145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2a1dc3b5a448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04f66bd5b24c12" /><Relationship Type="http://schemas.openxmlformats.org/officeDocument/2006/relationships/notesMaster" Target="/ppt/notesMasters/notesMaster1.xml" Id="Raf46d85b01ed4d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LLM-side contribution map adapted from the ChatTS training pipeline. Attribute selection feeds an attribute-based generator and a time-series evolution-instruction path. The generated series and language supervision support temporal alignment during model training. All nodes and connectors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9fdf06c9042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bb8bd9bc5b427e" /><Relationship Type="http://schemas.openxmlformats.org/officeDocument/2006/relationships/slideLayout" Target="/ppt/slideLayouts/slideLayout1.xml" Id="Rfd836965677b49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836965677b49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431fc62214e84" /><Relationship Type="http://schemas.openxmlformats.org/officeDocument/2006/relationships/notesSlide" Target="/ppt/notesSlides/notesSlide1.xml" Id="R516e543c8b454b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B79BEC2C-C2DB-40A0-9089-4453F5E6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Temporal Alignment and Instruction Data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91C6124E-FC2A-4E80-8B5E-473AC279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8675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LLM-side contribution: numerical series enter language-model training through complementary data paths.</a:t>
            </a:r>
          </a:p>
        </p:txBody>
      </p:sp>
      <p:sp>
        <p:nvSpPr>
          <p:cNvPr id="3" name="model-side-label">
            <a:extLst xmlns:a="http://schemas.openxmlformats.org/drawingml/2006/main">
              <a:ext uri="{FF2B5EF4-FFF2-40B4-BE49-F238E27FC236}">
                <a16:creationId xmlns:a16="http://schemas.microsoft.com/office/drawing/2014/main" id="{03B0772C-70CA-4A7B-91F6-F81F4BFD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Model-side representation and reasoning</a:t>
            </a:r>
          </a:p>
        </p:txBody>
      </p:sp>
      <p:sp>
        <p:nvSpPr>
          <p:cNvPr id="4" name="selector-to-generator">
            <a:extLst xmlns:a="http://schemas.openxmlformats.org/drawingml/2006/main">
              <a:ext uri="{FF2B5EF4-FFF2-40B4-BE49-F238E27FC236}">
                <a16:creationId xmlns:a16="http://schemas.microsoft.com/office/drawing/2014/main" id="{8BEB658D-F586-4CC3-AE89-1D5BEF16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33800" y="3276600"/>
            <a:ext cx="144780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5" name="selector-to-evol">
            <a:extLst xmlns:a="http://schemas.openxmlformats.org/drawingml/2006/main">
              <a:ext uri="{FF2B5EF4-FFF2-40B4-BE49-F238E27FC236}">
                <a16:creationId xmlns:a16="http://schemas.microsoft.com/office/drawing/2014/main" id="{87F3EA00-EE57-4F27-85E0-AB2F223C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33800" y="4953000"/>
            <a:ext cx="144780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6" name="generator-to-training-data">
            <a:extLst xmlns:a="http://schemas.openxmlformats.org/drawingml/2006/main">
              <a:ext uri="{FF2B5EF4-FFF2-40B4-BE49-F238E27FC236}">
                <a16:creationId xmlns:a16="http://schemas.microsoft.com/office/drawing/2014/main" id="{7AEF19E1-B6CF-4F36-B2C3-60B0A502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86800" y="3371850"/>
            <a:ext cx="1790700" cy="132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7" name="evol-to-training-data">
            <a:extLst xmlns:a="http://schemas.openxmlformats.org/drawingml/2006/main">
              <a:ext uri="{FF2B5EF4-FFF2-40B4-BE49-F238E27FC236}">
                <a16:creationId xmlns:a16="http://schemas.microsoft.com/office/drawing/2014/main" id="{CE72AC19-CA40-412A-BB22-7C3A0AC5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86800" y="4953000"/>
            <a:ext cx="1790700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8" name="data-to-training">
            <a:extLst xmlns:a="http://schemas.openxmlformats.org/drawingml/2006/main">
              <a:ext uri="{FF2B5EF4-FFF2-40B4-BE49-F238E27FC236}">
                <a16:creationId xmlns:a16="http://schemas.microsoft.com/office/drawing/2014/main" id="{2FACEC26-EB4C-4A60-B212-04B5DBCB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525500" y="476250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9" name="node-1">
            <a:extLst xmlns:a="http://schemas.openxmlformats.org/drawingml/2006/main">
              <a:ext uri="{FF2B5EF4-FFF2-40B4-BE49-F238E27FC236}">
                <a16:creationId xmlns:a16="http://schemas.microsoft.com/office/drawing/2014/main" id="{D6022DB8-F031-4C3F-8472-10149867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2857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10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B5919AD2-7914-450F-BBE0-C0046EF2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Attribute selector</a:t>
            </a:r>
          </a:p>
        </p:txBody>
      </p:sp>
      <p:sp>
        <p:nvSpPr>
          <p:cNvPr id="11" name="node-body-1">
            <a:extLst xmlns:a="http://schemas.openxmlformats.org/drawingml/2006/main">
              <a:ext uri="{FF2B5EF4-FFF2-40B4-BE49-F238E27FC236}">
                <a16:creationId xmlns:a16="http://schemas.microsoft.com/office/drawing/2014/main" id="{130777FF-4F3A-4702-9E2E-CA3DD891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selects temporal attributes</a:t>
            </a:r>
          </a:p>
        </p:txBody>
      </p:sp>
      <p:sp>
        <p:nvSpPr>
          <p:cNvPr id="12" name="node-2">
            <a:extLst xmlns:a="http://schemas.openxmlformats.org/drawingml/2006/main">
              <a:ext uri="{FF2B5EF4-FFF2-40B4-BE49-F238E27FC236}">
                <a16:creationId xmlns:a16="http://schemas.microsoft.com/office/drawing/2014/main" id="{AF13D1C5-CC5B-4B08-A053-A720E1C6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43150"/>
            <a:ext cx="35052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13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9E26B9FA-3964-491C-963F-585B35B6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rPr>
              <a:t>Attribute-based generator</a:t>
            </a:r>
          </a:p>
        </p:txBody>
      </p:sp>
      <p:sp>
        <p:nvSpPr>
          <p:cNvPr id="14" name="node-body-2">
            <a:extLst xmlns:a="http://schemas.openxmlformats.org/drawingml/2006/main">
              <a:ext uri="{FF2B5EF4-FFF2-40B4-BE49-F238E27FC236}">
                <a16:creationId xmlns:a16="http://schemas.microsoft.com/office/drawing/2014/main" id="{ACA87F35-B8F4-4F06-AE22-F4963982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718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generates series with selected attributes</a:t>
            </a:r>
          </a:p>
        </p:txBody>
      </p:sp>
      <p:sp>
        <p:nvSpPr>
          <p:cNvPr id="15" name="node-3">
            <a:extLst xmlns:a="http://schemas.openxmlformats.org/drawingml/2006/main">
              <a:ext uri="{FF2B5EF4-FFF2-40B4-BE49-F238E27FC236}">
                <a16:creationId xmlns:a16="http://schemas.microsoft.com/office/drawing/2014/main" id="{119EAB7E-A565-4EFD-8FAD-BFC25FF6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00700"/>
            <a:ext cx="35052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16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765D0689-4D6B-43A4-953E-751D2698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025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rPr>
              <a:t>Time-series evolution instruction</a:t>
            </a:r>
          </a:p>
        </p:txBody>
      </p:sp>
      <p:sp>
        <p:nvSpPr>
          <p:cNvPr id="17" name="node-body-3">
            <a:extLst xmlns:a="http://schemas.openxmlformats.org/drawingml/2006/main">
              <a:ext uri="{FF2B5EF4-FFF2-40B4-BE49-F238E27FC236}">
                <a16:creationId xmlns:a16="http://schemas.microsoft.com/office/drawing/2014/main" id="{0206E291-68CC-4EA8-9B76-06015C37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22935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generates temporal instruction text</a:t>
            </a:r>
          </a:p>
        </p:txBody>
      </p:sp>
      <p:sp>
        <p:nvSpPr>
          <p:cNvPr id="18" name="node-4">
            <a:extLst xmlns:a="http://schemas.openxmlformats.org/drawingml/2006/main">
              <a:ext uri="{FF2B5EF4-FFF2-40B4-BE49-F238E27FC236}">
                <a16:creationId xmlns:a16="http://schemas.microsoft.com/office/drawing/2014/main" id="{7B5A089B-4AC8-4137-BEE3-69C95C5A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76700"/>
            <a:ext cx="333375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19" name="node-title-4">
            <a:extLst xmlns:a="http://schemas.openxmlformats.org/drawingml/2006/main">
              <a:ext uri="{FF2B5EF4-FFF2-40B4-BE49-F238E27FC236}">
                <a16:creationId xmlns:a16="http://schemas.microsoft.com/office/drawing/2014/main" id="{B17DDDD0-C4F7-48C4-AA81-DEF71AC8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862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Generated training data</a:t>
            </a:r>
          </a:p>
        </p:txBody>
      </p:sp>
      <p:sp>
        <p:nvSpPr>
          <p:cNvPr id="20" name="node-body-4">
            <a:extLst xmlns:a="http://schemas.openxmlformats.org/drawingml/2006/main">
              <a:ext uri="{FF2B5EF4-FFF2-40B4-BE49-F238E27FC236}">
                <a16:creationId xmlns:a16="http://schemas.microsoft.com/office/drawing/2014/main" id="{1E76CA3E-9B09-4ED8-8EB1-8FB2E5D7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053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series plus language supervision</a:t>
            </a:r>
          </a:p>
        </p:txBody>
      </p:sp>
      <p:sp>
        <p:nvSpPr>
          <p:cNvPr id="21" name="node-5">
            <a:extLst xmlns:a="http://schemas.openxmlformats.org/drawingml/2006/main">
              <a:ext uri="{FF2B5EF4-FFF2-40B4-BE49-F238E27FC236}">
                <a16:creationId xmlns:a16="http://schemas.microsoft.com/office/drawing/2014/main" id="{6719AC33-D808-4F95-8265-6653A9B3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076700"/>
            <a:ext cx="142875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22" name="node-title-5">
            <a:extLst xmlns:a="http://schemas.openxmlformats.org/drawingml/2006/main">
              <a:ext uri="{FF2B5EF4-FFF2-40B4-BE49-F238E27FC236}">
                <a16:creationId xmlns:a16="http://schemas.microsoft.com/office/drawing/2014/main" id="{8085943B-DE14-4E17-BAE5-A25CC86B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28625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467A9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67A92"/>
                </a:solidFill>
                <a:latin typeface="Times New Roman"/>
                <a:ea typeface="Times New Roman"/>
                <a:cs typeface="Times New Roman"/>
              </a:rPr>
              <a:t>Model training</a:t>
            </a:r>
          </a:p>
        </p:txBody>
      </p:sp>
      <p:sp>
        <p:nvSpPr>
          <p:cNvPr id="23" name="node-body-5">
            <a:extLst xmlns:a="http://schemas.openxmlformats.org/drawingml/2006/main">
              <a:ext uri="{FF2B5EF4-FFF2-40B4-BE49-F238E27FC236}">
                <a16:creationId xmlns:a16="http://schemas.microsoft.com/office/drawing/2014/main" id="{41CFDE87-DAD6-4738-8F07-57914949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70535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temporal alignment</a:t>
            </a:r>
          </a:p>
        </p:txBody>
      </p:sp>
      <p:sp>
        <p:nvSpPr>
          <p:cNvPr id="24" name="llm-side-rule">
            <a:extLst xmlns:a="http://schemas.openxmlformats.org/drawingml/2006/main">
              <a:ext uri="{FF2B5EF4-FFF2-40B4-BE49-F238E27FC236}">
                <a16:creationId xmlns:a16="http://schemas.microsoft.com/office/drawing/2014/main" id="{04E217AA-E8CE-42AB-B9CA-F7BAF50F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0"/>
            <a:ext cx="12382500" cy="5143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7145">
            <a:solidFill>
              <a:srgbClr val="467A92"/>
            </a:solidFill>
            <a:prstDash val="solid"/>
          </a:ln>
        </p:spPr>
      </p:sp>
      <p:sp>
        <p:nvSpPr>
          <p:cNvPr id="25" name="llm-side-rule-text">
            <a:extLst xmlns:a="http://schemas.openxmlformats.org/drawingml/2006/main">
              <a:ext uri="{FF2B5EF4-FFF2-40B4-BE49-F238E27FC236}">
                <a16:creationId xmlns:a16="http://schemas.microsoft.com/office/drawing/2014/main" id="{460B382D-FFD4-4E30-87E2-687AFA73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7391400"/>
            <a:ext cx="1188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The LLM-side layer changes what temporal signals can be represented, aligned, and explained before the Harness executes a task.</a:t>
            </a:r>
          </a:p>
        </p:txBody>
      </p:sp>
    </p:spTree>
    <p:extLst>
      <p:ext uri="{BB962C8B-B14F-4D97-AF65-F5344CB8AC3E}">
        <p14:creationId xmlns:p14="http://schemas.microsoft.com/office/powerpoint/2010/main" val="1260826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2026-10-02T08:46:48.0460000Z</dcterms:created>
  <dcterms:modified xsi:type="dcterms:W3CDTF">2026-10-02T08:46:48.0460000Z</dcterms:modified>
</coreProperties>
</file>