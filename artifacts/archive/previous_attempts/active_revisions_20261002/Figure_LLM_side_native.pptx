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0511d2c6784968" /><Relationship Type="http://schemas.openxmlformats.org/officeDocument/2006/relationships/extended-properties" Target="/docProps/app.xml" Id="Rb73b69ea559a46b0" /><Relationship Type="http://schemas.openxmlformats.org/officeDocument/2006/relationships/officeDocument" Target="/ppt/presentation.xml" Id="R21a71b9fe0fe4f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e2902873a34a71"/>
  </p:sldMasterIdLst>
  <p:notesMasterIdLst>
    <p:notesMasterId xmlns:r="http://schemas.openxmlformats.org/officeDocument/2006/relationships" r:id="R1cf5f283bea74914"/>
  </p:notesMasterIdLst>
  <p:sldIdLst>
    <p:sldId xmlns:r="http://schemas.openxmlformats.org/officeDocument/2006/relationships" id="256" r:id="R641f144e26ed445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4d7fc5d62481d" /><Relationship Type="http://schemas.openxmlformats.org/officeDocument/2006/relationships/slideMaster" Target="/ppt/slideMasters/slideMaster1.xml" Id="Rd3e2902873a34a71" /><Relationship Type="http://schemas.openxmlformats.org/officeDocument/2006/relationships/notesMaster" Target="/ppt/notesMasters/notesMaster1.xml" Id="R1cf5f283bea74914" /><Relationship Type="http://schemas.openxmlformats.org/officeDocument/2006/relationships/presProps" Target="/ppt/presProps.xml" Id="Rbf74fc781438432a" /><Relationship Type="http://schemas.openxmlformats.org/officeDocument/2006/relationships/tableStyles" Target="/ppt/tableStyles.xml" Id="R15380dc4b1df4364" /><Relationship Type="http://schemas.openxmlformats.org/officeDocument/2006/relationships/slide" Target="/ppt/slides/slide1.xml" Id="R641f144e26ed44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9de4a6fd994e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f4e078504845ac" /><Relationship Type="http://schemas.openxmlformats.org/officeDocument/2006/relationships/notesMaster" Target="/ppt/notesMasters/notesMaster1.xml" Id="R693739e71a0f42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LLM-side contribution map adapted from the ChatTS training pipeline. Attribute selection feeds an attribute-based generator and a time-series evolution-instruction path. The generated series and language supervision support temporal alignment during model training. All nodes and connectors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95c0ebae8e48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c48361ac164409" /><Relationship Type="http://schemas.openxmlformats.org/officeDocument/2006/relationships/slideLayout" Target="/ppt/slideLayouts/slideLayout1.xml" Id="Rf0c13b76c9ea4d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13b76c9ea4d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6e68949be4651" /><Relationship Type="http://schemas.openxmlformats.org/officeDocument/2006/relationships/notesSlide" Target="/ppt/notesSlides/notesSlide1.xml" Id="Red8f277dbb6d4c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5D169658-F7A5-46C8-BD31-EA6C5291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Alignment and Instruction Data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D26FCC48-18CF-404F-BDA6-033E608E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28675"/>
            <a:ext cx="1381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LLM-side contribution: numerical series enter language-model training through complementary data paths.</a:t>
            </a:r>
          </a:p>
        </p:txBody>
      </p:sp>
      <p:sp>
        <p:nvSpPr>
          <p:cNvPr id="3" name="model-side-label">
            <a:extLst xmlns:a="http://schemas.openxmlformats.org/drawingml/2006/main">
              <a:ext uri="{FF2B5EF4-FFF2-40B4-BE49-F238E27FC236}">
                <a16:creationId xmlns:a16="http://schemas.microsoft.com/office/drawing/2014/main" id="{794E3116-6053-4B0D-9B01-5A9FED8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811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Model-side representation and reasoning</a:t>
            </a:r>
          </a:p>
        </p:txBody>
      </p:sp>
      <p:sp>
        <p:nvSpPr>
          <p:cNvPr id="4" name="selector-to-generator">
            <a:extLst xmlns:a="http://schemas.openxmlformats.org/drawingml/2006/main">
              <a:ext uri="{FF2B5EF4-FFF2-40B4-BE49-F238E27FC236}">
                <a16:creationId xmlns:a16="http://schemas.microsoft.com/office/drawing/2014/main" id="{F8FD808F-49F8-4071-83B8-59915C2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733800" y="3276600"/>
            <a:ext cx="144780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5" name="selector-to-evol">
            <a:extLst xmlns:a="http://schemas.openxmlformats.org/drawingml/2006/main">
              <a:ext uri="{FF2B5EF4-FFF2-40B4-BE49-F238E27FC236}">
                <a16:creationId xmlns:a16="http://schemas.microsoft.com/office/drawing/2014/main" id="{076FD716-2C85-4997-ACC5-E18E7FB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33800" y="4953000"/>
            <a:ext cx="144780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" name="generator-to-training-data">
            <a:extLst xmlns:a="http://schemas.openxmlformats.org/drawingml/2006/main">
              <a:ext uri="{FF2B5EF4-FFF2-40B4-BE49-F238E27FC236}">
                <a16:creationId xmlns:a16="http://schemas.microsoft.com/office/drawing/2014/main" id="{CF2C1B73-BE2C-46B3-85E4-B10F9F95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86800" y="3371850"/>
            <a:ext cx="179070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7" name="evol-to-training-data">
            <a:extLst xmlns:a="http://schemas.openxmlformats.org/drawingml/2006/main">
              <a:ext uri="{FF2B5EF4-FFF2-40B4-BE49-F238E27FC236}">
                <a16:creationId xmlns:a16="http://schemas.microsoft.com/office/drawing/2014/main" id="{8E790253-CF52-4227-97C8-060ADE09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86800" y="4953000"/>
            <a:ext cx="179070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8" name="data-to-training">
            <a:extLst xmlns:a="http://schemas.openxmlformats.org/drawingml/2006/main">
              <a:ext uri="{FF2B5EF4-FFF2-40B4-BE49-F238E27FC236}">
                <a16:creationId xmlns:a16="http://schemas.microsoft.com/office/drawing/2014/main" id="{119A6522-4852-41FA-8228-DF67AD2B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830300" y="47625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9" name="node-1">
            <a:extLst xmlns:a="http://schemas.openxmlformats.org/drawingml/2006/main">
              <a:ext uri="{FF2B5EF4-FFF2-40B4-BE49-F238E27FC236}">
                <a16:creationId xmlns:a16="http://schemas.microsoft.com/office/drawing/2014/main" id="{97BD3307-EB72-4852-BC05-A6C86E1E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8575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0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4D6041D6-35CF-42C1-B1B0-C88FBAC6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Attribute selector</a:t>
            </a:r>
          </a:p>
        </p:txBody>
      </p:sp>
      <p:sp>
        <p:nvSpPr>
          <p:cNvPr id="11" name="node-body-1">
            <a:extLst xmlns:a="http://schemas.openxmlformats.org/drawingml/2006/main">
              <a:ext uri="{FF2B5EF4-FFF2-40B4-BE49-F238E27FC236}">
                <a16:creationId xmlns:a16="http://schemas.microsoft.com/office/drawing/2014/main" id="{0420D26C-BB3A-4B3D-A0AF-25CEEF7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selects temporal attributes</a:t>
            </a:r>
          </a:p>
        </p:txBody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EB016A5B-25C8-4766-A03A-A43D628E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43150"/>
            <a:ext cx="35052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3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BAFCEAE1-69AD-4A02-B32C-EA98648E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78324"/>
                </a:solidFill>
                <a:latin typeface="Times New Roman"/>
                <a:ea typeface="Times New Roman"/>
                <a:cs typeface="Times New Roman"/>
              </a:rPr>
              <a:t>Attribute-based generator</a:t>
            </a:r>
          </a:p>
        </p:txBody>
      </p:sp>
      <p:sp>
        <p:nvSpPr>
          <p:cNvPr id="14" name="node-body-2">
            <a:extLst xmlns:a="http://schemas.openxmlformats.org/drawingml/2006/main">
              <a:ext uri="{FF2B5EF4-FFF2-40B4-BE49-F238E27FC236}">
                <a16:creationId xmlns:a16="http://schemas.microsoft.com/office/drawing/2014/main" id="{842CA845-B540-4F95-9122-495F7B53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7180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generates series with selected attributes</a:t>
            </a:r>
          </a:p>
        </p:txBody>
      </p:sp>
      <p:sp>
        <p:nvSpPr>
          <p:cNvPr id="15" name="node-3">
            <a:extLst xmlns:a="http://schemas.openxmlformats.org/drawingml/2006/main">
              <a:ext uri="{FF2B5EF4-FFF2-40B4-BE49-F238E27FC236}">
                <a16:creationId xmlns:a16="http://schemas.microsoft.com/office/drawing/2014/main" id="{DC333567-CD51-4E65-A56C-25ADC0E7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00700"/>
            <a:ext cx="35052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16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F0F2B654-81E6-4C26-860D-937AA7EB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7058A6"/>
                </a:solidFill>
                <a:latin typeface="Times New Roman"/>
                <a:ea typeface="Times New Roman"/>
                <a:cs typeface="Times New Roman"/>
              </a:rPr>
              <a:t>Time-series evolution instruction</a:t>
            </a:r>
          </a:p>
        </p:txBody>
      </p:sp>
      <p:sp>
        <p:nvSpPr>
          <p:cNvPr id="17" name="node-body-3">
            <a:extLst xmlns:a="http://schemas.openxmlformats.org/drawingml/2006/main">
              <a:ext uri="{FF2B5EF4-FFF2-40B4-BE49-F238E27FC236}">
                <a16:creationId xmlns:a16="http://schemas.microsoft.com/office/drawing/2014/main" id="{2B4649C5-A810-48D8-A6C2-BA1C476D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229350"/>
            <a:ext cx="312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generates temporal instruction text</a:t>
            </a:r>
          </a:p>
        </p:txBody>
      </p:sp>
      <p:sp>
        <p:nvSpPr>
          <p:cNvPr id="18" name="node-4">
            <a:extLst xmlns:a="http://schemas.openxmlformats.org/drawingml/2006/main">
              <a:ext uri="{FF2B5EF4-FFF2-40B4-BE49-F238E27FC236}">
                <a16:creationId xmlns:a16="http://schemas.microsoft.com/office/drawing/2014/main" id="{FA2C994C-4936-46AD-A4BC-7C653868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76700"/>
            <a:ext cx="33528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19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CE279E4F-F753-491B-BB94-F4DB81F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862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8167"/>
                </a:solidFill>
                <a:latin typeface="Times New Roman"/>
                <a:ea typeface="Times New Roman"/>
                <a:cs typeface="Times New Roman"/>
              </a:rPr>
              <a:t>Generated training data</a:t>
            </a:r>
          </a:p>
        </p:txBody>
      </p:sp>
      <p:sp>
        <p:nvSpPr>
          <p:cNvPr id="20" name="node-body-4">
            <a:extLst xmlns:a="http://schemas.openxmlformats.org/drawingml/2006/main">
              <a:ext uri="{FF2B5EF4-FFF2-40B4-BE49-F238E27FC236}">
                <a16:creationId xmlns:a16="http://schemas.microsoft.com/office/drawing/2014/main" id="{97C9E98E-2A1A-4786-AFA7-97D1D730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7053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series plus language supervision</a:t>
            </a:r>
          </a:p>
        </p:txBody>
      </p:sp>
      <p:sp>
        <p:nvSpPr>
          <p:cNvPr id="21" name="node-5">
            <a:extLst xmlns:a="http://schemas.openxmlformats.org/drawingml/2006/main">
              <a:ext uri="{FF2B5EF4-FFF2-40B4-BE49-F238E27FC236}">
                <a16:creationId xmlns:a16="http://schemas.microsoft.com/office/drawing/2014/main" id="{99ABE458-1238-4F85-A41F-9AE136FF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076700"/>
            <a:ext cx="990600" cy="1371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22" name="node-title-5">
            <a:extLst xmlns:a="http://schemas.openxmlformats.org/drawingml/2006/main">
              <a:ext uri="{FF2B5EF4-FFF2-40B4-BE49-F238E27FC236}">
                <a16:creationId xmlns:a16="http://schemas.microsoft.com/office/drawing/2014/main" id="{470B4A8B-0D0C-406B-B8B3-DA8C8D2C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4650" y="42862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467A92"/>
                </a:solidFill>
                <a:latin typeface="Times New Roman"/>
                <a:ea typeface="Times New Roman"/>
                <a:cs typeface="Times New Roman"/>
              </a:rPr>
              <a:t>Model training</a:t>
            </a:r>
          </a:p>
        </p:txBody>
      </p:sp>
      <p:sp>
        <p:nvSpPr>
          <p:cNvPr id="23" name="node-body-5">
            <a:extLst xmlns:a="http://schemas.openxmlformats.org/drawingml/2006/main">
              <a:ext uri="{FF2B5EF4-FFF2-40B4-BE49-F238E27FC236}">
                <a16:creationId xmlns:a16="http://schemas.microsoft.com/office/drawing/2014/main" id="{11BE8E47-B257-4BA2-85CF-112AB3C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3700" y="4705350"/>
            <a:ext cx="60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alignment</a:t>
            </a:r>
          </a:p>
        </p:txBody>
      </p:sp>
      <p:sp>
        <p:nvSpPr>
          <p:cNvPr id="24" name="llm-side-rule">
            <a:extLst xmlns:a="http://schemas.openxmlformats.org/drawingml/2006/main">
              <a:ext uri="{FF2B5EF4-FFF2-40B4-BE49-F238E27FC236}">
                <a16:creationId xmlns:a16="http://schemas.microsoft.com/office/drawing/2014/main" id="{301AC8DF-F8D5-401A-8CF3-FF101E7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0"/>
            <a:ext cx="12382500" cy="51435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7145">
            <a:solidFill>
              <a:srgbClr val="467A92"/>
            </a:solidFill>
            <a:prstDash val="solid"/>
          </a:ln>
        </p:spPr>
      </p:sp>
      <p:sp>
        <p:nvSpPr>
          <p:cNvPr id="25" name="llm-side-rule-text">
            <a:extLst xmlns:a="http://schemas.openxmlformats.org/drawingml/2006/main">
              <a:ext uri="{FF2B5EF4-FFF2-40B4-BE49-F238E27FC236}">
                <a16:creationId xmlns:a16="http://schemas.microsoft.com/office/drawing/2014/main" id="{8D179F8C-C597-4979-A471-8CF28BAD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391400"/>
            <a:ext cx="1188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The LLM-side layer changes what temporal signals can be represented, aligned, and explained before the Harness executes a task.</a:t>
            </a:r>
          </a:p>
        </p:txBody>
      </p:sp>
    </p:spTree>
    <p:extLst>
      <p:ext uri="{BB962C8B-B14F-4D97-AF65-F5344CB8AC3E}">
        <p14:creationId xmlns:p14="http://schemas.microsoft.com/office/powerpoint/2010/main" val="322204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2026-10-02T08:45:21.8140000Z</dcterms:created>
  <dcterms:modified xsi:type="dcterms:W3CDTF">2026-10-02T08:45:21.8140000Z</dcterms:modified>
</coreProperties>
</file>