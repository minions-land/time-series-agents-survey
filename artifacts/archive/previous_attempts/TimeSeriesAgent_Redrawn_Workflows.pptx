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21c67ec0442f8" /><Relationship Type="http://schemas.openxmlformats.org/officeDocument/2006/relationships/extended-properties" Target="/docProps/app.xml" Id="Rfa135fe50e664728" /><Relationship Type="http://schemas.openxmlformats.org/officeDocument/2006/relationships/officeDocument" Target="/ppt/presentation.xml" Id="R71dbf6cf993f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bd3a858bf43d3"/>
  </p:sldMasterIdLst>
  <p:notesMasterIdLst>
    <p:notesMasterId xmlns:r="http://schemas.openxmlformats.org/officeDocument/2006/relationships" r:id="Rd5adb744ce7b4d19"/>
  </p:notesMasterIdLst>
  <p:sldIdLst>
    <p:sldId xmlns:r="http://schemas.openxmlformats.org/officeDocument/2006/relationships" id="256" r:id="R5f8a685547a94499"/>
    <p:sldId xmlns:r="http://schemas.openxmlformats.org/officeDocument/2006/relationships" id="257" r:id="Re6dfeb26d14f40e1"/>
    <p:sldId xmlns:r="http://schemas.openxmlformats.org/officeDocument/2006/relationships" id="258" r:id="R2043a272e8884daa"/>
    <p:sldId xmlns:r="http://schemas.openxmlformats.org/officeDocument/2006/relationships" id="259" r:id="R79079a7240fd4331"/>
    <p:sldId xmlns:r="http://schemas.openxmlformats.org/officeDocument/2006/relationships" id="260" r:id="Rf94de80f2ecf4cd4"/>
    <p:sldId xmlns:r="http://schemas.openxmlformats.org/officeDocument/2006/relationships" id="261" r:id="R97fc90ce85c84252"/>
    <p:sldId xmlns:r="http://schemas.openxmlformats.org/officeDocument/2006/relationships" id="262" r:id="Re0801cdf7dc945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5dee8aadd4550" /><Relationship Type="http://schemas.openxmlformats.org/officeDocument/2006/relationships/slideMaster" Target="/ppt/slideMasters/slideMaster1.xml" Id="Rf4bbd3a858bf43d3" /><Relationship Type="http://schemas.openxmlformats.org/officeDocument/2006/relationships/notesMaster" Target="/ppt/notesMasters/notesMaster1.xml" Id="Rd5adb744ce7b4d19" /><Relationship Type="http://schemas.openxmlformats.org/officeDocument/2006/relationships/presProps" Target="/ppt/presProps.xml" Id="R4dd8936fc0dc4737" /><Relationship Type="http://schemas.openxmlformats.org/officeDocument/2006/relationships/tableStyles" Target="/ppt/tableStyles.xml" Id="Rec24d0985e084fd8" /><Relationship Type="http://schemas.openxmlformats.org/officeDocument/2006/relationships/slide" Target="/ppt/slides/slide1.xml" Id="R5f8a685547a94499" /><Relationship Type="http://schemas.openxmlformats.org/officeDocument/2006/relationships/slide" Target="/ppt/slides/slide2.xml" Id="Re6dfeb26d14f40e1" /><Relationship Type="http://schemas.openxmlformats.org/officeDocument/2006/relationships/slide" Target="/ppt/slides/slide3.xml" Id="R2043a272e8884daa" /><Relationship Type="http://schemas.openxmlformats.org/officeDocument/2006/relationships/slide" Target="/ppt/slides/slide4.xml" Id="R79079a7240fd4331" /><Relationship Type="http://schemas.openxmlformats.org/officeDocument/2006/relationships/slide" Target="/ppt/slides/slide5.xml" Id="Rf94de80f2ecf4cd4" /><Relationship Type="http://schemas.openxmlformats.org/officeDocument/2006/relationships/slide" Target="/ppt/slides/slide6.xml" Id="R97fc90ce85c84252" /><Relationship Type="http://schemas.openxmlformats.org/officeDocument/2006/relationships/slide" Target="/ppt/slides/slide7.xml" Id="Re0801cdf7dc9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1233e572a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f895cbec534985" /><Relationship Type="http://schemas.openxmlformats.org/officeDocument/2006/relationships/notesMaster" Target="/ppt/notesMasters/notesMaster1.xml" Id="R73ee30e1dd0d43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7a5c2de864ab1" /><Relationship Type="http://schemas.openxmlformats.org/officeDocument/2006/relationships/notesMaster" Target="/ppt/notesMasters/notesMaster1.xml" Id="R6a2a2a3cbc034f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b2e9c3e95042a3" /><Relationship Type="http://schemas.openxmlformats.org/officeDocument/2006/relationships/notesMaster" Target="/ppt/notesMasters/notesMaster1.xml" Id="Rd12fddce52ec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7c8e66d2248d8" /><Relationship Type="http://schemas.openxmlformats.org/officeDocument/2006/relationships/notesMaster" Target="/ppt/notesMasters/notesMaster1.xml" Id="Rb091871fd4d04c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6835a75994ebe" /><Relationship Type="http://schemas.openxmlformats.org/officeDocument/2006/relationships/notesMaster" Target="/ppt/notesMasters/notesMaster1.xml" Id="Rbd9a1f4bc9d841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929ed0cbd4709" /><Relationship Type="http://schemas.openxmlformats.org/officeDocument/2006/relationships/notesMaster" Target="/ppt/notesMasters/notesMaster1.xml" Id="R3eec92d58df2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fa4d910f754e91" /><Relationship Type="http://schemas.openxmlformats.org/officeDocument/2006/relationships/notesMaster" Target="/ppt/notesMasters/notesMaster1.xml" Id="Rb129dbdd92f8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ce11c4402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f2455a5a00404a" /><Relationship Type="http://schemas.openxmlformats.org/officeDocument/2006/relationships/slideLayout" Target="/ppt/slideLayouts/slideLayout1.xml" Id="R6d0f2c4b60404b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f2c4b60404b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97f881fc54bd7" /><Relationship Type="http://schemas.openxmlformats.org/officeDocument/2006/relationships/notesSlide" Target="/ppt/notesSlides/notesSlide1.xml" Id="Rdcf388920ed2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0f034b67a4664" /><Relationship Type="http://schemas.openxmlformats.org/officeDocument/2006/relationships/notesSlide" Target="/ppt/notesSlides/notesSlide2.xml" Id="Rfae48734f710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f21864714435" /><Relationship Type="http://schemas.openxmlformats.org/officeDocument/2006/relationships/notesSlide" Target="/ppt/notesSlides/notesSlide3.xml" Id="R481803360377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c5332d42b4157" /><Relationship Type="http://schemas.openxmlformats.org/officeDocument/2006/relationships/notesSlide" Target="/ppt/notesSlides/notesSlide4.xml" Id="R88856f46af864a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031601254a8c" /><Relationship Type="http://schemas.openxmlformats.org/officeDocument/2006/relationships/notesSlide" Target="/ppt/notesSlides/notesSlide5.xml" Id="R3dde2d1a67294d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ab9233db485c" /><Relationship Type="http://schemas.openxmlformats.org/officeDocument/2006/relationships/notesSlide" Target="/ppt/notesSlides/notesSlide6.xml" Id="Rf03cad372301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54904c9af4597" /><Relationship Type="http://schemas.openxmlformats.org/officeDocument/2006/relationships/notesSlide" Target="/ppt/notesSlides/notesSlide7.xml" Id="R63ac8b1269904a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9C54F-6482-4E9F-BBCF-484950B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Temporal alignment and instruction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B84E-4B64-4C91-8996-053D4AF9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LLM-side contribution: numerical series enter language-model training through two complementary data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67D98-997A-4342-8D0D-4815BB4E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CE64-B21D-4619-94C5-310AD307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Attribute selector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FA808-B241-4168-9D89-0192648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selects temporal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D1648-951E-4DCE-B71C-257EE8C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1D95A-4B9E-4F3C-A6EB-9D008B2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Attribute-based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79AB0-7EE0-4698-A600-1EF579C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669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generates series with selected attributes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2CF27-ECAD-4BE2-8520-FC03D9C4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5B158-34CB-43F4-9519-CB83254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Time-series evol-instruct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B4AF4-8813-486E-BF7A-BEA35787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1480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generates temporal instruction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6E1DF-9ECC-4A56-AE3E-747994D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3EA13-ACD8-4301-B6CE-7BBE69F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Generated training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C6908-5ED7-4C2D-A41E-52B30D89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series + language supervision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26197-214D-4D5D-BAEC-9865CC4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C684B-891F-433E-92EF-7D15E65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Model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AC333-F36B-46A1-B8B6-E5691A60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alignment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143125"/>
            <a:ext cx="85725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3009900"/>
            <a:ext cx="85725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2143125"/>
            <a:ext cx="1143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429250" y="3143250"/>
            <a:ext cx="11430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143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FF4C0-08EF-4B12-813E-FD0A5A7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model-side representation and reasoning</a:t>
            </a:r>
          </a:p>
        </p:txBody>
      </p:sp>
    </p:spTree>
    <p:extLst>
      <p:ext uri="{BB962C8B-B14F-4D97-AF65-F5344CB8AC3E}">
        <p14:creationId xmlns:p14="http://schemas.microsoft.com/office/powerpoint/2010/main" val="563110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9125A-BB2C-4277-9404-2B9EB49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Three principles for a reliable time-series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77BD8-6C55-4FF5-99EE-B1C742A8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The temporal contract couples grounding, knowledge use, and reliability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65143-0179-4DE3-BE2D-3EC81023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5361D-14B9-42EF-9987-29C74BA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Temporal grounding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4A541-8AFB-4D69-ABAE-19D2E107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E9444-075D-460C-B74C-43D7CEB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Task specification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DB852-D54E-49EC-BC03-B855AB1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6C81F-C58C-4A48-B67D-B5AB7A85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C5A38-1D2B-44BC-8E21-1B606F95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Data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B0C37-7826-4F4E-80DC-C2D0D23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D6644-6B65-4B04-9BAE-22A87C5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01E6A-1DAC-4527-A17D-65CE474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Visual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59BEC-AE90-4C9A-B6B4-7FCF32AA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D0658-F794-41F0-AF13-7B3BD8F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0CA5F-5B7F-48FB-993F-972FEFE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Knowledge-grounded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FC45-B4DC-4131-B41D-D7ED76B4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6139A-A0E1-4991-875E-B914BB84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Strong knowledge dependence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6B351-329C-4762-BA20-21BF902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3F5CE-678A-4411-8894-A5E72B26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37040-DC3D-4F5B-852C-F0CC790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hypothesis expansion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A10CA-72CA-454F-AE2A-32AA870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40669-0E68-4157-9F5C-240CB11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99B0E-B677-40FA-BAC4-B6F10906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Rules-aware 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89227-9088-4D4F-B544-34570FE1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CF394-3BA6-407C-93BA-5E2C2FDE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4288">
            <a:solidFill>
              <a:srgbClr val="B77F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5277F-9881-4B22-85D5-443E43B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Reliability mechanisms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81F07-882E-41C4-A499-E0AE6AB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0DC8A-E76C-4A7C-9EE1-E4B88D9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Post-experiment 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F8E00-8445-4604-9464-838D33B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4D009-DEE3-4E53-9856-DF8E9BB1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4BB4C-EF95-4989-AC33-9BE03F38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Event-aware reasoning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32B991-E6F7-4BBC-B082-D3791B0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515CC9-BE45-40E3-8007-A3FFDBA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427B3-D287-4B46-A7EF-98A9BB8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Layered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F05E6C-9D39-4D13-A57D-B169402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cxnSp>
        <p:nvCxnSpPr>
          <p:cNvPr id="73" name=""/>
          <p:cNvCxnSpPr>
            <a:stCxn xmlns:a="http://schemas.openxmlformats.org/drawingml/2006/main" id="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05250" y="3429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1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20000" y="3429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283559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15D07-4BE6-4DE6-9EC6-F707263E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Retrieval, augmentation, and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A366-C4A2-4230-A44C-D2D2517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 task-specific synthesis loop couples candidate generation to fidelity and utility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46953-8EB3-4543-8E10-88DD239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4FA27-F81F-44E4-998F-85BD231F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Retrieval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07A46-F797-4E49-B0AF-3271FF5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finds similar temporal samples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8E79-D3E3-4C4D-ABA7-431FE38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516CA-1524-40E2-976E-55DE3762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Augmentation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4198-9B61-4EB7-BC01-BA3616B0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81300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generates a conditioned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8D418-D49F-43EA-884C-834938A2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08E14-FF31-4EB7-ABE0-CA25BAD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Review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1A599-641D-4E4D-8B42-96F9771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checks fidelity and utility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D7C0A-AFE4-46E0-9165-31F15E3B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8125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DC15-6D45-4F51-BA93-8A39ADF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Accepted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45BBE-C336-4DF6-B241-6C067DA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keeps usable data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8813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48375" y="28813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144000" y="28813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762000" y="2881313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E2DE"/>
            </a:solidFill>
            <a:prstDash val="dash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3C848-9897-4065-B3C1-E742CBB9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retrieval  →  generation  →  review  →  downstream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707D6-4D2C-4150-930E-3E8422DE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Temporal fidelity: dependence, missingness, distribution  |  Utility: downstream task performance</a:t>
            </a:r>
          </a:p>
        </p:txBody>
      </p:sp>
    </p:spTree>
    <p:extLst>
      <p:ext uri="{BB962C8B-B14F-4D97-AF65-F5344CB8AC3E}">
        <p14:creationId xmlns:p14="http://schemas.microsoft.com/office/powerpoint/2010/main" val="973467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17455-71FB-4122-B691-52FE6CB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Coarse-to-fine anomaly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2A5B0-0D25-4171-8864-BDDF9D2F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Evidence acquisition and iterative refinement connect detection to a diagnosis and a final alert.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AA990-FB68-4DEA-A556-44346D62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188CE-BAEC-4B16-9E36-439DBD41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Evidence acquisition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263FE-B6E2-4CFA-A69B-9999757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retrieve signals and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3E472-B630-475D-87AC-047C1A8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E314F-6443-4092-9E92-3D3C63AE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Evidence 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E128F-AE89-4F24-A14C-86F61437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align and summarize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FBAAF-68FE-4552-BBE1-724F4E18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18D97-CCBA-4492-8D8D-E60BB69C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A4B3A-B216-48E9-AB70-02DBBDA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score candidate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1B3F0-E2F6-4B06-8E57-3B4432E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4AF88-286A-4A18-B4B5-5C7DB8C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rPr>
              <a:t>Diagnosis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740A2-1FF6-4713-A1D4-74D942A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identify cause and confidence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3820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EC6A0-4EBF-43D3-95BD-1921022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971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1430">
            <a:solidFill>
              <a:srgbClr val="78639F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14C6C-46ED-4D4D-A732-09D732D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training and feedback update the detector, diagnostic tools, and review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46725-9C2D-47CB-87DF-C6D804F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57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32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53043-866B-4E17-A884-57E0C1A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767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toolkit: time-series memory · numerical diagnostics · event labels · evaluator</a:t>
            </a:r>
          </a:p>
        </p:txBody>
      </p:sp>
    </p:spTree>
    <p:extLst>
      <p:ext uri="{BB962C8B-B14F-4D97-AF65-F5344CB8AC3E}">
        <p14:creationId xmlns:p14="http://schemas.microsoft.com/office/powerpoint/2010/main" val="1174754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098AF-7561-48CC-AFA7-F1B2580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 time-series-native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13160-CC22-43CC-8521-C20E42F6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Numerical execution, capability evolution, and multimodal memory remain connected through auditable trajectories.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DD793-FB19-4650-89A5-B53171F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EE1C5-AB27-46D8-9033-777ABC1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Contextual 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92A5-4BE6-4C13-B800-509EE6E8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values, events,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74D1C-C3E8-4D54-B9E4-6BB776B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06F79-BE01-42A0-AEF5-8640538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Time-series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9E8AA-A604-421A-8090-F2EC78CA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server-side numerical execution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state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DDEC6-F830-4408-8F6F-A99ADB2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5B60-C302-425E-9111-7ABC3841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Capability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378C3-0D7D-45C7-ADC2-03CD6F1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9080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evaluate, update, retain,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FB236-DA38-4F26-9990-BA02C0C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E176E-3212-46B5-924F-B043131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Multimodal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F9E3E-2B4E-4880-982C-23F7D50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retrieve and reuse</a:t>
            </a:r>
          </a:p>
        </p:txBody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667000" y="3000375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3000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01125" y="3000375"/>
            <a:ext cx="809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 flipV="1">
            <a:off x="3429000" y="3000375"/>
            <a:ext cx="81915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dash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34AC4-C41F-458D-B668-A1056D1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28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auditable trajectories close the loop</a:t>
            </a:r>
          </a:p>
        </p:txBody>
      </p:sp>
    </p:spTree>
    <p:extLst>
      <p:ext uri="{BB962C8B-B14F-4D97-AF65-F5344CB8AC3E}">
        <p14:creationId xmlns:p14="http://schemas.microsoft.com/office/powerpoint/2010/main" val="874111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573B2-DE81-47D5-B771-F2F4EFAB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Benchmark infrastructure for executable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F5509-4FC3-4583-BA9D-09C0085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 benchmark combines heterogeneous sources, ML-engineering challenges, skill simulators, graders, and multimodal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26209-8DD0-477E-8B4C-A340745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459B4-4E90-470F-9103-7438B54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Multiple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EE058-5974-4409-8E7D-EEE6A8B0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Kaggle · GitHub · data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85EB-C1A5-4B5C-963F-1C4FF6F9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286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7BEFD-D286-424F-8B63-895572EF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Challenges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6A2BC-A4ED-4B0B-A062-8C5FC2E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descriptions · resources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skill simulators · code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52000-34A4-4A18-AD4C-66C19B4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35F3-1C36-4CBF-8FB1-661D53A6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Agent-agnostic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6C991-AAAD-4F29-B62F-73670AB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same contract for different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7D2B4-EAA5-41A8-BEEE-29F5C561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9CD31-0E6C-4FE7-ABBF-A19A5D2D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Quantitative grader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D661B-B51A-4C51-B258-7533FF3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accuracy, error,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AC4AE-7079-4F72-81A2-9802DEEC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11A73-96E7-4E8C-A1A6-03514A07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Qualitative grader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E9A4D-5790-4C71-91DA-2A7E3AE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trace and artifact review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3048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15000" y="3048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382000" y="2143125"/>
            <a:ext cx="762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3048000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40A16-3DE6-4715-9021-A5ACC58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multimodal outputs</a:t>
            </a:r>
          </a:p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files · models · code</a:t>
            </a:r>
          </a:p>
        </p:txBody>
      </p:sp>
    </p:spTree>
    <p:extLst>
      <p:ext uri="{BB962C8B-B14F-4D97-AF65-F5344CB8AC3E}">
        <p14:creationId xmlns:p14="http://schemas.microsoft.com/office/powerpoint/2010/main" val="169728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1E42D-B5DF-47B2-94B5-FAE9E0B3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Tool-using temporal reasoning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E4AAC-0A78-4D8A-8CDF-51CBFAA4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 General Harness loop exposes evidence, tool calls, critique, and a verified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80ECA-FC54-4253-AE7A-5A4643AE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5117-CF5F-4C2C-90E5-BCE61546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Time-series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C6B08-0D02-461C-BDD3-83BF234F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B80E5-E83F-40BE-B1E4-C99A19F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4FCEF-E39A-4B2F-8CD1-F0DD468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Evidence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0EBB3-5660-4427-BF17-BC717EB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33497-580A-4D11-A1B0-9BD247B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99B53-7EC9-4671-A290-BA297175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Temporal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EAC46-D70A-4C39-B258-199B4528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908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trend · anomaly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correlation ·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5DB9-0281-4E90-80FB-BB0952F5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4790F-8936-4881-9C7A-39376249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LLM critic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993FE-F12A-4393-BF26-AA79F3BC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check and revise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BDAAB-36DF-4E1D-9EE5-8C489C5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C5D0F-A19B-4A9D-9AB4-11095BFA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rPr>
              <a:t>Final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5B620-D105-480A-8A01-BB859C7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evidence-backed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6125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39250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2667000" y="3000375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dash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8F45D-F062-43A1-85F8-0D335BCB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287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observe  →  execute  →  critique  →  verify</a:t>
            </a:r>
          </a:p>
        </p:txBody>
      </p:sp>
    </p:spTree>
    <p:extLst>
      <p:ext uri="{BB962C8B-B14F-4D97-AF65-F5344CB8AC3E}">
        <p14:creationId xmlns:p14="http://schemas.microsoft.com/office/powerpoint/2010/main" val="597063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2026-10-02T06:21:11.8930000Z</dcterms:created>
  <dcterms:modified xsi:type="dcterms:W3CDTF">2026-10-02T06:21:11.8930000Z</dcterms:modified>
</coreProperties>
</file>