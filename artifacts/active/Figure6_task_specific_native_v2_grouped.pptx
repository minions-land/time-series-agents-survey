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3acfef43c44b3" /><Relationship Type="http://schemas.openxmlformats.org/officeDocument/2006/relationships/extended-properties" Target="/docProps/app.xml" Id="Re2d6f654e7f5479b" /><Relationship Type="http://schemas.openxmlformats.org/officeDocument/2006/relationships/officeDocument" Target="/ppt/presentation.xml" Id="R0b46b2ed5d03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f4f65f8a44258"/>
  </p:sldMasterIdLst>
  <p:notesMasterIdLst>
    <p:notesMasterId xmlns:r="http://schemas.openxmlformats.org/officeDocument/2006/relationships" r:id="Rd655111e31eb4ef6"/>
  </p:notesMasterIdLst>
  <p:sldIdLst>
    <p:sldId xmlns:r="http://schemas.openxmlformats.org/officeDocument/2006/relationships" id="256" r:id="Rb5959f919079415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fda8493e84695" /><Relationship Type="http://schemas.openxmlformats.org/officeDocument/2006/relationships/slideMaster" Target="/ppt/slideMasters/slideMaster1.xml" Id="Rbabf4f65f8a44258" /><Relationship Type="http://schemas.openxmlformats.org/officeDocument/2006/relationships/notesMaster" Target="/ppt/notesMasters/notesMaster1.xml" Id="Rd655111e31eb4ef6" /><Relationship Type="http://schemas.openxmlformats.org/officeDocument/2006/relationships/presProps" Target="/ppt/presProps.xml" Id="R76507a05bfc149fe" /><Relationship Type="http://schemas.openxmlformats.org/officeDocument/2006/relationships/tableStyles" Target="/ppt/tableStyles.xml" Id="R9ab18bf8d9c74b44" /><Relationship Type="http://schemas.openxmlformats.org/officeDocument/2006/relationships/slide" Target="/ppt/slides/slide1.xml" Id="Rb5959f919079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f16a4629c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d6e411436443d2" /><Relationship Type="http://schemas.openxmlformats.org/officeDocument/2006/relationships/notesMaster" Target="/ppt/notesMasters/notesMaster1.xml" Id="Ra8ca5edf400b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Task-specific Harness map. The seven-module lens is shared across the four task families; the task contracts and representative task-bound modules differ.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dab4ab90245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212b2b8e04a9a" /><Relationship Type="http://schemas.openxmlformats.org/officeDocument/2006/relationships/slideLayout" Target="/ppt/slideLayouts/slideLayout1.xml" Id="R8fa09acf1150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09acf1150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b0b2d186140de" /><Relationship Type="http://schemas.openxmlformats.org/officeDocument/2006/relationships/notesSlide" Target="/ppt/notesSlides/notesSlide1.xml" Id="Rd9975ca0cafe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80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9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421A5879-2747-4D83-AA54-3A0F31E144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Time-Series Harness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31E202F0-A35D-42EF-8C53-78B8E539C8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same seven Harness dimensions are instantiated under different temporal output contracts.</a:t>
              </a:r>
            </a:p>
          </p:txBody>
        </p:sp>
      </p:grpSp>
      <p:grpSp>
        <p:nvGrpSpPr>
          <p:cNvPr id="81" name="group-shared-len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shared-lens">
              <a:extLst xmlns:a="http://schemas.openxmlformats.org/drawingml/2006/main">
                <a:ext uri="{FF2B5EF4-FFF2-40B4-BE49-F238E27FC236}">
                  <a16:creationId xmlns:a16="http://schemas.microsoft.com/office/drawing/2014/main" id="{2DA3B5C7-045A-4C0F-8942-E1C343E63E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1524000"/>
              <a:ext cx="2781300" cy="5619750"/>
            </a:xfrm>
            <a:prstGeom xmlns:a="http://schemas.openxmlformats.org/drawingml/2006/main" prst="roundRect">
              <a:avLst>
                <a:gd name="adj" fmla="val 7534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4" name="shared-lens-title">
              <a:extLst xmlns:a="http://schemas.openxmlformats.org/drawingml/2006/main">
                <a:ext uri="{FF2B5EF4-FFF2-40B4-BE49-F238E27FC236}">
                  <a16:creationId xmlns:a16="http://schemas.microsoft.com/office/drawing/2014/main" id="{3B1C04C1-2011-471D-BC79-5122FF8A04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1771650"/>
              <a:ext cx="2286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Seven-module lens</a:t>
              </a:r>
            </a:p>
          </p:txBody>
        </p:sp>
        <p:sp>
          <p:nvSpPr>
            <p:cNvPr id="5" name="shared-lens-subtitle">
              <a:extLst xmlns:a="http://schemas.openxmlformats.org/drawingml/2006/main">
                <a:ext uri="{FF2B5EF4-FFF2-40B4-BE49-F238E27FC236}">
                  <a16:creationId xmlns:a16="http://schemas.microsoft.com/office/drawing/2014/main" id="{1BAF58C5-7734-42AE-A894-7769D82437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2114550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applied to every task family</a:t>
              </a:r>
            </a:p>
          </p:txBody>
        </p:sp>
        <p:sp>
          <p:nvSpPr>
            <p:cNvPr id="20" name="shared-lens-rail">
              <a:extLst xmlns:a="http://schemas.openxmlformats.org/drawingml/2006/main">
                <a:ext uri="{FF2B5EF4-FFF2-40B4-BE49-F238E27FC236}">
                  <a16:creationId xmlns:a16="http://schemas.microsoft.com/office/drawing/2014/main" id="{A609D333-13B9-4528-9072-A0D2948D8D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429000" y="1333500"/>
              <a:ext cx="110013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</p:grpSp>
      <p:grpSp>
        <p:nvGrpSpPr>
          <p:cNvPr id="82" name="group-shared-modul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shared-module-1">
              <a:extLst xmlns:a="http://schemas.openxmlformats.org/drawingml/2006/main">
                <a:ext uri="{FF2B5EF4-FFF2-40B4-BE49-F238E27FC236}">
                  <a16:creationId xmlns:a16="http://schemas.microsoft.com/office/drawing/2014/main" id="{ADB378C7-5BFF-45A1-B1D8-76D70CA2C0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6479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7" name="shared-module-text-1">
              <a:extLst xmlns:a="http://schemas.openxmlformats.org/drawingml/2006/main">
                <a:ext uri="{FF2B5EF4-FFF2-40B4-BE49-F238E27FC236}">
                  <a16:creationId xmlns:a16="http://schemas.microsoft.com/office/drawing/2014/main" id="{ED5751B5-47B6-4BB4-9C8E-1EA938E5CA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27336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Interface</a:t>
              </a:r>
            </a:p>
          </p:txBody>
        </p:sp>
      </p:grpSp>
      <p:grpSp>
        <p:nvGrpSpPr>
          <p:cNvPr id="83" name="group-shared-modul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8" name="shared-module-2">
              <a:extLst xmlns:a="http://schemas.openxmlformats.org/drawingml/2006/main">
                <a:ext uri="{FF2B5EF4-FFF2-40B4-BE49-F238E27FC236}">
                  <a16:creationId xmlns:a16="http://schemas.microsoft.com/office/drawing/2014/main" id="{B37B57E2-BB09-49CD-BD9E-4CD5167300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20040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9" name="shared-module-text-2">
              <a:extLst xmlns:a="http://schemas.openxmlformats.org/drawingml/2006/main">
                <a:ext uri="{FF2B5EF4-FFF2-40B4-BE49-F238E27FC236}">
                  <a16:creationId xmlns:a16="http://schemas.microsoft.com/office/drawing/2014/main" id="{D5617055-548A-4E82-B875-A4BD2ADD14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328612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</a:p>
          </p:txBody>
        </p:sp>
      </p:grpSp>
      <p:grpSp>
        <p:nvGrpSpPr>
          <p:cNvPr id="84" name="group-shared-modul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0" name="shared-module-3">
              <a:extLst xmlns:a="http://schemas.openxmlformats.org/drawingml/2006/main">
                <a:ext uri="{FF2B5EF4-FFF2-40B4-BE49-F238E27FC236}">
                  <a16:creationId xmlns:a16="http://schemas.microsoft.com/office/drawing/2014/main" id="{67F3B29A-C5CB-41E6-B5B1-4B8FBA8DCB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7528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1" name="shared-module-text-3">
              <a:extLst xmlns:a="http://schemas.openxmlformats.org/drawingml/2006/main">
                <a:ext uri="{FF2B5EF4-FFF2-40B4-BE49-F238E27FC236}">
                  <a16:creationId xmlns:a16="http://schemas.microsoft.com/office/drawing/2014/main" id="{78568720-A149-4404-A89E-D7991037A7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38385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Tools</a:t>
              </a:r>
            </a:p>
          </p:txBody>
        </p:sp>
      </p:grpSp>
      <p:grpSp>
        <p:nvGrpSpPr>
          <p:cNvPr id="85" name="group-shared-module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2" name="shared-module-4">
              <a:extLst xmlns:a="http://schemas.openxmlformats.org/drawingml/2006/main">
                <a:ext uri="{FF2B5EF4-FFF2-40B4-BE49-F238E27FC236}">
                  <a16:creationId xmlns:a16="http://schemas.microsoft.com/office/drawing/2014/main" id="{3E3B0F4D-F070-4BB7-895B-45AECE988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30530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3" name="shared-module-text-4">
              <a:extLst xmlns:a="http://schemas.openxmlformats.org/drawingml/2006/main">
                <a:ext uri="{FF2B5EF4-FFF2-40B4-BE49-F238E27FC236}">
                  <a16:creationId xmlns:a16="http://schemas.microsoft.com/office/drawing/2014/main" id="{CE2EC1AE-AF81-469A-BD9F-AA6084C712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39102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Control and verification</a:t>
              </a:r>
            </a:p>
          </p:txBody>
        </p:sp>
      </p:grpSp>
      <p:grpSp>
        <p:nvGrpSpPr>
          <p:cNvPr id="86" name="group-shared-module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4" name="shared-module-5">
              <a:extLst xmlns:a="http://schemas.openxmlformats.org/drawingml/2006/main">
                <a:ext uri="{FF2B5EF4-FFF2-40B4-BE49-F238E27FC236}">
                  <a16:creationId xmlns:a16="http://schemas.microsoft.com/office/drawing/2014/main" id="{D654DB76-3381-44D5-8E33-B6E2BD7E4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8577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5" name="shared-module-text-5">
              <a:extLst xmlns:a="http://schemas.openxmlformats.org/drawingml/2006/main">
                <a:ext uri="{FF2B5EF4-FFF2-40B4-BE49-F238E27FC236}">
                  <a16:creationId xmlns:a16="http://schemas.microsoft.com/office/drawing/2014/main" id="{9D50F776-BEE0-4CCE-89DB-C327E5A0F0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9434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Planning</a:t>
              </a:r>
            </a:p>
          </p:txBody>
        </p:sp>
      </p:grpSp>
      <p:grpSp>
        <p:nvGrpSpPr>
          <p:cNvPr id="87" name="group-shared-module-6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shared-module-6">
              <a:extLst xmlns:a="http://schemas.openxmlformats.org/drawingml/2006/main">
                <a:ext uri="{FF2B5EF4-FFF2-40B4-BE49-F238E27FC236}">
                  <a16:creationId xmlns:a16="http://schemas.microsoft.com/office/drawing/2014/main" id="{17B1DFD6-2FE9-473E-A971-58138AE2E6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541020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7" name="shared-module-text-6">
              <a:extLst xmlns:a="http://schemas.openxmlformats.org/drawingml/2006/main">
                <a:ext uri="{FF2B5EF4-FFF2-40B4-BE49-F238E27FC236}">
                  <a16:creationId xmlns:a16="http://schemas.microsoft.com/office/drawing/2014/main" id="{4CF50C1D-D172-49A9-BE18-AE45EBE121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549592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Optimization</a:t>
              </a:r>
            </a:p>
          </p:txBody>
        </p:sp>
      </p:grpSp>
      <p:grpSp>
        <p:nvGrpSpPr>
          <p:cNvPr id="88" name="group-shared-module-7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shared-module-7">
              <a:extLst xmlns:a="http://schemas.openxmlformats.org/drawingml/2006/main">
                <a:ext uri="{FF2B5EF4-FFF2-40B4-BE49-F238E27FC236}">
                  <a16:creationId xmlns:a16="http://schemas.microsoft.com/office/drawing/2014/main" id="{91A0D751-7B17-4B43-9938-A900EDFCF0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59626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9" name="shared-module-text-7">
              <a:extLst xmlns:a="http://schemas.openxmlformats.org/drawingml/2006/main">
                <a:ext uri="{FF2B5EF4-FFF2-40B4-BE49-F238E27FC236}">
                  <a16:creationId xmlns:a16="http://schemas.microsoft.com/office/drawing/2014/main" id="{8C651E12-F96D-4A8C-9039-2F03D495A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60483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Coordination</a:t>
              </a:r>
            </a:p>
          </p:txBody>
        </p:sp>
      </p:grpSp>
      <p:grpSp>
        <p:nvGrpSpPr>
          <p:cNvPr id="89" name="group-task-fram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task-frame-1">
              <a:extLst xmlns:a="http://schemas.openxmlformats.org/drawingml/2006/main">
                <a:ext uri="{FF2B5EF4-FFF2-40B4-BE49-F238E27FC236}">
                  <a16:creationId xmlns:a16="http://schemas.microsoft.com/office/drawing/2014/main" id="{BC0543D3-B4BF-4450-A891-B9640FAB59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22" name="shared-rail-drop-1">
              <a:extLst xmlns:a="http://schemas.openxmlformats.org/drawingml/2006/main">
                <a:ext uri="{FF2B5EF4-FFF2-40B4-BE49-F238E27FC236}">
                  <a16:creationId xmlns:a16="http://schemas.microsoft.com/office/drawing/2014/main" id="{2074C0D0-BBBA-406D-AEE6-ACE1F2D39D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114925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3" name="task-header-1">
              <a:extLst xmlns:a="http://schemas.openxmlformats.org/drawingml/2006/main">
                <a:ext uri="{FF2B5EF4-FFF2-40B4-BE49-F238E27FC236}">
                  <a16:creationId xmlns:a16="http://schemas.microsoft.com/office/drawing/2014/main" id="{B84DB72A-A59B-4DF9-B482-8998CEF09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76700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24" name="task-title-1">
              <a:extLst xmlns:a="http://schemas.openxmlformats.org/drawingml/2006/main">
                <a:ext uri="{FF2B5EF4-FFF2-40B4-BE49-F238E27FC236}">
                  <a16:creationId xmlns:a16="http://schemas.microsoft.com/office/drawing/2014/main" id="{658D89B3-288E-439A-9364-DD5EF74222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Forecasting</a:t>
              </a:r>
            </a:p>
          </p:txBody>
        </p:sp>
        <p:sp>
          <p:nvSpPr>
            <p:cNvPr id="25" name="task-contract-1">
              <a:extLst xmlns:a="http://schemas.openxmlformats.org/drawingml/2006/main">
                <a:ext uri="{FF2B5EF4-FFF2-40B4-BE49-F238E27FC236}">
                  <a16:creationId xmlns:a16="http://schemas.microsoft.com/office/drawing/2014/main" id="{1B3E8DDF-DF20-4D91-8762-D889601462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origin · horizon · calibration</a:t>
              </a:r>
            </a:p>
          </p:txBody>
        </p:sp>
        <p:sp>
          <p:nvSpPr>
            <p:cNvPr id="26" name="task-contract-label-1">
              <a:extLst xmlns:a="http://schemas.openxmlformats.org/drawingml/2006/main">
                <a:ext uri="{FF2B5EF4-FFF2-40B4-BE49-F238E27FC236}">
                  <a16:creationId xmlns:a16="http://schemas.microsoft.com/office/drawing/2014/main" id="{65F4C3D4-94D8-455F-986D-61E0A34E9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10050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90" name="group-task-item-1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7" name="task-item-1-1">
              <a:extLst xmlns:a="http://schemas.openxmlformats.org/drawingml/2006/main">
                <a:ext uri="{FF2B5EF4-FFF2-40B4-BE49-F238E27FC236}">
                  <a16:creationId xmlns:a16="http://schemas.microsoft.com/office/drawing/2014/main" id="{740564D8-3410-4339-9C4D-F944F1B35A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28" name="task-item-text-1-1">
              <a:extLst xmlns:a="http://schemas.openxmlformats.org/drawingml/2006/main">
                <a:ext uri="{FF2B5EF4-FFF2-40B4-BE49-F238E27FC236}">
                  <a16:creationId xmlns:a16="http://schemas.microsoft.com/office/drawing/2014/main" id="{5A11A300-490B-46A9-A68A-23F94A868A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horizon and origin</a:t>
              </a:r>
            </a:p>
          </p:txBody>
        </p:sp>
      </p:grpSp>
      <p:grpSp>
        <p:nvGrpSpPr>
          <p:cNvPr id="91" name="group-task-item-1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9" name="task-item-1-2">
              <a:extLst xmlns:a="http://schemas.openxmlformats.org/drawingml/2006/main">
                <a:ext uri="{FF2B5EF4-FFF2-40B4-BE49-F238E27FC236}">
                  <a16:creationId xmlns:a16="http://schemas.microsoft.com/office/drawing/2014/main" id="{AE194CBE-3D2E-4D8D-AC39-8CF024EBD4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0" name="task-item-text-1-2">
              <a:extLst xmlns:a="http://schemas.openxmlformats.org/drawingml/2006/main">
                <a:ext uri="{FF2B5EF4-FFF2-40B4-BE49-F238E27FC236}">
                  <a16:creationId xmlns:a16="http://schemas.microsoft.com/office/drawing/2014/main" id="{42A0F357-9CFE-49D5-84E6-BFDD4F6748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model selection</a:t>
              </a:r>
            </a:p>
          </p:txBody>
        </p:sp>
      </p:grpSp>
      <p:grpSp>
        <p:nvGrpSpPr>
          <p:cNvPr id="92" name="group-task-item-1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1" name="task-item-1-3">
              <a:extLst xmlns:a="http://schemas.openxmlformats.org/drawingml/2006/main">
                <a:ext uri="{FF2B5EF4-FFF2-40B4-BE49-F238E27FC236}">
                  <a16:creationId xmlns:a16="http://schemas.microsoft.com/office/drawing/2014/main" id="{A632BEDB-1094-4F70-B951-3830035C32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2" name="task-item-text-1-3">
              <a:extLst xmlns:a="http://schemas.openxmlformats.org/drawingml/2006/main">
                <a:ext uri="{FF2B5EF4-FFF2-40B4-BE49-F238E27FC236}">
                  <a16:creationId xmlns:a16="http://schemas.microsoft.com/office/drawing/2014/main" id="{3AA2DDC7-E1BE-44BD-9430-C76DDCA504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probabilistic output</a:t>
              </a:r>
            </a:p>
          </p:txBody>
        </p:sp>
      </p:grpSp>
      <p:grpSp>
        <p:nvGrpSpPr>
          <p:cNvPr id="93" name="group-task-item-1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3" name="task-item-1-4">
              <a:extLst xmlns:a="http://schemas.openxmlformats.org/drawingml/2006/main">
                <a:ext uri="{FF2B5EF4-FFF2-40B4-BE49-F238E27FC236}">
                  <a16:creationId xmlns:a16="http://schemas.microsoft.com/office/drawing/2014/main" id="{7674A4C0-D8CD-4DBE-A560-E334AB2C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4" name="task-item-text-1-4">
              <a:extLst xmlns:a="http://schemas.openxmlformats.org/drawingml/2006/main">
                <a:ext uri="{FF2B5EF4-FFF2-40B4-BE49-F238E27FC236}">
                  <a16:creationId xmlns:a16="http://schemas.microsoft.com/office/drawing/2014/main" id="{575CFF34-C13F-4D58-AA1E-D3C05E6187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revision</a:t>
              </a:r>
            </a:p>
          </p:txBody>
        </p:sp>
      </p:grpSp>
      <p:grpSp>
        <p:nvGrpSpPr>
          <p:cNvPr id="94" name="group-task-fram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5" name="task-frame-2">
              <a:extLst xmlns:a="http://schemas.openxmlformats.org/drawingml/2006/main">
                <a:ext uri="{FF2B5EF4-FFF2-40B4-BE49-F238E27FC236}">
                  <a16:creationId xmlns:a16="http://schemas.microsoft.com/office/drawing/2014/main" id="{7E09D51D-675C-40E2-AF36-CA4C7B9911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00825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36" name="shared-rail-drop-2">
              <a:extLst xmlns:a="http://schemas.openxmlformats.org/drawingml/2006/main">
                <a:ext uri="{FF2B5EF4-FFF2-40B4-BE49-F238E27FC236}">
                  <a16:creationId xmlns:a16="http://schemas.microsoft.com/office/drawing/2014/main" id="{65AAABBA-5D0A-458E-BF24-F299C6FCA2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810500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7" name="task-header-2">
              <a:extLst xmlns:a="http://schemas.openxmlformats.org/drawingml/2006/main">
                <a:ext uri="{FF2B5EF4-FFF2-40B4-BE49-F238E27FC236}">
                  <a16:creationId xmlns:a16="http://schemas.microsoft.com/office/drawing/2014/main" id="{B2318E05-A895-433D-856F-15B107E5AE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72275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38" name="task-title-2">
              <a:extLst xmlns:a="http://schemas.openxmlformats.org/drawingml/2006/main">
                <a:ext uri="{FF2B5EF4-FFF2-40B4-BE49-F238E27FC236}">
                  <a16:creationId xmlns:a16="http://schemas.microsoft.com/office/drawing/2014/main" id="{B463AABB-D386-4ED1-907B-DE79C7D6B7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6575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Augmentation</a:t>
              </a:r>
            </a:p>
          </p:txBody>
        </p:sp>
        <p:sp>
          <p:nvSpPr>
            <p:cNvPr id="39" name="task-contract-2">
              <a:extLst xmlns:a="http://schemas.openxmlformats.org/drawingml/2006/main">
                <a:ext uri="{FF2B5EF4-FFF2-40B4-BE49-F238E27FC236}">
                  <a16:creationId xmlns:a16="http://schemas.microsoft.com/office/drawing/2014/main" id="{FC97A926-52F3-4A74-A860-FD8F3BF491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6575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fidelity · diversity · utility</a:t>
              </a:r>
            </a:p>
          </p:txBody>
        </p:sp>
        <p:sp>
          <p:nvSpPr>
            <p:cNvPr id="40" name="task-contract-label-2">
              <a:extLst xmlns:a="http://schemas.openxmlformats.org/drawingml/2006/main">
                <a:ext uri="{FF2B5EF4-FFF2-40B4-BE49-F238E27FC236}">
                  <a16:creationId xmlns:a16="http://schemas.microsoft.com/office/drawing/2014/main" id="{F64021D5-A34A-48BA-A771-FC9F382B10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05625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95" name="group-task-item-2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1" name="task-item-2-1">
              <a:extLst xmlns:a="http://schemas.openxmlformats.org/drawingml/2006/main">
                <a:ext uri="{FF2B5EF4-FFF2-40B4-BE49-F238E27FC236}">
                  <a16:creationId xmlns:a16="http://schemas.microsoft.com/office/drawing/2014/main" id="{9DE3E5D5-4FA1-4016-BF54-76E551734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2" name="task-item-text-2-1">
              <a:extLst xmlns:a="http://schemas.openxmlformats.org/drawingml/2006/main">
                <a:ext uri="{FF2B5EF4-FFF2-40B4-BE49-F238E27FC236}">
                  <a16:creationId xmlns:a16="http://schemas.microsoft.com/office/drawing/2014/main" id="{C7735248-3393-4A35-B6FE-3414582795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generator and retrieval</a:t>
              </a:r>
            </a:p>
          </p:txBody>
        </p:sp>
      </p:grpSp>
      <p:grpSp>
        <p:nvGrpSpPr>
          <p:cNvPr id="96" name="group-task-item-2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3" name="task-item-2-2">
              <a:extLst xmlns:a="http://schemas.openxmlformats.org/drawingml/2006/main">
                <a:ext uri="{FF2B5EF4-FFF2-40B4-BE49-F238E27FC236}">
                  <a16:creationId xmlns:a16="http://schemas.microsoft.com/office/drawing/2014/main" id="{089EC6D8-94A4-4DB5-9A3D-BB7B6CD4E7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4" name="task-item-text-2-2">
              <a:extLst xmlns:a="http://schemas.openxmlformats.org/drawingml/2006/main">
                <a:ext uri="{FF2B5EF4-FFF2-40B4-BE49-F238E27FC236}">
                  <a16:creationId xmlns:a16="http://schemas.microsoft.com/office/drawing/2014/main" id="{90FEA28A-6588-4FCE-A57E-0FB2B67B9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context conditioning</a:t>
              </a:r>
            </a:p>
          </p:txBody>
        </p:sp>
      </p:grpSp>
      <p:grpSp>
        <p:nvGrpSpPr>
          <p:cNvPr id="97" name="group-task-item-2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5" name="task-item-2-3">
              <a:extLst xmlns:a="http://schemas.openxmlformats.org/drawingml/2006/main">
                <a:ext uri="{FF2B5EF4-FFF2-40B4-BE49-F238E27FC236}">
                  <a16:creationId xmlns:a16="http://schemas.microsoft.com/office/drawing/2014/main" id="{83F106BC-A98A-450A-889B-CC61DEE9D1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6" name="task-item-text-2-3">
              <a:extLst xmlns:a="http://schemas.openxmlformats.org/drawingml/2006/main">
                <a:ext uri="{FF2B5EF4-FFF2-40B4-BE49-F238E27FC236}">
                  <a16:creationId xmlns:a16="http://schemas.microsoft.com/office/drawing/2014/main" id="{B2F749BB-3E34-4CB2-BED0-0084D8E944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fidelity and diversity</a:t>
              </a:r>
            </a:p>
          </p:txBody>
        </p:sp>
      </p:grpSp>
      <p:grpSp>
        <p:nvGrpSpPr>
          <p:cNvPr id="98" name="group-task-item-2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7" name="task-item-2-4">
              <a:extLst xmlns:a="http://schemas.openxmlformats.org/drawingml/2006/main">
                <a:ext uri="{FF2B5EF4-FFF2-40B4-BE49-F238E27FC236}">
                  <a16:creationId xmlns:a16="http://schemas.microsoft.com/office/drawing/2014/main" id="{A8FBCA6C-FF02-4FD2-9F2A-64B8318FB8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8" name="task-item-text-2-4">
              <a:extLst xmlns:a="http://schemas.openxmlformats.org/drawingml/2006/main">
                <a:ext uri="{FF2B5EF4-FFF2-40B4-BE49-F238E27FC236}">
                  <a16:creationId xmlns:a16="http://schemas.microsoft.com/office/drawing/2014/main" id="{5E5CAF9C-FC17-41B8-80C9-ABD282190C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downstream utility</a:t>
              </a:r>
            </a:p>
          </p:txBody>
        </p:sp>
      </p:grpSp>
      <p:grpSp>
        <p:nvGrpSpPr>
          <p:cNvPr id="99" name="group-task-fram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task-frame-3">
              <a:extLst xmlns:a="http://schemas.openxmlformats.org/drawingml/2006/main">
                <a:ext uri="{FF2B5EF4-FFF2-40B4-BE49-F238E27FC236}">
                  <a16:creationId xmlns:a16="http://schemas.microsoft.com/office/drawing/2014/main" id="{8E60422B-9E5F-4992-88F6-0657C466A1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6400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50" name="shared-rail-drop-3">
              <a:extLst xmlns:a="http://schemas.openxmlformats.org/drawingml/2006/main">
                <a:ext uri="{FF2B5EF4-FFF2-40B4-BE49-F238E27FC236}">
                  <a16:creationId xmlns:a16="http://schemas.microsoft.com/office/drawing/2014/main" id="{1AC33B44-9808-4469-89EA-4DDDC7CB4A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0506075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51" name="task-header-3">
              <a:extLst xmlns:a="http://schemas.openxmlformats.org/drawingml/2006/main">
                <a:ext uri="{FF2B5EF4-FFF2-40B4-BE49-F238E27FC236}">
                  <a16:creationId xmlns:a16="http://schemas.microsoft.com/office/drawing/2014/main" id="{9198BC3B-EC4F-4099-ADB6-443B76633D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7850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52" name="task-title-3">
              <a:extLst xmlns:a="http://schemas.openxmlformats.org/drawingml/2006/main">
                <a:ext uri="{FF2B5EF4-FFF2-40B4-BE49-F238E27FC236}">
                  <a16:creationId xmlns:a16="http://schemas.microsoft.com/office/drawing/2014/main" id="{5100BC3E-8995-4CEE-B74F-B717364295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82150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Anomaly diagnosis</a:t>
              </a:r>
            </a:p>
          </p:txBody>
        </p:sp>
        <p:sp>
          <p:nvSpPr>
            <p:cNvPr id="53" name="task-contract-3">
              <a:extLst xmlns:a="http://schemas.openxmlformats.org/drawingml/2006/main">
                <a:ext uri="{FF2B5EF4-FFF2-40B4-BE49-F238E27FC236}">
                  <a16:creationId xmlns:a16="http://schemas.microsoft.com/office/drawing/2014/main" id="{2EBE95C3-7FAA-4A91-A7A1-E4639719C0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82150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event · window · cause</a:t>
              </a:r>
            </a:p>
          </p:txBody>
        </p:sp>
        <p:sp>
          <p:nvSpPr>
            <p:cNvPr id="54" name="task-contract-label-3">
              <a:extLst xmlns:a="http://schemas.openxmlformats.org/drawingml/2006/main">
                <a:ext uri="{FF2B5EF4-FFF2-40B4-BE49-F238E27FC236}">
                  <a16:creationId xmlns:a16="http://schemas.microsoft.com/office/drawing/2014/main" id="{6885A2E0-4D39-4D7F-A33A-F82039E628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01200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100" name="group-task-item-3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5" name="task-item-3-1">
              <a:extLst xmlns:a="http://schemas.openxmlformats.org/drawingml/2006/main">
                <a:ext uri="{FF2B5EF4-FFF2-40B4-BE49-F238E27FC236}">
                  <a16:creationId xmlns:a16="http://schemas.microsoft.com/office/drawing/2014/main" id="{B1391988-B618-4817-A7FD-AA2844625A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56" name="task-item-text-3-1">
              <a:extLst xmlns:a="http://schemas.openxmlformats.org/drawingml/2006/main">
                <a:ext uri="{FF2B5EF4-FFF2-40B4-BE49-F238E27FC236}">
                  <a16:creationId xmlns:a16="http://schemas.microsoft.com/office/drawing/2014/main" id="{487FC6ED-432B-4107-9D9A-42930BBFE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window localization</a:t>
              </a:r>
            </a:p>
          </p:txBody>
        </p:sp>
      </p:grpSp>
      <p:grpSp>
        <p:nvGrpSpPr>
          <p:cNvPr id="101" name="group-task-item-3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task-item-3-2">
              <a:extLst xmlns:a="http://schemas.openxmlformats.org/drawingml/2006/main">
                <a:ext uri="{FF2B5EF4-FFF2-40B4-BE49-F238E27FC236}">
                  <a16:creationId xmlns:a16="http://schemas.microsoft.com/office/drawing/2014/main" id="{6B03A7D8-E950-4637-A14B-2FD66AEA4F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58" name="task-item-text-3-2">
              <a:extLst xmlns:a="http://schemas.openxmlformats.org/drawingml/2006/main">
                <a:ext uri="{FF2B5EF4-FFF2-40B4-BE49-F238E27FC236}">
                  <a16:creationId xmlns:a16="http://schemas.microsoft.com/office/drawing/2014/main" id="{C6CA299B-CB70-474D-8436-A4FC2565D1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detection</a:t>
              </a:r>
            </a:p>
          </p:txBody>
        </p:sp>
      </p:grpSp>
      <p:grpSp>
        <p:nvGrpSpPr>
          <p:cNvPr id="102" name="group-task-item-3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9" name="task-item-3-3">
              <a:extLst xmlns:a="http://schemas.openxmlformats.org/drawingml/2006/main">
                <a:ext uri="{FF2B5EF4-FFF2-40B4-BE49-F238E27FC236}">
                  <a16:creationId xmlns:a16="http://schemas.microsoft.com/office/drawing/2014/main" id="{7E966EF4-9235-465D-96B8-FDBFDA2071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60" name="task-item-text-3-3">
              <a:extLst xmlns:a="http://schemas.openxmlformats.org/drawingml/2006/main">
                <a:ext uri="{FF2B5EF4-FFF2-40B4-BE49-F238E27FC236}">
                  <a16:creationId xmlns:a16="http://schemas.microsoft.com/office/drawing/2014/main" id="{6869033F-1BF7-47EA-A1FA-EBCCC01F98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</p:grpSp>
      <p:grpSp>
        <p:nvGrpSpPr>
          <p:cNvPr id="103" name="group-task-item-3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1" name="task-item-3-4">
              <a:extLst xmlns:a="http://schemas.openxmlformats.org/drawingml/2006/main">
                <a:ext uri="{FF2B5EF4-FFF2-40B4-BE49-F238E27FC236}">
                  <a16:creationId xmlns:a16="http://schemas.microsoft.com/office/drawing/2014/main" id="{472EBB54-11EA-4A89-878D-D0A5C3A045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62" name="task-item-text-3-4">
              <a:extLst xmlns:a="http://schemas.openxmlformats.org/drawingml/2006/main">
                <a:ext uri="{FF2B5EF4-FFF2-40B4-BE49-F238E27FC236}">
                  <a16:creationId xmlns:a16="http://schemas.microsoft.com/office/drawing/2014/main" id="{1E878F1D-9CC2-4ACC-A3B7-A0188A0111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root-cause evidence</a:t>
              </a:r>
            </a:p>
          </p:txBody>
        </p:sp>
      </p:grpSp>
      <p:grpSp>
        <p:nvGrpSpPr>
          <p:cNvPr id="104" name="group-task-frame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3" name="task-frame-4">
              <a:extLst xmlns:a="http://schemas.openxmlformats.org/drawingml/2006/main">
                <a:ext uri="{FF2B5EF4-FFF2-40B4-BE49-F238E27FC236}">
                  <a16:creationId xmlns:a16="http://schemas.microsoft.com/office/drawing/2014/main" id="{597CFC8F-6A31-44FF-973E-8B2A12CEE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91975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64" name="shared-rail-drop-4">
              <a:extLst xmlns:a="http://schemas.openxmlformats.org/drawingml/2006/main">
                <a:ext uri="{FF2B5EF4-FFF2-40B4-BE49-F238E27FC236}">
                  <a16:creationId xmlns:a16="http://schemas.microsoft.com/office/drawing/2014/main" id="{26060B3A-5601-4AFC-99BA-E41DFF336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3201650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65" name="task-header-4">
              <a:extLst xmlns:a="http://schemas.openxmlformats.org/drawingml/2006/main">
                <a:ext uri="{FF2B5EF4-FFF2-40B4-BE49-F238E27FC236}">
                  <a16:creationId xmlns:a16="http://schemas.microsoft.com/office/drawing/2014/main" id="{07073410-B5BF-4BA8-993B-ABC1BA40D1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63425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66" name="task-title-4">
              <a:extLst xmlns:a="http://schemas.openxmlformats.org/drawingml/2006/main">
                <a:ext uri="{FF2B5EF4-FFF2-40B4-BE49-F238E27FC236}">
                  <a16:creationId xmlns:a16="http://schemas.microsoft.com/office/drawing/2014/main" id="{D38E2FC6-2341-403F-9397-A4A679E1D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77725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Decision support</a:t>
              </a:r>
            </a:p>
          </p:txBody>
        </p:sp>
        <p:sp>
          <p:nvSpPr>
            <p:cNvPr id="67" name="task-contract-4">
              <a:extLst xmlns:a="http://schemas.openxmlformats.org/drawingml/2006/main">
                <a:ext uri="{FF2B5EF4-FFF2-40B4-BE49-F238E27FC236}">
                  <a16:creationId xmlns:a16="http://schemas.microsoft.com/office/drawing/2014/main" id="{944AA896-E6EF-4D1C-BEEB-010582F2CE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77725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action · cost · uncertainty</a:t>
              </a:r>
            </a:p>
          </p:txBody>
        </p:sp>
        <p:sp>
          <p:nvSpPr>
            <p:cNvPr id="68" name="task-contract-label-4">
              <a:extLst xmlns:a="http://schemas.openxmlformats.org/drawingml/2006/main">
                <a:ext uri="{FF2B5EF4-FFF2-40B4-BE49-F238E27FC236}">
                  <a16:creationId xmlns:a16="http://schemas.microsoft.com/office/drawing/2014/main" id="{7AB3D701-838C-42EB-8344-85501F46C9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96775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105" name="group-task-item-4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9" name="task-item-4-1">
              <a:extLst xmlns:a="http://schemas.openxmlformats.org/drawingml/2006/main">
                <a:ext uri="{FF2B5EF4-FFF2-40B4-BE49-F238E27FC236}">
                  <a16:creationId xmlns:a16="http://schemas.microsoft.com/office/drawing/2014/main" id="{46560289-3C15-4FBB-9591-BE10A16612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0" name="task-item-text-4-1">
              <a:extLst xmlns:a="http://schemas.openxmlformats.org/drawingml/2006/main">
                <a:ext uri="{FF2B5EF4-FFF2-40B4-BE49-F238E27FC236}">
                  <a16:creationId xmlns:a16="http://schemas.microsoft.com/office/drawing/2014/main" id="{4984B06C-95D6-4479-B838-CA7CD08874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scenario and state</a:t>
              </a:r>
            </a:p>
          </p:txBody>
        </p:sp>
      </p:grpSp>
      <p:grpSp>
        <p:nvGrpSpPr>
          <p:cNvPr id="106" name="group-task-item-4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1" name="task-item-4-2">
              <a:extLst xmlns:a="http://schemas.openxmlformats.org/drawingml/2006/main">
                <a:ext uri="{FF2B5EF4-FFF2-40B4-BE49-F238E27FC236}">
                  <a16:creationId xmlns:a16="http://schemas.microsoft.com/office/drawing/2014/main" id="{2FE9C18D-2574-4E72-8619-976C126224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2" name="task-item-text-4-2">
              <a:extLst xmlns:a="http://schemas.openxmlformats.org/drawingml/2006/main">
                <a:ext uri="{FF2B5EF4-FFF2-40B4-BE49-F238E27FC236}">
                  <a16:creationId xmlns:a16="http://schemas.microsoft.com/office/drawing/2014/main" id="{ACD81E71-5FA0-4C34-AEB9-8EAB79186C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uncertainty</a:t>
              </a:r>
            </a:p>
          </p:txBody>
        </p:sp>
      </p:grpSp>
      <p:grpSp>
        <p:nvGrpSpPr>
          <p:cNvPr id="107" name="group-task-item-4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3" name="task-item-4-3">
              <a:extLst xmlns:a="http://schemas.openxmlformats.org/drawingml/2006/main">
                <a:ext uri="{FF2B5EF4-FFF2-40B4-BE49-F238E27FC236}">
                  <a16:creationId xmlns:a16="http://schemas.microsoft.com/office/drawing/2014/main" id="{C12D24F8-D42B-4310-A91E-3C5940FEF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4" name="task-item-text-4-3">
              <a:extLst xmlns:a="http://schemas.openxmlformats.org/drawingml/2006/main">
                <a:ext uri="{FF2B5EF4-FFF2-40B4-BE49-F238E27FC236}">
                  <a16:creationId xmlns:a16="http://schemas.microsoft.com/office/drawing/2014/main" id="{2FAC051A-28FD-4C0D-802F-FF03E66E9D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cost and risk</a:t>
              </a:r>
            </a:p>
          </p:txBody>
        </p:sp>
      </p:grpSp>
      <p:grpSp>
        <p:nvGrpSpPr>
          <p:cNvPr id="108" name="group-task-item-4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5" name="task-item-4-4">
              <a:extLst xmlns:a="http://schemas.openxmlformats.org/drawingml/2006/main">
                <a:ext uri="{FF2B5EF4-FFF2-40B4-BE49-F238E27FC236}">
                  <a16:creationId xmlns:a16="http://schemas.microsoft.com/office/drawing/2014/main" id="{3576C07A-B9F7-4F4C-A9A7-01C0758D8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6" name="task-item-text-4-4">
              <a:extLst xmlns:a="http://schemas.openxmlformats.org/drawingml/2006/main">
                <a:ext uri="{FF2B5EF4-FFF2-40B4-BE49-F238E27FC236}">
                  <a16:creationId xmlns:a16="http://schemas.microsoft.com/office/drawing/2014/main" id="{5A68CA1A-F067-41A1-BC68-3D6633C3E8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action and review</a:t>
              </a:r>
            </a:p>
          </p:txBody>
        </p:sp>
      </p:grpSp>
      <p:grpSp>
        <p:nvGrpSpPr>
          <p:cNvPr id="109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7" name="task-specific-rule">
              <a:extLst xmlns:a="http://schemas.openxmlformats.org/drawingml/2006/main">
                <a:ext uri="{FF2B5EF4-FFF2-40B4-BE49-F238E27FC236}">
                  <a16:creationId xmlns:a16="http://schemas.microsoft.com/office/drawing/2014/main" id="{6CF471C4-C3B3-4177-B502-95C3BB3526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7543800"/>
              <a:ext cx="13525500" cy="457200"/>
            </a:xfrm>
            <a:prstGeom xmlns:a="http://schemas.openxmlformats.org/drawingml/2006/main" prst="roundRect">
              <a:avLst>
                <a:gd name="adj" fmla="val 29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78" name="task-specific-rule-text">
              <a:extLst xmlns:a="http://schemas.openxmlformats.org/drawingml/2006/main">
                <a:ext uri="{FF2B5EF4-FFF2-40B4-BE49-F238E27FC236}">
                  <a16:creationId xmlns:a16="http://schemas.microsoft.com/office/drawing/2014/main" id="{9CCBC751-2789-4A8A-A86A-34941B11C7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7677150"/>
              <a:ext cx="130302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 = shared Harness modules + a task-bound temporal output, validation, and decision contract.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435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2026-10-02T08:32:18.2900000Z</dcterms:created>
  <dcterms:modified xsi:type="dcterms:W3CDTF">2026-10-02T08:32:18.2900000Z</dcterms:modified>
</coreProperties>
</file>