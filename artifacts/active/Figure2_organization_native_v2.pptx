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3f146bd3f4a39" /><Relationship Type="http://schemas.openxmlformats.org/officeDocument/2006/relationships/extended-properties" Target="/docProps/app.xml" Id="R776810b6aac14a6c" /><Relationship Type="http://schemas.openxmlformats.org/officeDocument/2006/relationships/officeDocument" Target="/ppt/presentation.xml" Id="Re8c528d6f6e9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fcf1ba79b4745"/>
  </p:sldMasterIdLst>
  <p:notesMasterIdLst>
    <p:notesMasterId xmlns:r="http://schemas.openxmlformats.org/officeDocument/2006/relationships" r:id="R00358bea3e8b4576"/>
  </p:notesMasterIdLst>
  <p:sldIdLst>
    <p:sldId xmlns:r="http://schemas.openxmlformats.org/officeDocument/2006/relationships" id="256" r:id="Re51bd6a9bf8d44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ef64d2403a483d" /><Relationship Type="http://schemas.openxmlformats.org/officeDocument/2006/relationships/slideMaster" Target="/ppt/slideMasters/slideMaster1.xml" Id="R676fcf1ba79b4745" /><Relationship Type="http://schemas.openxmlformats.org/officeDocument/2006/relationships/notesMaster" Target="/ppt/notesMasters/notesMaster1.xml" Id="R00358bea3e8b4576" /><Relationship Type="http://schemas.openxmlformats.org/officeDocument/2006/relationships/presProps" Target="/ppt/presProps.xml" Id="R54e743903b04497f" /><Relationship Type="http://schemas.openxmlformats.org/officeDocument/2006/relationships/tableStyles" Target="/ppt/tableStyles.xml" Id="R73ea81a0844b45c8" /><Relationship Type="http://schemas.openxmlformats.org/officeDocument/2006/relationships/slide" Target="/ppt/slides/slide1.xml" Id="Re51bd6a9bf8d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c02360be0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c832c23654db5" /><Relationship Type="http://schemas.openxmlformats.org/officeDocument/2006/relationships/notesMaster" Target="/ppt/notesMasters/notesMaster1.xml" Id="Re03c13d4638f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reference: user-supplied Recursive Self-Improvement in AI survey organization map. Content follows the current Time-Series Agent survey section plan. All visual elements are native editable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9317cf07b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c8ff629314e0f" /><Relationship Type="http://schemas.openxmlformats.org/officeDocument/2006/relationships/slideLayout" Target="/ppt/slideLayouts/slideLayout1.xml" Id="R9447b9ac3515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7b9ac3515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004ac38d443b" /><Relationship Type="http://schemas.openxmlformats.org/officeDocument/2006/relationships/notesSlide" Target="/ppt/notesSlides/notesSlide1.xml" Id="R66d3aa34f586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708DF1C8-FB2E-4C72-9D88-A97AE19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367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Organization of the survey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DA30323F-3E47-40BA-B990-92DCB396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sections follow the construction of a Time-Series Agent and the evidence needed to evaluate it.</a:t>
            </a:r>
          </a:p>
        </p:txBody>
      </p:sp>
      <p:sp>
        <p:nvSpPr>
          <p:cNvPr id="3" name="section-rail">
            <a:extLst xmlns:a="http://schemas.openxmlformats.org/drawingml/2006/main">
              <a:ext uri="{FF2B5EF4-FFF2-40B4-BE49-F238E27FC236}">
                <a16:creationId xmlns:a16="http://schemas.microsoft.com/office/drawing/2014/main" id="{0033B7E3-8984-4FFA-9DD8-70EEC8CF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62100"/>
            <a:ext cx="0" cy="621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384A"/>
            </a:solidFill>
            <a:prstDash val="solid"/>
          </a:ln>
        </p:spPr>
      </p:sp>
      <p:sp>
        <p:nvSpPr>
          <p:cNvPr id="4" name="survey-label-box">
            <a:extLst xmlns:a="http://schemas.openxmlformats.org/drawingml/2006/main">
              <a:ext uri="{FF2B5EF4-FFF2-40B4-BE49-F238E27FC236}">
                <a16:creationId xmlns:a16="http://schemas.microsoft.com/office/drawing/2014/main" id="{F451D214-08DA-43BF-BCB9-8A7593B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13360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dash"/>
          </a:ln>
        </p:spPr>
      </p:sp>
      <p:sp>
        <p:nvSpPr>
          <p:cNvPr id="5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31F2BA4B-F4EC-438B-86E5-534CDD3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Time-Series</a:t>
            </a:r>
          </a:p>
          <a:p xmlns:a="http://schemas.openxmlformats.org/drawingml/2006/main">
            <a:pPr algn="ctr">
              <a:def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  <a:p xmlns:a="http://schemas.openxmlformats.org/drawingml/2006/main">
            <a:pPr algn="ctr">
              <a:def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6" name="survey-sublabel">
            <a:extLst xmlns:a="http://schemas.openxmlformats.org/drawingml/2006/main">
              <a:ext uri="{FF2B5EF4-FFF2-40B4-BE49-F238E27FC236}">
                <a16:creationId xmlns:a16="http://schemas.microsoft.com/office/drawing/2014/main" id="{519FC601-7F6C-476E-95DA-6C8C3FCA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reader's map</a:t>
            </a:r>
          </a:p>
        </p:txBody>
      </p:sp>
      <p:sp>
        <p:nvSpPr>
          <p:cNvPr id="7" name="survey-leader">
            <a:extLst xmlns:a="http://schemas.openxmlformats.org/drawingml/2006/main">
              <a:ext uri="{FF2B5EF4-FFF2-40B4-BE49-F238E27FC236}">
                <a16:creationId xmlns:a16="http://schemas.microsoft.com/office/drawing/2014/main" id="{2FA4BE3F-7B1B-4948-ACF7-156F3EA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624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E8F"/>
            </a:solidFill>
            <a:prstDash val="solid"/>
          </a:ln>
        </p:spPr>
      </p:sp>
      <p:sp>
        <p:nvSpPr>
          <p:cNvPr id="8" name="rail-dot-1">
            <a:extLst xmlns:a="http://schemas.openxmlformats.org/drawingml/2006/main">
              <a:ext uri="{FF2B5EF4-FFF2-40B4-BE49-F238E27FC236}">
                <a16:creationId xmlns:a16="http://schemas.microsoft.com/office/drawing/2014/main" id="{E6F2BB86-2883-4206-A765-7FFBF35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528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9" name="section-box-1">
            <a:extLst xmlns:a="http://schemas.openxmlformats.org/drawingml/2006/main">
              <a:ext uri="{FF2B5EF4-FFF2-40B4-BE49-F238E27FC236}">
                <a16:creationId xmlns:a16="http://schemas.microsoft.com/office/drawing/2014/main" id="{3443EB3F-AB1B-4691-9745-937CC85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954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10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A644D295-3ACF-4868-9433-C19C346B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954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1</a:t>
            </a:r>
          </a:p>
        </p:txBody>
      </p:sp>
      <p:sp>
        <p:nvSpPr>
          <p:cNvPr id="11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5643E566-8DD8-4657-8344-746EFAD6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12" name="topic-leader-1">
            <a:extLst xmlns:a="http://schemas.openxmlformats.org/drawingml/2006/main">
              <a:ext uri="{FF2B5EF4-FFF2-40B4-BE49-F238E27FC236}">
                <a16:creationId xmlns:a16="http://schemas.microsoft.com/office/drawing/2014/main" id="{9D768C51-1135-4906-A053-B30525F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954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3" name="topic-box-1">
            <a:extLst xmlns:a="http://schemas.openxmlformats.org/drawingml/2006/main">
              <a:ext uri="{FF2B5EF4-FFF2-40B4-BE49-F238E27FC236}">
                <a16:creationId xmlns:a16="http://schemas.microsoft.com/office/drawing/2014/main" id="{93334952-6EA2-480A-BEB2-7B2633D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954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4" name="topic-text-1">
            <a:extLst xmlns:a="http://schemas.openxmlformats.org/drawingml/2006/main">
              <a:ext uri="{FF2B5EF4-FFF2-40B4-BE49-F238E27FC236}">
                <a16:creationId xmlns:a16="http://schemas.microsoft.com/office/drawing/2014/main" id="{3521BCC0-7373-4687-A41A-1DEDD6E6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Scope, motivation, and central questions</a:t>
            </a:r>
          </a:p>
        </p:txBody>
      </p:sp>
      <p:sp>
        <p:nvSpPr>
          <p:cNvPr id="15" name="rail-dot-2">
            <a:extLst xmlns:a="http://schemas.openxmlformats.org/drawingml/2006/main">
              <a:ext uri="{FF2B5EF4-FFF2-40B4-BE49-F238E27FC236}">
                <a16:creationId xmlns:a16="http://schemas.microsoft.com/office/drawing/2014/main" id="{7B9E81F6-A66A-426E-B66E-AA780B8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431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6" name="section-box-2">
            <a:extLst xmlns:a="http://schemas.openxmlformats.org/drawingml/2006/main">
              <a:ext uri="{FF2B5EF4-FFF2-40B4-BE49-F238E27FC236}">
                <a16:creationId xmlns:a16="http://schemas.microsoft.com/office/drawing/2014/main" id="{96E5A1DB-6943-473D-91A2-48E1DF4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977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17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01962AFB-7B32-4FA3-ADE6-21453832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98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2</a:t>
            </a:r>
          </a:p>
        </p:txBody>
      </p:sp>
      <p:sp>
        <p:nvSpPr>
          <p:cNvPr id="18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4811BF3F-8B3E-4735-A16B-FA9D16C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81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What Is a Time-Series Agent?</a:t>
            </a:r>
          </a:p>
        </p:txBody>
      </p:sp>
      <p:sp>
        <p:nvSpPr>
          <p:cNvPr id="19" name="topic-leader-2">
            <a:extLst xmlns:a="http://schemas.openxmlformats.org/drawingml/2006/main">
              <a:ext uri="{FF2B5EF4-FFF2-40B4-BE49-F238E27FC236}">
                <a16:creationId xmlns:a16="http://schemas.microsoft.com/office/drawing/2014/main" id="{15707A1E-8AB1-4559-8221-B0FFD44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981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0" name="topic-box-2">
            <a:extLst xmlns:a="http://schemas.openxmlformats.org/drawingml/2006/main">
              <a:ext uri="{FF2B5EF4-FFF2-40B4-BE49-F238E27FC236}">
                <a16:creationId xmlns:a16="http://schemas.microsoft.com/office/drawing/2014/main" id="{BE8FB9B6-F62C-4D31-9A2B-49DF6D3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977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1" name="topic-text-2">
            <a:extLst xmlns:a="http://schemas.openxmlformats.org/drawingml/2006/main">
              <a:ext uri="{FF2B5EF4-FFF2-40B4-BE49-F238E27FC236}">
                <a16:creationId xmlns:a16="http://schemas.microsoft.com/office/drawing/2014/main" id="{3DB5D309-4C51-4A8C-B7A2-A7C9019E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02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Construction layers and the paper-card unit</a:t>
            </a:r>
          </a:p>
        </p:txBody>
      </p:sp>
      <p:sp>
        <p:nvSpPr>
          <p:cNvPr id="22" name="rail-dot-3">
            <a:extLst xmlns:a="http://schemas.openxmlformats.org/drawingml/2006/main">
              <a:ext uri="{FF2B5EF4-FFF2-40B4-BE49-F238E27FC236}">
                <a16:creationId xmlns:a16="http://schemas.microsoft.com/office/drawing/2014/main" id="{AEF5D42C-BB49-42CD-B846-2895529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57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3" name="section-box-3">
            <a:extLst xmlns:a="http://schemas.openxmlformats.org/drawingml/2006/main">
              <a:ext uri="{FF2B5EF4-FFF2-40B4-BE49-F238E27FC236}">
                <a16:creationId xmlns:a16="http://schemas.microsoft.com/office/drawing/2014/main" id="{36D7585D-DE66-40AB-8B5B-7230C9F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24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48387F88-9468-4542-9AB4-29DDBF2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3</a:t>
            </a:r>
          </a:p>
        </p:txBody>
      </p:sp>
      <p:sp>
        <p:nvSpPr>
          <p:cNvPr id="25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A453F100-4DBE-4B12-BD3B-E97B19B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95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LLM-Side Contributions</a:t>
            </a:r>
          </a:p>
        </p:txBody>
      </p:sp>
      <p:sp>
        <p:nvSpPr>
          <p:cNvPr id="26" name="topic-leader-3">
            <a:extLst xmlns:a="http://schemas.openxmlformats.org/drawingml/2006/main">
              <a:ext uri="{FF2B5EF4-FFF2-40B4-BE49-F238E27FC236}">
                <a16:creationId xmlns:a16="http://schemas.microsoft.com/office/drawing/2014/main" id="{4C05CFE1-E298-46B6-B3AE-86E73898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418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7" name="topic-box-3">
            <a:extLst xmlns:a="http://schemas.openxmlformats.org/drawingml/2006/main">
              <a:ext uri="{FF2B5EF4-FFF2-40B4-BE49-F238E27FC236}">
                <a16:creationId xmlns:a16="http://schemas.microsoft.com/office/drawing/2014/main" id="{305A1F3D-2F13-4B0A-96C0-0E3D6DD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8" name="topic-text-3">
            <a:extLst xmlns:a="http://schemas.openxmlformats.org/drawingml/2006/main">
              <a:ext uri="{FF2B5EF4-FFF2-40B4-BE49-F238E27FC236}">
                <a16:creationId xmlns:a16="http://schemas.microsoft.com/office/drawing/2014/main" id="{1929A3E1-D603-471D-8307-472D69AF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representation, alignment, and language reasoning</a:t>
            </a:r>
          </a:p>
        </p:txBody>
      </p:sp>
      <p:sp>
        <p:nvSpPr>
          <p:cNvPr id="29" name="rail-dot-4">
            <a:extLst xmlns:a="http://schemas.openxmlformats.org/drawingml/2006/main">
              <a:ext uri="{FF2B5EF4-FFF2-40B4-BE49-F238E27FC236}">
                <a16:creationId xmlns:a16="http://schemas.microsoft.com/office/drawing/2014/main" id="{E9F3F920-3101-47B7-94CE-426B310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71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0" name="section-box-4">
            <a:extLst xmlns:a="http://schemas.openxmlformats.org/drawingml/2006/main">
              <a:ext uri="{FF2B5EF4-FFF2-40B4-BE49-F238E27FC236}">
                <a16:creationId xmlns:a16="http://schemas.microsoft.com/office/drawing/2014/main" id="{C1BC8B77-CA5A-4077-963D-2A660842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3852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dash"/>
          </a:ln>
        </p:spPr>
      </p:sp>
      <p:sp>
        <p:nvSpPr>
          <p:cNvPr id="31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0E9E2FE1-BA15-4566-9EB5-C2393A70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4</a:t>
            </a:r>
          </a:p>
        </p:txBody>
      </p:sp>
      <p:sp>
        <p:nvSpPr>
          <p:cNvPr id="32" name="section-title-4">
            <a:extLst xmlns:a="http://schemas.openxmlformats.org/drawingml/2006/main">
              <a:ext uri="{FF2B5EF4-FFF2-40B4-BE49-F238E27FC236}">
                <a16:creationId xmlns:a16="http://schemas.microsoft.com/office/drawing/2014/main" id="{97E6BE85-AB3A-495F-AA44-D13A097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99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33" name="topic-leader-4">
            <a:extLst xmlns:a="http://schemas.openxmlformats.org/drawingml/2006/main">
              <a:ext uri="{FF2B5EF4-FFF2-40B4-BE49-F238E27FC236}">
                <a16:creationId xmlns:a16="http://schemas.microsoft.com/office/drawing/2014/main" id="{0FAEA5AF-3BFE-4CE9-9660-B0217A08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856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4" name="topic-box-4">
            <a:extLst xmlns:a="http://schemas.openxmlformats.org/drawingml/2006/main">
              <a:ext uri="{FF2B5EF4-FFF2-40B4-BE49-F238E27FC236}">
                <a16:creationId xmlns:a16="http://schemas.microsoft.com/office/drawing/2014/main" id="{B86FC892-C56B-4CA3-BB79-A922901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3852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5" name="topic-text-4">
            <a:extLst xmlns:a="http://schemas.openxmlformats.org/drawingml/2006/main">
              <a:ext uri="{FF2B5EF4-FFF2-40B4-BE49-F238E27FC236}">
                <a16:creationId xmlns:a16="http://schemas.microsoft.com/office/drawing/2014/main" id="{8DAEED79-1E93-49A5-945E-7C074864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290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Seven reusable runtime dimensions</a:t>
            </a:r>
          </a:p>
        </p:txBody>
      </p:sp>
      <p:sp>
        <p:nvSpPr>
          <p:cNvPr id="36" name="rail-dot-5">
            <a:extLst xmlns:a="http://schemas.openxmlformats.org/drawingml/2006/main">
              <a:ext uri="{FF2B5EF4-FFF2-40B4-BE49-F238E27FC236}">
                <a16:creationId xmlns:a16="http://schemas.microsoft.com/office/drawing/2014/main" id="{E30C4E69-5F5E-43AC-B63A-2693ABAB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862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7" name="section-box-5">
            <a:extLst xmlns:a="http://schemas.openxmlformats.org/drawingml/2006/main">
              <a:ext uri="{FF2B5EF4-FFF2-40B4-BE49-F238E27FC236}">
                <a16:creationId xmlns:a16="http://schemas.microsoft.com/office/drawing/2014/main" id="{56A7830E-D464-48FD-A876-744B6DE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dash"/>
          </a:ln>
        </p:spPr>
      </p:sp>
      <p:sp>
        <p:nvSpPr>
          <p:cNvPr id="38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D25A3B4B-08D5-46EF-8929-A546A885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5</a:t>
            </a:r>
          </a:p>
        </p:txBody>
      </p:sp>
      <p:sp>
        <p:nvSpPr>
          <p:cNvPr id="39" name="section-title-5">
            <a:extLst xmlns:a="http://schemas.openxmlformats.org/drawingml/2006/main">
              <a:ext uri="{FF2B5EF4-FFF2-40B4-BE49-F238E27FC236}">
                <a16:creationId xmlns:a16="http://schemas.microsoft.com/office/drawing/2014/main" id="{EC10927B-4F51-47B2-9BD0-712BBA8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40" name="topic-leader-5">
            <a:extLst xmlns:a="http://schemas.openxmlformats.org/drawingml/2006/main">
              <a:ext uri="{FF2B5EF4-FFF2-40B4-BE49-F238E27FC236}">
                <a16:creationId xmlns:a16="http://schemas.microsoft.com/office/drawing/2014/main" id="{8AA8DFE5-DDFE-4C17-B6E1-DF345CE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29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1" name="topic-box-5">
            <a:extLst xmlns:a="http://schemas.openxmlformats.org/drawingml/2006/main">
              <a:ext uri="{FF2B5EF4-FFF2-40B4-BE49-F238E27FC236}">
                <a16:creationId xmlns:a16="http://schemas.microsoft.com/office/drawing/2014/main" id="{CEE23857-C072-4330-B73D-5D3F93A4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2" name="topic-text-5">
            <a:extLst xmlns:a="http://schemas.openxmlformats.org/drawingml/2006/main">
              <a:ext uri="{FF2B5EF4-FFF2-40B4-BE49-F238E27FC236}">
                <a16:creationId xmlns:a16="http://schemas.microsoft.com/office/drawing/2014/main" id="{05F92CB4-5B6A-4A89-9425-E749368D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contracts that transfer across tasks</a:t>
            </a:r>
          </a:p>
        </p:txBody>
      </p:sp>
      <p:sp>
        <p:nvSpPr>
          <p:cNvPr id="43" name="rail-dot-6">
            <a:extLst xmlns:a="http://schemas.openxmlformats.org/drawingml/2006/main">
              <a:ext uri="{FF2B5EF4-FFF2-40B4-BE49-F238E27FC236}">
                <a16:creationId xmlns:a16="http://schemas.microsoft.com/office/drawing/2014/main" id="{DD92DD4F-AA07-4CB9-BCD6-BDBF260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06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4" name="section-box-6">
            <a:extLst xmlns:a="http://schemas.openxmlformats.org/drawingml/2006/main">
              <a:ext uri="{FF2B5EF4-FFF2-40B4-BE49-F238E27FC236}">
                <a16:creationId xmlns:a16="http://schemas.microsoft.com/office/drawing/2014/main" id="{BC56E018-8BFD-4AB1-99E8-BC7C667E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6727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45" name="section-number-6">
            <a:extLst xmlns:a="http://schemas.openxmlformats.org/drawingml/2006/main">
              <a:ext uri="{FF2B5EF4-FFF2-40B4-BE49-F238E27FC236}">
                <a16:creationId xmlns:a16="http://schemas.microsoft.com/office/drawing/2014/main" id="{6B1629C8-7063-40E7-9332-33AB497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673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6</a:t>
            </a:r>
          </a:p>
        </p:txBody>
      </p:sp>
      <p:sp>
        <p:nvSpPr>
          <p:cNvPr id="46" name="section-title-6">
            <a:extLst xmlns:a="http://schemas.openxmlformats.org/drawingml/2006/main">
              <a:ext uri="{FF2B5EF4-FFF2-40B4-BE49-F238E27FC236}">
                <a16:creationId xmlns:a16="http://schemas.microsoft.com/office/drawing/2014/main" id="{3762E4B7-2A16-431C-9872-D73458B1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38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47" name="topic-leader-6">
            <a:extLst xmlns:a="http://schemas.openxmlformats.org/drawingml/2006/main">
              <a:ext uri="{FF2B5EF4-FFF2-40B4-BE49-F238E27FC236}">
                <a16:creationId xmlns:a16="http://schemas.microsoft.com/office/drawing/2014/main" id="{E00F3024-5DEB-4208-A709-020DC241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6731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8" name="topic-box-6">
            <a:extLst xmlns:a="http://schemas.openxmlformats.org/drawingml/2006/main">
              <a:ext uri="{FF2B5EF4-FFF2-40B4-BE49-F238E27FC236}">
                <a16:creationId xmlns:a16="http://schemas.microsoft.com/office/drawing/2014/main" id="{018789F2-01EB-4B00-9A5D-A6B1ED7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6727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9" name="topic-text-6">
            <a:extLst xmlns:a="http://schemas.openxmlformats.org/drawingml/2006/main">
              <a:ext uri="{FF2B5EF4-FFF2-40B4-BE49-F238E27FC236}">
                <a16:creationId xmlns:a16="http://schemas.microsoft.com/office/drawing/2014/main" id="{C6D7E86A-136A-4345-B8CE-8E85CF7A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577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Forecasting, augmentation, anomaly, and decision support</a:t>
            </a:r>
          </a:p>
        </p:txBody>
      </p:sp>
      <p:sp>
        <p:nvSpPr>
          <p:cNvPr id="50" name="rail-dot-7">
            <a:extLst xmlns:a="http://schemas.openxmlformats.org/drawingml/2006/main">
              <a:ext uri="{FF2B5EF4-FFF2-40B4-BE49-F238E27FC236}">
                <a16:creationId xmlns:a16="http://schemas.microsoft.com/office/drawing/2014/main" id="{D37E9D71-22B9-4664-88D8-B533FE6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8150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1" name="section-box-7">
            <a:extLst xmlns:a="http://schemas.openxmlformats.org/drawingml/2006/main">
              <a:ext uri="{FF2B5EF4-FFF2-40B4-BE49-F238E27FC236}">
                <a16:creationId xmlns:a16="http://schemas.microsoft.com/office/drawing/2014/main" id="{59294BB7-C8C8-4DCF-AB99-4EE10808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8165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dash"/>
          </a:ln>
        </p:spPr>
      </p:sp>
      <p:sp>
        <p:nvSpPr>
          <p:cNvPr id="52" name="section-number-7">
            <a:extLst xmlns:a="http://schemas.openxmlformats.org/drawingml/2006/main">
              <a:ext uri="{FF2B5EF4-FFF2-40B4-BE49-F238E27FC236}">
                <a16:creationId xmlns:a16="http://schemas.microsoft.com/office/drawing/2014/main" id="{D177E795-A72E-424A-B475-508A6997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81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7</a:t>
            </a:r>
          </a:p>
        </p:txBody>
      </p:sp>
      <p:sp>
        <p:nvSpPr>
          <p:cNvPr id="53" name="section-title-7">
            <a:extLst xmlns:a="http://schemas.openxmlformats.org/drawingml/2006/main">
              <a:ext uri="{FF2B5EF4-FFF2-40B4-BE49-F238E27FC236}">
                <a16:creationId xmlns:a16="http://schemas.microsoft.com/office/drawing/2014/main" id="{BC6AD777-C401-4F19-AAFF-D69F672A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53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Infrastructure and Benchmarks</a:t>
            </a:r>
          </a:p>
        </p:txBody>
      </p:sp>
      <p:sp>
        <p:nvSpPr>
          <p:cNvPr id="54" name="topic-leader-7">
            <a:extLst xmlns:a="http://schemas.openxmlformats.org/drawingml/2006/main">
              <a:ext uri="{FF2B5EF4-FFF2-40B4-BE49-F238E27FC236}">
                <a16:creationId xmlns:a16="http://schemas.microsoft.com/office/drawing/2014/main" id="{7A8E4308-04DC-4B86-8D88-64933F0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8168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5" name="topic-box-7">
            <a:extLst xmlns:a="http://schemas.openxmlformats.org/drawingml/2006/main">
              <a:ext uri="{FF2B5EF4-FFF2-40B4-BE49-F238E27FC236}">
                <a16:creationId xmlns:a16="http://schemas.microsoft.com/office/drawing/2014/main" id="{A87CE6C9-9D06-4F1D-8180-97B3509D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8165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6" name="topic-text-7">
            <a:extLst xmlns:a="http://schemas.openxmlformats.org/drawingml/2006/main">
              <a:ext uri="{FF2B5EF4-FFF2-40B4-BE49-F238E27FC236}">
                <a16:creationId xmlns:a16="http://schemas.microsoft.com/office/drawing/2014/main" id="{0B29D9AA-0A1D-45F4-86E1-7C890EB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Episodes, traces, tools, and task outcomes</a:t>
            </a:r>
          </a:p>
        </p:txBody>
      </p:sp>
      <p:sp>
        <p:nvSpPr>
          <p:cNvPr id="57" name="rail-dot-8">
            <a:extLst xmlns:a="http://schemas.openxmlformats.org/drawingml/2006/main">
              <a:ext uri="{FF2B5EF4-FFF2-40B4-BE49-F238E27FC236}">
                <a16:creationId xmlns:a16="http://schemas.microsoft.com/office/drawing/2014/main" id="{35E703D5-116E-4898-AC61-EB203760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65293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58" name="section-box-8">
            <a:extLst xmlns:a="http://schemas.openxmlformats.org/drawingml/2006/main">
              <a:ext uri="{FF2B5EF4-FFF2-40B4-BE49-F238E27FC236}">
                <a16:creationId xmlns:a16="http://schemas.microsoft.com/office/drawing/2014/main" id="{E6F9DD0A-908A-489A-8C80-EC2B905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9602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59" name="section-number-8">
            <a:extLst xmlns:a="http://schemas.openxmlformats.org/drawingml/2006/main">
              <a:ext uri="{FF2B5EF4-FFF2-40B4-BE49-F238E27FC236}">
                <a16:creationId xmlns:a16="http://schemas.microsoft.com/office/drawing/2014/main" id="{A77BC599-FC48-4302-A29A-539D48C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8</a:t>
            </a:r>
          </a:p>
        </p:txBody>
      </p:sp>
      <p:sp>
        <p:nvSpPr>
          <p:cNvPr id="60" name="section-title-8">
            <a:extLst xmlns:a="http://schemas.openxmlformats.org/drawingml/2006/main">
              <a:ext uri="{FF2B5EF4-FFF2-40B4-BE49-F238E27FC236}">
                <a16:creationId xmlns:a16="http://schemas.microsoft.com/office/drawing/2014/main" id="{22A4AE9B-0E7B-4A40-B249-6C2C3A49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674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Open Problems and Case Studies</a:t>
            </a:r>
          </a:p>
        </p:txBody>
      </p:sp>
      <p:sp>
        <p:nvSpPr>
          <p:cNvPr id="61" name="topic-leader-8">
            <a:extLst xmlns:a="http://schemas.openxmlformats.org/drawingml/2006/main">
              <a:ext uri="{FF2B5EF4-FFF2-40B4-BE49-F238E27FC236}">
                <a16:creationId xmlns:a16="http://schemas.microsoft.com/office/drawing/2014/main" id="{625C5302-D321-4C01-A9C3-87580CF5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9606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2" name="topic-box-8">
            <a:extLst xmlns:a="http://schemas.openxmlformats.org/drawingml/2006/main">
              <a:ext uri="{FF2B5EF4-FFF2-40B4-BE49-F238E27FC236}">
                <a16:creationId xmlns:a16="http://schemas.microsoft.com/office/drawing/2014/main" id="{C013F759-BC19-485B-B4BE-FE344422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9602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3" name="topic-text-8">
            <a:extLst xmlns:a="http://schemas.openxmlformats.org/drawingml/2006/main">
              <a:ext uri="{FF2B5EF4-FFF2-40B4-BE49-F238E27FC236}">
                <a16:creationId xmlns:a16="http://schemas.microsoft.com/office/drawing/2014/main" id="{76B9FDA1-20DB-4B4A-9544-CBA960C5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865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Where modules and evaluation remain incomplete</a:t>
            </a:r>
          </a:p>
        </p:txBody>
      </p:sp>
      <p:sp>
        <p:nvSpPr>
          <p:cNvPr id="64" name="rail-dot-9">
            <a:extLst xmlns:a="http://schemas.openxmlformats.org/drawingml/2006/main">
              <a:ext uri="{FF2B5EF4-FFF2-40B4-BE49-F238E27FC236}">
                <a16:creationId xmlns:a16="http://schemas.microsoft.com/office/drawing/2014/main" id="{8658EF21-55A4-4B5E-9131-459F760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243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5" name="section-box-9">
            <a:extLst xmlns:a="http://schemas.openxmlformats.org/drawingml/2006/main">
              <a:ext uri="{FF2B5EF4-FFF2-40B4-BE49-F238E27FC236}">
                <a16:creationId xmlns:a16="http://schemas.microsoft.com/office/drawing/2014/main" id="{D529E6EF-B4A2-4917-9B36-F543B16A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0104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66" name="section-number-9">
            <a:extLst xmlns:a="http://schemas.openxmlformats.org/drawingml/2006/main">
              <a:ext uri="{FF2B5EF4-FFF2-40B4-BE49-F238E27FC236}">
                <a16:creationId xmlns:a16="http://schemas.microsoft.com/office/drawing/2014/main" id="{9291C7B3-A3BD-4FA7-8BD6-5CB5075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2104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9</a:t>
            </a:r>
          </a:p>
        </p:txBody>
      </p:sp>
      <p:sp>
        <p:nvSpPr>
          <p:cNvPr id="67" name="section-title-9">
            <a:extLst xmlns:a="http://schemas.openxmlformats.org/drawingml/2006/main">
              <a:ext uri="{FF2B5EF4-FFF2-40B4-BE49-F238E27FC236}">
                <a16:creationId xmlns:a16="http://schemas.microsoft.com/office/drawing/2014/main" id="{E9D8AF48-57C7-43C4-A67A-3F329454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181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68" name="topic-leader-9">
            <a:extLst xmlns:a="http://schemas.openxmlformats.org/drawingml/2006/main">
              <a:ext uri="{FF2B5EF4-FFF2-40B4-BE49-F238E27FC236}">
                <a16:creationId xmlns:a16="http://schemas.microsoft.com/office/drawing/2014/main" id="{E276E545-8A46-4586-A4F1-D409157C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3104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9" name="topic-box-9">
            <a:extLst xmlns:a="http://schemas.openxmlformats.org/drawingml/2006/main">
              <a:ext uri="{FF2B5EF4-FFF2-40B4-BE49-F238E27FC236}">
                <a16:creationId xmlns:a16="http://schemas.microsoft.com/office/drawing/2014/main" id="{2CA63DFD-72CB-4A2E-92D9-18B9AD98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0104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70" name="topic-text-9">
            <a:extLst xmlns:a="http://schemas.openxmlformats.org/drawingml/2006/main">
              <a:ext uri="{FF2B5EF4-FFF2-40B4-BE49-F238E27FC236}">
                <a16:creationId xmlns:a16="http://schemas.microsoft.com/office/drawing/2014/main" id="{E328E8CC-F0C3-4D13-9860-B3AF363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200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 reusable map for future systems</a:t>
            </a:r>
          </a:p>
        </p:txBody>
      </p:sp>
      <p:sp>
        <p:nvSpPr>
          <p:cNvPr id="71" name="paper-card-strip">
            <a:extLst xmlns:a="http://schemas.openxmlformats.org/drawingml/2006/main">
              <a:ext uri="{FF2B5EF4-FFF2-40B4-BE49-F238E27FC236}">
                <a16:creationId xmlns:a16="http://schemas.microsoft.com/office/drawing/2014/main" id="{9953A361-837A-4352-8D83-009F8969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0"/>
            <a:ext cx="114681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72" name="paper-card-title">
            <a:extLst xmlns:a="http://schemas.openxmlformats.org/drawingml/2006/main">
              <a:ext uri="{FF2B5EF4-FFF2-40B4-BE49-F238E27FC236}">
                <a16:creationId xmlns:a16="http://schemas.microsoft.com/office/drawing/2014/main" id="{D4D6D097-769C-457C-B5B6-917E081D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943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Paper card fields</a:t>
            </a:r>
          </a:p>
        </p:txBody>
      </p:sp>
      <p:sp>
        <p:nvSpPr>
          <p:cNvPr id="73" name="paper-card-fields">
            <a:extLst xmlns:a="http://schemas.openxmlformats.org/drawingml/2006/main">
              <a:ext uri="{FF2B5EF4-FFF2-40B4-BE49-F238E27FC236}">
                <a16:creationId xmlns:a16="http://schemas.microsoft.com/office/drawing/2014/main" id="{16BE9015-E518-4EE0-9DD9-52BD2855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943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claim  ·  evidence locator  ·  module layer  ·  task family  ·  BibTeX  ·  review status</a:t>
            </a:r>
          </a:p>
        </p:txBody>
      </p:sp>
      <p:sp>
        <p:nvSpPr>
          <p:cNvPr id="74" name="paper-card-note">
            <a:extLst xmlns:a="http://schemas.openxmlformats.org/drawingml/2006/main">
              <a:ext uri="{FF2B5EF4-FFF2-40B4-BE49-F238E27FC236}">
                <a16:creationId xmlns:a16="http://schemas.microsoft.com/office/drawing/2014/main" id="{3F87F8FE-A285-497D-B031-EAC2917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324850"/>
            <a:ext cx="1146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Each card records modules independently, while the survey organizes them by the deepest applicable Harness layer.</a:t>
            </a:r>
          </a:p>
        </p:txBody>
      </p:sp>
    </p:spTree>
    <p:extLst>
      <p:ext uri="{BB962C8B-B14F-4D97-AF65-F5344CB8AC3E}">
        <p14:creationId xmlns:p14="http://schemas.microsoft.com/office/powerpoint/2010/main" val="141705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2026-10-02T07:28:02.3490000Z</dcterms:created>
  <dcterms:modified xsi:type="dcterms:W3CDTF">2026-10-02T07:28:02.3490000Z</dcterms:modified>
</coreProperties>
</file>