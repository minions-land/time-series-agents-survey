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b0bd721ee24ec3" /><Relationship Type="http://schemas.openxmlformats.org/officeDocument/2006/relationships/extended-properties" Target="/docProps/app.xml" Id="Rc6160ab834a94ad5" /><Relationship Type="http://schemas.openxmlformats.org/officeDocument/2006/relationships/officeDocument" Target="/ppt/presentation.xml" Id="Rf6996eedf47c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f890555cd54bea"/>
  </p:sldMasterIdLst>
  <p:notesMasterIdLst>
    <p:notesMasterId xmlns:r="http://schemas.openxmlformats.org/officeDocument/2006/relationships" r:id="R47f4b549da594bde"/>
  </p:notesMasterIdLst>
  <p:sldIdLst>
    <p:sldId xmlns:r="http://schemas.openxmlformats.org/officeDocument/2006/relationships" id="256" r:id="R6bcfd9818f894dd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bcb0be7ad049ef" /><Relationship Type="http://schemas.openxmlformats.org/officeDocument/2006/relationships/slideMaster" Target="/ppt/slideMasters/slideMaster1.xml" Id="Rf4f890555cd54bea" /><Relationship Type="http://schemas.openxmlformats.org/officeDocument/2006/relationships/notesMaster" Target="/ppt/notesMasters/notesMaster1.xml" Id="R47f4b549da594bde" /><Relationship Type="http://schemas.openxmlformats.org/officeDocument/2006/relationships/presProps" Target="/ppt/presProps.xml" Id="Rbff4651904f140b2" /><Relationship Type="http://schemas.openxmlformats.org/officeDocument/2006/relationships/tableStyles" Target="/ppt/tableStyles.xml" Id="R1ee81362de8a4305" /><Relationship Type="http://schemas.openxmlformats.org/officeDocument/2006/relationships/slide" Target="/ppt/slides/slide1.xml" Id="R6bcfd9818f894d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f4104a78a3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4d3542dd5484d" /><Relationship Type="http://schemas.openxmlformats.org/officeDocument/2006/relationships/notesMaster" Target="/ppt/notesMasters/notesMaster1.xml" Id="Rbedd0cca86ca45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Seven-dimension General Harness map. Labels are synthesized from the recurring functional intersection of the cited Harness and agent-survey literature in the manuscript.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9532c5ce041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4c261ee4de4538" /><Relationship Type="http://schemas.openxmlformats.org/officeDocument/2006/relationships/slideLayout" Target="/ppt/slideLayouts/slideLayout1.xml" Id="R9d83edea4a4246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83edea4a4246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5d9200f944016" /><Relationship Type="http://schemas.openxmlformats.org/officeDocument/2006/relationships/notesSlide" Target="/ppt/notesSlides/notesSlide1.xml" Id="Rceff8b8e6d33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570CDF31-BC78-4940-963C-AC34D214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"/>
            <a:ext cx="1371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Seven dimensions of a General Harness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CFCCE1AE-101C-4118-BE8A-D26C89E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"/>
            <a:ext cx="1362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dimensions describe reusable runtime mechanisms; temporal semantics are added by the Time-Series Harness layer.</a:t>
            </a:r>
          </a:p>
        </p:txBody>
      </p:sp>
      <p:sp>
        <p:nvSpPr>
          <p:cNvPr id="3" name="general-harness-core">
            <a:extLst xmlns:a="http://schemas.openxmlformats.org/drawingml/2006/main">
              <a:ext uri="{FF2B5EF4-FFF2-40B4-BE49-F238E27FC236}">
                <a16:creationId xmlns:a16="http://schemas.microsoft.com/office/drawing/2014/main" id="{85BAB261-7F4D-4FF7-B676-34DAEE23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05150"/>
            <a:ext cx="4095750" cy="1466850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2D6E8F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4" name="core-title">
            <a:extLst xmlns:a="http://schemas.openxmlformats.org/drawingml/2006/main">
              <a:ext uri="{FF2B5EF4-FFF2-40B4-BE49-F238E27FC236}">
                <a16:creationId xmlns:a16="http://schemas.microsoft.com/office/drawing/2014/main" id="{4AA43F3A-5BE6-4F3E-91F8-82A57FEA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5" name="core-subtitle">
            <a:extLst xmlns:a="http://schemas.openxmlformats.org/drawingml/2006/main">
              <a:ext uri="{FF2B5EF4-FFF2-40B4-BE49-F238E27FC236}">
                <a16:creationId xmlns:a16="http://schemas.microsoft.com/office/drawing/2014/main" id="{A6B4995B-96C2-4F52-BE1D-0247270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862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 reusable runtime around an LLM</a:t>
            </a:r>
          </a:p>
        </p:txBody>
      </p:sp>
      <p:sp>
        <p:nvSpPr>
          <p:cNvPr id="6" name="dimension-1">
            <a:extLst xmlns:a="http://schemas.openxmlformats.org/drawingml/2006/main">
              <a:ext uri="{FF2B5EF4-FFF2-40B4-BE49-F238E27FC236}">
                <a16:creationId xmlns:a16="http://schemas.microsoft.com/office/drawing/2014/main" id="{14FF12EF-354E-4A7D-BDF9-F7A635D6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7" name="dimension-title-1">
            <a:extLst xmlns:a="http://schemas.openxmlformats.org/drawingml/2006/main">
              <a:ext uri="{FF2B5EF4-FFF2-40B4-BE49-F238E27FC236}">
                <a16:creationId xmlns:a16="http://schemas.microsoft.com/office/drawing/2014/main" id="{7AA967D3-1BBE-4C03-B958-B5366FB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Interface and Interaction</a:t>
            </a:r>
          </a:p>
        </p:txBody>
      </p:sp>
      <p:sp>
        <p:nvSpPr>
          <p:cNvPr id="8" name="dimension-body-1">
            <a:extLst xmlns:a="http://schemas.openxmlformats.org/drawingml/2006/main">
              <a:ext uri="{FF2B5EF4-FFF2-40B4-BE49-F238E27FC236}">
                <a16:creationId xmlns:a16="http://schemas.microsoft.com/office/drawing/2014/main" id="{E45F1FB2-EC35-4D00-9A75-30FE6B6B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state, actions, environment, user</a:t>
            </a:r>
          </a:p>
        </p:txBody>
      </p:sp>
      <p:sp>
        <p:nvSpPr>
          <p:cNvPr id="9" name="dimension-link-1">
            <a:extLst xmlns:a="http://schemas.openxmlformats.org/drawingml/2006/main">
              <a:ext uri="{FF2B5EF4-FFF2-40B4-BE49-F238E27FC236}">
                <a16:creationId xmlns:a16="http://schemas.microsoft.com/office/drawing/2014/main" id="{0BF110EE-90BC-45D2-A21F-52D0A80F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076450"/>
            <a:ext cx="15144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0" name="dimension-2">
            <a:extLst xmlns:a="http://schemas.openxmlformats.org/drawingml/2006/main">
              <a:ext uri="{FF2B5EF4-FFF2-40B4-BE49-F238E27FC236}">
                <a16:creationId xmlns:a16="http://schemas.microsoft.com/office/drawing/2014/main" id="{913D7290-525C-40BF-B9A1-2CC13658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1" name="dimension-title-2">
            <a:extLst xmlns:a="http://schemas.openxmlformats.org/drawingml/2006/main">
              <a:ext uri="{FF2B5EF4-FFF2-40B4-BE49-F238E27FC236}">
                <a16:creationId xmlns:a16="http://schemas.microsoft.com/office/drawing/2014/main" id="{5251A9AD-8A9B-459B-9F74-828FC087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002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Memory and Context</a:t>
            </a:r>
          </a:p>
        </p:txBody>
      </p:sp>
      <p:sp>
        <p:nvSpPr>
          <p:cNvPr id="12" name="dimension-body-2">
            <a:extLst xmlns:a="http://schemas.openxmlformats.org/drawingml/2006/main">
              <a:ext uri="{FF2B5EF4-FFF2-40B4-BE49-F238E27FC236}">
                <a16:creationId xmlns:a16="http://schemas.microsoft.com/office/drawing/2014/main" id="{31D3240C-27A4-4E3F-B9D1-240C2ED2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working state, retrieval, experience</a:t>
            </a:r>
          </a:p>
        </p:txBody>
      </p:sp>
      <p:sp>
        <p:nvSpPr>
          <p:cNvPr id="13" name="dimension-link-2">
            <a:extLst xmlns:a="http://schemas.openxmlformats.org/drawingml/2006/main">
              <a:ext uri="{FF2B5EF4-FFF2-40B4-BE49-F238E27FC236}">
                <a16:creationId xmlns:a16="http://schemas.microsoft.com/office/drawing/2014/main" id="{23CE7F1A-1407-4270-AADA-145B0D14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0" y="23812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4" name="dimension-3">
            <a:extLst xmlns:a="http://schemas.openxmlformats.org/drawingml/2006/main">
              <a:ext uri="{FF2B5EF4-FFF2-40B4-BE49-F238E27FC236}">
                <a16:creationId xmlns:a16="http://schemas.microsoft.com/office/drawing/2014/main" id="{4BB32475-FB16-4F54-A9BD-4F8FBD86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6002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5" name="dimension-title-3">
            <a:extLst xmlns:a="http://schemas.openxmlformats.org/drawingml/2006/main">
              <a:ext uri="{FF2B5EF4-FFF2-40B4-BE49-F238E27FC236}">
                <a16:creationId xmlns:a16="http://schemas.microsoft.com/office/drawing/2014/main" id="{129F69BC-BC2C-4CAA-9817-A2024BB0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771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Tools and Execution</a:t>
            </a:r>
          </a:p>
        </p:txBody>
      </p:sp>
      <p:sp>
        <p:nvSpPr>
          <p:cNvPr id="16" name="dimension-body-3">
            <a:extLst xmlns:a="http://schemas.openxmlformats.org/drawingml/2006/main">
              <a:ext uri="{FF2B5EF4-FFF2-40B4-BE49-F238E27FC236}">
                <a16:creationId xmlns:a16="http://schemas.microsoft.com/office/drawing/2014/main" id="{74796E31-5E11-4A06-A39E-C1E377AC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1431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registries, APIs, code, databases</a:t>
            </a:r>
          </a:p>
        </p:txBody>
      </p:sp>
      <p:sp>
        <p:nvSpPr>
          <p:cNvPr id="17" name="dimension-link-3">
            <a:extLst xmlns:a="http://schemas.openxmlformats.org/drawingml/2006/main">
              <a:ext uri="{FF2B5EF4-FFF2-40B4-BE49-F238E27FC236}">
                <a16:creationId xmlns:a16="http://schemas.microsoft.com/office/drawing/2014/main" id="{239E6C30-641F-4323-8998-D4F3C7E3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9667875" y="2076450"/>
            <a:ext cx="1514475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18" name="dimension-4">
            <a:extLst xmlns:a="http://schemas.openxmlformats.org/drawingml/2006/main">
              <a:ext uri="{FF2B5EF4-FFF2-40B4-BE49-F238E27FC236}">
                <a16:creationId xmlns:a16="http://schemas.microsoft.com/office/drawing/2014/main" id="{FA849261-EF78-42E2-BF9F-2791CC92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19" name="dimension-title-4">
            <a:extLst xmlns:a="http://schemas.openxmlformats.org/drawingml/2006/main">
              <a:ext uri="{FF2B5EF4-FFF2-40B4-BE49-F238E27FC236}">
                <a16:creationId xmlns:a16="http://schemas.microsoft.com/office/drawing/2014/main" id="{4A65B472-1F06-4FC8-8E8E-147EAB3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Control, Verification, and Feedback</a:t>
            </a:r>
          </a:p>
        </p:txBody>
      </p:sp>
      <p:sp>
        <p:nvSpPr>
          <p:cNvPr id="20" name="dimension-body-4">
            <a:extLst xmlns:a="http://schemas.openxmlformats.org/drawingml/2006/main">
              <a:ext uri="{FF2B5EF4-FFF2-40B4-BE49-F238E27FC236}">
                <a16:creationId xmlns:a16="http://schemas.microsoft.com/office/drawing/2014/main" id="{1F5AB776-8BE4-41E4-B1FB-9C252B7F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767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checks, retries, review, observability</a:t>
            </a:r>
          </a:p>
        </p:txBody>
      </p:sp>
      <p:sp>
        <p:nvSpPr>
          <p:cNvPr id="21" name="dimension-link-4">
            <a:extLst xmlns:a="http://schemas.openxmlformats.org/drawingml/2006/main">
              <a:ext uri="{FF2B5EF4-FFF2-40B4-BE49-F238E27FC236}">
                <a16:creationId xmlns:a16="http://schemas.microsoft.com/office/drawing/2014/main" id="{4E9C5758-C997-4074-A82B-41330472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57650" y="3838575"/>
            <a:ext cx="151447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22" name="dimension-5">
            <a:extLst xmlns:a="http://schemas.openxmlformats.org/drawingml/2006/main">
              <a:ext uri="{FF2B5EF4-FFF2-40B4-BE49-F238E27FC236}">
                <a16:creationId xmlns:a16="http://schemas.microsoft.com/office/drawing/2014/main" id="{FBD0158D-790E-443A-A1E1-BC22A850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73380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3" name="dimension-title-5">
            <a:extLst xmlns:a="http://schemas.openxmlformats.org/drawingml/2006/main">
              <a:ext uri="{FF2B5EF4-FFF2-40B4-BE49-F238E27FC236}">
                <a16:creationId xmlns:a16="http://schemas.microsoft.com/office/drawing/2014/main" id="{BFF36742-30F0-4762-A99E-2589E228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9052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Planning and Workflow</a:t>
            </a:r>
          </a:p>
        </p:txBody>
      </p:sp>
      <p:sp>
        <p:nvSpPr>
          <p:cNvPr id="24" name="dimension-body-5">
            <a:extLst xmlns:a="http://schemas.openxmlformats.org/drawingml/2006/main">
              <a:ext uri="{FF2B5EF4-FFF2-40B4-BE49-F238E27FC236}">
                <a16:creationId xmlns:a16="http://schemas.microsoft.com/office/drawing/2014/main" id="{05BEB1BB-19B3-42FB-A866-AE6C81A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2767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decomposition, orchestration, stopping</a:t>
            </a:r>
          </a:p>
        </p:txBody>
      </p:sp>
      <p:sp>
        <p:nvSpPr>
          <p:cNvPr id="25" name="dimension-link-5">
            <a:extLst xmlns:a="http://schemas.openxmlformats.org/drawingml/2006/main">
              <a:ext uri="{FF2B5EF4-FFF2-40B4-BE49-F238E27FC236}">
                <a16:creationId xmlns:a16="http://schemas.microsoft.com/office/drawing/2014/main" id="{7A6FC11B-CD6B-4D0B-8ED6-1AD6BD6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67875" y="3838575"/>
            <a:ext cx="151447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26" name="dimension-6">
            <a:extLst xmlns:a="http://schemas.openxmlformats.org/drawingml/2006/main">
              <a:ext uri="{FF2B5EF4-FFF2-40B4-BE49-F238E27FC236}">
                <a16:creationId xmlns:a16="http://schemas.microsoft.com/office/drawing/2014/main" id="{4B7750B0-C5EB-4338-8D02-F8C2B644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1912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27" name="dimension-title-6">
            <a:extLst xmlns:a="http://schemas.openxmlformats.org/drawingml/2006/main">
              <a:ext uri="{FF2B5EF4-FFF2-40B4-BE49-F238E27FC236}">
                <a16:creationId xmlns:a16="http://schemas.microsoft.com/office/drawing/2014/main" id="{ECE73CDB-53E8-4E2B-A4A5-9A3AE1F5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362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Optimization and Evolution</a:t>
            </a:r>
          </a:p>
        </p:txBody>
      </p:sp>
      <p:sp>
        <p:nvSpPr>
          <p:cNvPr id="28" name="dimension-body-6">
            <a:extLst xmlns:a="http://schemas.openxmlformats.org/drawingml/2006/main">
              <a:ext uri="{FF2B5EF4-FFF2-40B4-BE49-F238E27FC236}">
                <a16:creationId xmlns:a16="http://schemas.microsoft.com/office/drawing/2014/main" id="{30BC47CF-ADF8-41B1-A7CD-EE54CCAF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7341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prompts, policies, tools, reflection</a:t>
            </a:r>
          </a:p>
        </p:txBody>
      </p:sp>
      <p:sp>
        <p:nvSpPr>
          <p:cNvPr id="29" name="dimension-link-6">
            <a:extLst xmlns:a="http://schemas.openxmlformats.org/drawingml/2006/main">
              <a:ext uri="{FF2B5EF4-FFF2-40B4-BE49-F238E27FC236}">
                <a16:creationId xmlns:a16="http://schemas.microsoft.com/office/drawing/2014/main" id="{A07CB965-0FD2-4529-A59A-CD0B64E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10200" y="3838575"/>
            <a:ext cx="161925" cy="282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30" name="dimension-7">
            <a:extLst xmlns:a="http://schemas.openxmlformats.org/drawingml/2006/main">
              <a:ext uri="{FF2B5EF4-FFF2-40B4-BE49-F238E27FC236}">
                <a16:creationId xmlns:a16="http://schemas.microsoft.com/office/drawing/2014/main" id="{29D5FD9C-23C7-43D7-BB59-E04E4B2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191250"/>
            <a:ext cx="3333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1" name="dimension-title-7">
            <a:extLst xmlns:a="http://schemas.openxmlformats.org/drawingml/2006/main">
              <a:ext uri="{FF2B5EF4-FFF2-40B4-BE49-F238E27FC236}">
                <a16:creationId xmlns:a16="http://schemas.microsoft.com/office/drawing/2014/main" id="{528F0DC3-E2C7-4E59-8789-C0865E35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3627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D6E8F"/>
                </a:solidFill>
                <a:latin typeface="Times New Roman"/>
                <a:ea typeface="Times New Roman"/>
                <a:cs typeface="Times New Roman"/>
              </a:rPr>
              <a:t>Coordination and Scaling</a:t>
            </a:r>
          </a:p>
        </p:txBody>
      </p:sp>
      <p:sp>
        <p:nvSpPr>
          <p:cNvPr id="32" name="dimension-body-7">
            <a:extLst xmlns:a="http://schemas.openxmlformats.org/drawingml/2006/main">
              <a:ext uri="{FF2B5EF4-FFF2-40B4-BE49-F238E27FC236}">
                <a16:creationId xmlns:a16="http://schemas.microsoft.com/office/drawing/2014/main" id="{1AE29A29-85B6-4096-9BE1-4AD10A1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341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roles, delegation, shared state</a:t>
            </a:r>
          </a:p>
        </p:txBody>
      </p:sp>
      <p:sp>
        <p:nvSpPr>
          <p:cNvPr id="33" name="dimension-link-7">
            <a:extLst xmlns:a="http://schemas.openxmlformats.org/drawingml/2006/main">
              <a:ext uri="{FF2B5EF4-FFF2-40B4-BE49-F238E27FC236}">
                <a16:creationId xmlns:a16="http://schemas.microsoft.com/office/drawing/2014/main" id="{3BDA87B4-75C1-4A36-AB6A-1D8F9085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667875" y="3838575"/>
            <a:ext cx="161925" cy="2828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CB1"/>
            </a:solidFill>
            <a:prstDash val="solid"/>
          </a:ln>
        </p:spPr>
      </p:sp>
      <p:sp>
        <p:nvSpPr>
          <p:cNvPr id="34" name="general-harness-note">
            <a:extLst xmlns:a="http://schemas.openxmlformats.org/drawingml/2006/main">
              <a:ext uri="{FF2B5EF4-FFF2-40B4-BE49-F238E27FC236}">
                <a16:creationId xmlns:a16="http://schemas.microsoft.com/office/drawing/2014/main" id="{F0EAFD2E-D946-411D-9856-2308DD3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43800"/>
            <a:ext cx="137922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E8F"/>
            </a:solidFill>
            <a:prstDash val="solid"/>
          </a:ln>
        </p:spPr>
      </p:sp>
      <p:sp>
        <p:nvSpPr>
          <p:cNvPr id="35" name="general-harness-note-text">
            <a:extLst xmlns:a="http://schemas.openxmlformats.org/drawingml/2006/main">
              <a:ext uri="{FF2B5EF4-FFF2-40B4-BE49-F238E27FC236}">
                <a16:creationId xmlns:a16="http://schemas.microsoft.com/office/drawing/2014/main" id="{09E84944-C02B-45BD-BAB8-C94B9F10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77150"/>
            <a:ext cx="1333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A paper can contribute to several dimensions. The seven labels form the shared comparison layer used before temporal and task-specific coding.</a:t>
            </a:r>
          </a:p>
        </p:txBody>
      </p:sp>
    </p:spTree>
    <p:extLst>
      <p:ext uri="{BB962C8B-B14F-4D97-AF65-F5344CB8AC3E}">
        <p14:creationId xmlns:p14="http://schemas.microsoft.com/office/powerpoint/2010/main" val="406272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2026-10-02T08:10:32.2490000Z</dcterms:created>
  <dcterms:modified xsi:type="dcterms:W3CDTF">2026-10-02T08:10:32.2490000Z</dcterms:modified>
</coreProperties>
</file>