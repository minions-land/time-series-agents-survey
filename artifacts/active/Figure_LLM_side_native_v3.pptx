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a4ee438d174bb7" /><Relationship Type="http://schemas.openxmlformats.org/officeDocument/2006/relationships/extended-properties" Target="/docProps/app.xml" Id="Rfc12f5b912c74c66" /><Relationship Type="http://schemas.openxmlformats.org/officeDocument/2006/relationships/officeDocument" Target="/ppt/presentation.xml" Id="R7eabf376437d4d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ca512d4019457d"/>
  </p:sldMasterIdLst>
  <p:notesMasterIdLst>
    <p:notesMasterId xmlns:r="http://schemas.openxmlformats.org/officeDocument/2006/relationships" r:id="Rd75503fa2f2541de"/>
  </p:notesMasterIdLst>
  <p:sldIdLst>
    <p:sldId xmlns:r="http://schemas.openxmlformats.org/officeDocument/2006/relationships" id="256" r:id="Re8408bef0d424da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988a9f932f479f" /><Relationship Type="http://schemas.openxmlformats.org/officeDocument/2006/relationships/slideMaster" Target="/ppt/slideMasters/slideMaster1.xml" Id="R46ca512d4019457d" /><Relationship Type="http://schemas.openxmlformats.org/officeDocument/2006/relationships/notesMaster" Target="/ppt/notesMasters/notesMaster1.xml" Id="Rd75503fa2f2541de" /><Relationship Type="http://schemas.openxmlformats.org/officeDocument/2006/relationships/presProps" Target="/ppt/presProps.xml" Id="R1374b041dbf341ea" /><Relationship Type="http://schemas.openxmlformats.org/officeDocument/2006/relationships/tableStyles" Target="/ppt/tableStyles.xml" Id="R760c6f50b7ee4356" /><Relationship Type="http://schemas.openxmlformats.org/officeDocument/2006/relationships/slide" Target="/ppt/slides/slide1.xml" Id="Re8408bef0d424d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5353eb93444b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cfb4ad59de42d1" /><Relationship Type="http://schemas.openxmlformats.org/officeDocument/2006/relationships/notesMaster" Target="/ppt/notesMasters/notesMaster1.xml" Id="R20c651a8c0564a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LLM-side contribution map adapted from the ChatTS training pipeline. Attribute selection feeds an attribute-based generator and a time-series evolution-instruction path. The generated series and language supervision support temporal alignment during model training. All nodes and connectors are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ecfafd261f47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55cddefa404f03" /><Relationship Type="http://schemas.openxmlformats.org/officeDocument/2006/relationships/slideLayout" Target="/ppt/slideLayouts/slideLayout1.xml" Id="R48f5ea2b803544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f5ea2b803544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4d2074a0d47f2" /><Relationship Type="http://schemas.openxmlformats.org/officeDocument/2006/relationships/notesSlide" Target="/ppt/notesSlides/notesSlide1.xml" Id="R65b790329d404a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CA026B87-27AC-47D4-A1CE-2F0DB2E9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81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Temporal Alignment and Instruction Data</a:t>
            </a:r>
          </a:p>
        </p:txBody>
      </p:sp>
      <p:sp>
        <p:nvSpPr>
          <p:cNvPr id="2" name="figure-subtitle">
            <a:extLst xmlns:a="http://schemas.openxmlformats.org/drawingml/2006/main">
              <a:ext uri="{FF2B5EF4-FFF2-40B4-BE49-F238E27FC236}">
                <a16:creationId xmlns:a16="http://schemas.microsoft.com/office/drawing/2014/main" id="{6AA8B6A0-1929-4142-84DE-7332A56B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8675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LLM-side contribution: numerical series enter language-model training through complementary data paths.</a:t>
            </a:r>
          </a:p>
        </p:txBody>
      </p:sp>
      <p:sp>
        <p:nvSpPr>
          <p:cNvPr id="3" name="model-side-label">
            <a:extLst xmlns:a="http://schemas.openxmlformats.org/drawingml/2006/main">
              <a:ext uri="{FF2B5EF4-FFF2-40B4-BE49-F238E27FC236}">
                <a16:creationId xmlns:a16="http://schemas.microsoft.com/office/drawing/2014/main" id="{AF0986AA-AF52-450A-9FF0-A7660F26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811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Model-side representation and reasoning</a:t>
            </a:r>
          </a:p>
        </p:txBody>
      </p:sp>
      <p:sp>
        <p:nvSpPr>
          <p:cNvPr id="4" name="selector-to-generator">
            <a:extLst xmlns:a="http://schemas.openxmlformats.org/drawingml/2006/main">
              <a:ext uri="{FF2B5EF4-FFF2-40B4-BE49-F238E27FC236}">
                <a16:creationId xmlns:a16="http://schemas.microsoft.com/office/drawing/2014/main" id="{91EDE026-23B8-4288-BECA-3F6F90B5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733800" y="3276600"/>
            <a:ext cx="1447800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5" name="selector-to-evol">
            <a:extLst xmlns:a="http://schemas.openxmlformats.org/drawingml/2006/main">
              <a:ext uri="{FF2B5EF4-FFF2-40B4-BE49-F238E27FC236}">
                <a16:creationId xmlns:a16="http://schemas.microsoft.com/office/drawing/2014/main" id="{ECF25AF6-BFC1-4FF4-9B2E-BC9043B6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33800" y="4953000"/>
            <a:ext cx="144780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6" name="generator-to-training-data">
            <a:extLst xmlns:a="http://schemas.openxmlformats.org/drawingml/2006/main">
              <a:ext uri="{FF2B5EF4-FFF2-40B4-BE49-F238E27FC236}">
                <a16:creationId xmlns:a16="http://schemas.microsoft.com/office/drawing/2014/main" id="{5A779933-5BF5-456D-B57F-A3929A48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86800" y="3371850"/>
            <a:ext cx="1790700" cy="1323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7" name="evol-to-training-data">
            <a:extLst xmlns:a="http://schemas.openxmlformats.org/drawingml/2006/main">
              <a:ext uri="{FF2B5EF4-FFF2-40B4-BE49-F238E27FC236}">
                <a16:creationId xmlns:a16="http://schemas.microsoft.com/office/drawing/2014/main" id="{1CF0D137-DA11-4EFA-99B9-C09E8936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686800" y="4953000"/>
            <a:ext cx="1790700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8" name="data-to-training">
            <a:extLst xmlns:a="http://schemas.openxmlformats.org/drawingml/2006/main">
              <a:ext uri="{FF2B5EF4-FFF2-40B4-BE49-F238E27FC236}">
                <a16:creationId xmlns:a16="http://schemas.microsoft.com/office/drawing/2014/main" id="{24BF995B-5A1B-4006-8011-BB5CE252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0" y="476250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7A92"/>
            </a:solidFill>
            <a:prstDash val="solid"/>
          </a:ln>
        </p:spPr>
      </p:sp>
      <p:sp>
        <p:nvSpPr>
          <p:cNvPr id="9" name="node-1">
            <a:extLst xmlns:a="http://schemas.openxmlformats.org/drawingml/2006/main">
              <a:ext uri="{FF2B5EF4-FFF2-40B4-BE49-F238E27FC236}">
                <a16:creationId xmlns:a16="http://schemas.microsoft.com/office/drawing/2014/main" id="{68E4BE28-7D82-448E-98C8-5F8EB57D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2857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8F2EA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10" name="node-title-1">
            <a:extLst xmlns:a="http://schemas.openxmlformats.org/drawingml/2006/main">
              <a:ext uri="{FF2B5EF4-FFF2-40B4-BE49-F238E27FC236}">
                <a16:creationId xmlns:a16="http://schemas.microsoft.com/office/drawing/2014/main" id="{6A85EED5-5B4A-46A9-9247-F900C019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rPr>
              <a:t>Attribute selector</a:t>
            </a:r>
          </a:p>
        </p:txBody>
      </p:sp>
      <p:sp>
        <p:nvSpPr>
          <p:cNvPr id="11" name="node-body-1">
            <a:extLst xmlns:a="http://schemas.openxmlformats.org/drawingml/2006/main">
              <a:ext uri="{FF2B5EF4-FFF2-40B4-BE49-F238E27FC236}">
                <a16:creationId xmlns:a16="http://schemas.microsoft.com/office/drawing/2014/main" id="{380A8A7B-C630-4645-8D20-BD471548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selects temporal attributes</a:t>
            </a:r>
          </a:p>
        </p:txBody>
      </p:sp>
      <p:sp>
        <p:nvSpPr>
          <p:cNvPr id="12" name="node-2">
            <a:extLst xmlns:a="http://schemas.openxmlformats.org/drawingml/2006/main">
              <a:ext uri="{FF2B5EF4-FFF2-40B4-BE49-F238E27FC236}">
                <a16:creationId xmlns:a16="http://schemas.microsoft.com/office/drawing/2014/main" id="{83508303-07B4-452E-ACFF-D9959536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43150"/>
            <a:ext cx="35052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8F1DF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13" name="node-title-2">
            <a:extLst xmlns:a="http://schemas.openxmlformats.org/drawingml/2006/main">
              <a:ext uri="{FF2B5EF4-FFF2-40B4-BE49-F238E27FC236}">
                <a16:creationId xmlns:a16="http://schemas.microsoft.com/office/drawing/2014/main" id="{BA59F894-BE4B-4FFC-8467-533AC414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rPr>
              <a:t>Attribute-based generator</a:t>
            </a:r>
          </a:p>
        </p:txBody>
      </p:sp>
      <p:sp>
        <p:nvSpPr>
          <p:cNvPr id="14" name="node-body-2">
            <a:extLst xmlns:a="http://schemas.openxmlformats.org/drawingml/2006/main">
              <a:ext uri="{FF2B5EF4-FFF2-40B4-BE49-F238E27FC236}">
                <a16:creationId xmlns:a16="http://schemas.microsoft.com/office/drawing/2014/main" id="{F7DD32FF-B2F1-4DED-9BD2-DCE2F850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718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generates series with selected attributes</a:t>
            </a:r>
          </a:p>
        </p:txBody>
      </p:sp>
      <p:sp>
        <p:nvSpPr>
          <p:cNvPr id="15" name="node-3">
            <a:extLst xmlns:a="http://schemas.openxmlformats.org/drawingml/2006/main">
              <a:ext uri="{FF2B5EF4-FFF2-40B4-BE49-F238E27FC236}">
                <a16:creationId xmlns:a16="http://schemas.microsoft.com/office/drawing/2014/main" id="{FAC11550-24A8-479E-B9EE-7BFDA836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600700"/>
            <a:ext cx="35052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EEEAF7"/>
          </a:solidFill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16" name="node-title-3">
            <a:extLst xmlns:a="http://schemas.openxmlformats.org/drawingml/2006/main">
              <a:ext uri="{FF2B5EF4-FFF2-40B4-BE49-F238E27FC236}">
                <a16:creationId xmlns:a16="http://schemas.microsoft.com/office/drawing/2014/main" id="{0B4C2C20-6B4B-437E-BFA4-9C1F9202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81025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058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7058A6"/>
                </a:solidFill>
                <a:latin typeface="Times New Roman"/>
                <a:ea typeface="Times New Roman"/>
                <a:cs typeface="Times New Roman"/>
              </a:rPr>
              <a:t>Time-series evolution instruction</a:t>
            </a:r>
          </a:p>
        </p:txBody>
      </p:sp>
      <p:sp>
        <p:nvSpPr>
          <p:cNvPr id="17" name="node-body-3">
            <a:extLst xmlns:a="http://schemas.openxmlformats.org/drawingml/2006/main">
              <a:ext uri="{FF2B5EF4-FFF2-40B4-BE49-F238E27FC236}">
                <a16:creationId xmlns:a16="http://schemas.microsoft.com/office/drawing/2014/main" id="{9843A183-7377-4753-815D-2B22C4DE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22935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generates temporal instruction text</a:t>
            </a:r>
          </a:p>
        </p:txBody>
      </p:sp>
      <p:sp>
        <p:nvSpPr>
          <p:cNvPr id="18" name="node-4">
            <a:extLst xmlns:a="http://schemas.openxmlformats.org/drawingml/2006/main">
              <a:ext uri="{FF2B5EF4-FFF2-40B4-BE49-F238E27FC236}">
                <a16:creationId xmlns:a16="http://schemas.microsoft.com/office/drawing/2014/main" id="{2EE906B1-C3E4-46E8-A6DE-A855EE58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76700"/>
            <a:ext cx="333375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2EA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19" name="node-title-4">
            <a:extLst xmlns:a="http://schemas.openxmlformats.org/drawingml/2006/main">
              <a:ext uri="{FF2B5EF4-FFF2-40B4-BE49-F238E27FC236}">
                <a16:creationId xmlns:a16="http://schemas.microsoft.com/office/drawing/2014/main" id="{69931E52-0AD8-4032-AC2D-C649EA87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862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rPr>
              <a:t>Generated training data</a:t>
            </a:r>
          </a:p>
        </p:txBody>
      </p:sp>
      <p:sp>
        <p:nvSpPr>
          <p:cNvPr id="20" name="node-body-4">
            <a:extLst xmlns:a="http://schemas.openxmlformats.org/drawingml/2006/main">
              <a:ext uri="{FF2B5EF4-FFF2-40B4-BE49-F238E27FC236}">
                <a16:creationId xmlns:a16="http://schemas.microsoft.com/office/drawing/2014/main" id="{B04D5914-46CA-49A7-B44A-AD75955B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053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series plus language supervision</a:t>
            </a:r>
          </a:p>
        </p:txBody>
      </p:sp>
      <p:sp>
        <p:nvSpPr>
          <p:cNvPr id="21" name="node-5">
            <a:extLst xmlns:a="http://schemas.openxmlformats.org/drawingml/2006/main">
              <a:ext uri="{FF2B5EF4-FFF2-40B4-BE49-F238E27FC236}">
                <a16:creationId xmlns:a16="http://schemas.microsoft.com/office/drawing/2014/main" id="{EA1C11BC-5E2A-4C41-B198-E2469F01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076700"/>
            <a:ext cx="142875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0F4"/>
          </a:solidFill>
          <a:ln xmlns:a="http://schemas.openxmlformats.org/drawingml/2006/main" w="19050">
            <a:solidFill>
              <a:srgbClr val="467A92"/>
            </a:solidFill>
            <a:prstDash val="solid"/>
          </a:ln>
        </p:spPr>
      </p:sp>
      <p:sp>
        <p:nvSpPr>
          <p:cNvPr id="22" name="node-title-5">
            <a:extLst xmlns:a="http://schemas.openxmlformats.org/drawingml/2006/main">
              <a:ext uri="{FF2B5EF4-FFF2-40B4-BE49-F238E27FC236}">
                <a16:creationId xmlns:a16="http://schemas.microsoft.com/office/drawing/2014/main" id="{700A3555-4A6B-4AFF-8E23-B11CBB9C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428625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467A9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467A92"/>
                </a:solidFill>
                <a:latin typeface="Times New Roman"/>
                <a:ea typeface="Times New Roman"/>
                <a:cs typeface="Times New Roman"/>
              </a:rPr>
              <a:t>Model training</a:t>
            </a:r>
          </a:p>
        </p:txBody>
      </p:sp>
      <p:sp>
        <p:nvSpPr>
          <p:cNvPr id="23" name="node-body-5">
            <a:extLst xmlns:a="http://schemas.openxmlformats.org/drawingml/2006/main">
              <a:ext uri="{FF2B5EF4-FFF2-40B4-BE49-F238E27FC236}">
                <a16:creationId xmlns:a16="http://schemas.microsoft.com/office/drawing/2014/main" id="{60F6F843-75EC-4CFC-9689-936A7755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705350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temporal alignment</a:t>
            </a:r>
          </a:p>
        </p:txBody>
      </p:sp>
      <p:sp>
        <p:nvSpPr>
          <p:cNvPr id="24" name="llm-side-rule">
            <a:extLst xmlns:a="http://schemas.openxmlformats.org/drawingml/2006/main">
              <a:ext uri="{FF2B5EF4-FFF2-40B4-BE49-F238E27FC236}">
                <a16:creationId xmlns:a16="http://schemas.microsoft.com/office/drawing/2014/main" id="{E9429D67-459B-469E-8A1D-9AE5FFCF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0"/>
            <a:ext cx="12382500" cy="5143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7145">
            <a:solidFill>
              <a:srgbClr val="467A92"/>
            </a:solidFill>
            <a:prstDash val="solid"/>
          </a:ln>
        </p:spPr>
      </p:sp>
      <p:sp>
        <p:nvSpPr>
          <p:cNvPr id="25" name="llm-side-rule-text">
            <a:extLst xmlns:a="http://schemas.openxmlformats.org/drawingml/2006/main">
              <a:ext uri="{FF2B5EF4-FFF2-40B4-BE49-F238E27FC236}">
                <a16:creationId xmlns:a16="http://schemas.microsoft.com/office/drawing/2014/main" id="{644BF7C3-1C7C-4106-9398-B4F20C98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7391400"/>
            <a:ext cx="1188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The LLM-side layer changes what temporal signals can be represented, aligned, and explained before the Harness executes a task.</a:t>
            </a:r>
          </a:p>
        </p:txBody>
      </p:sp>
    </p:spTree>
    <p:extLst>
      <p:ext uri="{BB962C8B-B14F-4D97-AF65-F5344CB8AC3E}">
        <p14:creationId xmlns:p14="http://schemas.microsoft.com/office/powerpoint/2010/main" val="2055335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2026-10-02T08:48:22.4540000Z</dcterms:created>
  <dcterms:modified xsi:type="dcterms:W3CDTF">2026-10-02T08:48:22.4540000Z</dcterms:modified>
</coreProperties>
</file>