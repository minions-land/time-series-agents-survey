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435ee921e94a95" /><Relationship Type="http://schemas.openxmlformats.org/officeDocument/2006/relationships/extended-properties" Target="/docProps/app.xml" Id="R0533cabb00bd4ae1" /><Relationship Type="http://schemas.openxmlformats.org/officeDocument/2006/relationships/officeDocument" Target="/ppt/presentation.xml" Id="Rc5e3c921179748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54ec31bf94275"/>
  </p:sldMasterIdLst>
  <p:notesMasterIdLst>
    <p:notesMasterId xmlns:r="http://schemas.openxmlformats.org/officeDocument/2006/relationships" r:id="Re721fccdf32042d1"/>
  </p:notesMasterIdLst>
  <p:sldIdLst>
    <p:sldId xmlns:r="http://schemas.openxmlformats.org/officeDocument/2006/relationships" id="256" r:id="R2feff3d3f202401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bf5df9b774b30" /><Relationship Type="http://schemas.openxmlformats.org/officeDocument/2006/relationships/slideMaster" Target="/ppt/slideMasters/slideMaster1.xml" Id="R17d54ec31bf94275" /><Relationship Type="http://schemas.openxmlformats.org/officeDocument/2006/relationships/notesMaster" Target="/ppt/notesMasters/notesMaster1.xml" Id="Re721fccdf32042d1" /><Relationship Type="http://schemas.openxmlformats.org/officeDocument/2006/relationships/presProps" Target="/ppt/presProps.xml" Id="R536f0b5a048f431d" /><Relationship Type="http://schemas.openxmlformats.org/officeDocument/2006/relationships/tableStyles" Target="/ppt/tableStyles.xml" Id="R50605ddcc94d4b0e" /><Relationship Type="http://schemas.openxmlformats.org/officeDocument/2006/relationships/slide" Target="/ppt/slides/slide1.xml" Id="R2feff3d3f20240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42fdbff3594f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ec133a251c4b05" /><Relationship Type="http://schemas.openxmlformats.org/officeDocument/2006/relationships/notesMaster" Target="/ppt/notesMasters/notesMaster1.xml" Id="R0ffd536ca1ca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artifacts/module_contribution_timeline.csv. The plot is an editable native-shape reconstruction of the module-level cumulative timeline. The General Harness series is dashed with hollow markers so it remains visible when it overlaps the temporal series.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bdcf7ed6948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5d2fa0b4e347aa" /><Relationship Type="http://schemas.openxmlformats.org/officeDocument/2006/relationships/slideLayout" Target="/ppt/slideLayouts/slideLayout1.xml" Id="Rc77edd2693ba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7edd2693ba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a5a2a267748bd" /><Relationship Type="http://schemas.openxmlformats.org/officeDocument/2006/relationships/notesSlide" Target="/ppt/notesSlides/notesSlide1.xml" Id="R902dd7ffa7b2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54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53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AAAEDF04-520B-4AE9-9B3A-8FDAF1D22A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Module-level contributions across the reviewed corpus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C1F11FFC-E359-48A0-AFC3-D2CB622787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19150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Cumulative counts of independently recorded components, with the log scale keeping early contributions visible.</a:t>
              </a:r>
            </a:p>
          </p:txBody>
        </p:sp>
      </p:grpSp>
      <p:grpSp>
        <p:nvGrpSpPr>
          <p:cNvPr id="255" name="group-plot-surfac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plot-surface">
              <a:extLst xmlns:a="http://schemas.openxmlformats.org/drawingml/2006/main">
                <a:ext uri="{FF2B5EF4-FFF2-40B4-BE49-F238E27FC236}">
                  <a16:creationId xmlns:a16="http://schemas.microsoft.com/office/drawing/2014/main" id="{8CB0834E-839B-466E-811B-E67944D374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676400"/>
              <a:ext cx="12668250" cy="5334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2" name="x-axis">
              <a:extLst xmlns:a="http://schemas.openxmlformats.org/drawingml/2006/main">
                <a:ext uri="{FF2B5EF4-FFF2-40B4-BE49-F238E27FC236}">
                  <a16:creationId xmlns:a16="http://schemas.microsoft.com/office/drawing/2014/main" id="{E57AA7EC-B59F-4709-AAFD-59729D590A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3" name="y-axis">
              <a:extLst xmlns:a="http://schemas.openxmlformats.org/drawingml/2006/main">
                <a:ext uri="{FF2B5EF4-FFF2-40B4-BE49-F238E27FC236}">
                  <a16:creationId xmlns:a16="http://schemas.microsoft.com/office/drawing/2014/main" id="{4535F4ED-A668-435B-AE94-584A90820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676400"/>
              <a:ext cx="0" cy="5334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4" name="y-axis-title">
              <a:extLst xmlns:a="http://schemas.openxmlformats.org/drawingml/2006/main">
                <a:ext uri="{FF2B5EF4-FFF2-40B4-BE49-F238E27FC236}">
                  <a16:creationId xmlns:a16="http://schemas.microsoft.com/office/drawing/2014/main" id="{5B46398E-A975-44F4-89B3-DD4AC19598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3733800"/>
              <a:ext cx="952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Modules (log)</a:t>
              </a:r>
            </a:p>
          </p:txBody>
        </p:sp>
        <p:sp>
          <p:nvSpPr>
            <p:cNvPr id="15" name="x-axis-title">
              <a:extLst xmlns:a="http://schemas.openxmlformats.org/drawingml/2006/main">
                <a:ext uri="{FF2B5EF4-FFF2-40B4-BE49-F238E27FC236}">
                  <a16:creationId xmlns:a16="http://schemas.microsoft.com/office/drawing/2014/main" id="{F83D0065-36A0-47F2-8615-02BDF93E44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7391400"/>
              <a:ext cx="2381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Publication month</a:t>
              </a:r>
            </a:p>
          </p:txBody>
        </p:sp>
      </p:grpSp>
      <p:grpSp>
        <p:nvGrpSpPr>
          <p:cNvPr id="256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grid-1">
              <a:extLst xmlns:a="http://schemas.openxmlformats.org/drawingml/2006/main">
                <a:ext uri="{FF2B5EF4-FFF2-40B4-BE49-F238E27FC236}">
                  <a16:creationId xmlns:a16="http://schemas.microsoft.com/office/drawing/2014/main" id="{12CC6EF9-2145-4571-85C9-66C64010AA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6811743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5" name="ytick-1">
              <a:extLst xmlns:a="http://schemas.openxmlformats.org/drawingml/2006/main">
                <a:ext uri="{FF2B5EF4-FFF2-40B4-BE49-F238E27FC236}">
                  <a16:creationId xmlns:a16="http://schemas.microsoft.com/office/drawing/2014/main" id="{82A099C2-8E04-4647-B68F-2F73708A80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6706968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6" name="grid-10">
              <a:extLst xmlns:a="http://schemas.openxmlformats.org/drawingml/2006/main">
                <a:ext uri="{FF2B5EF4-FFF2-40B4-BE49-F238E27FC236}">
                  <a16:creationId xmlns:a16="http://schemas.microsoft.com/office/drawing/2014/main" id="{F6B5FA7D-2D7A-42FC-A867-F4F7066452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4761828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7" name="ytick-10">
              <a:extLst xmlns:a="http://schemas.openxmlformats.org/drawingml/2006/main">
                <a:ext uri="{FF2B5EF4-FFF2-40B4-BE49-F238E27FC236}">
                  <a16:creationId xmlns:a16="http://schemas.microsoft.com/office/drawing/2014/main" id="{D825F060-62C9-4301-849B-5749207834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4657053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10</a:t>
              </a:r>
            </a:p>
          </p:txBody>
        </p:sp>
        <p:sp>
          <p:nvSpPr>
            <p:cNvPr id="8" name="grid-100">
              <a:extLst xmlns:a="http://schemas.openxmlformats.org/drawingml/2006/main">
                <a:ext uri="{FF2B5EF4-FFF2-40B4-BE49-F238E27FC236}">
                  <a16:creationId xmlns:a16="http://schemas.microsoft.com/office/drawing/2014/main" id="{E89665B4-511F-4EE6-BF55-4A1AD2489E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711914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9" name="ytick-100">
              <a:extLst xmlns:a="http://schemas.openxmlformats.org/drawingml/2006/main">
                <a:ext uri="{FF2B5EF4-FFF2-40B4-BE49-F238E27FC236}">
                  <a16:creationId xmlns:a16="http://schemas.microsoft.com/office/drawing/2014/main" id="{6B614C57-C574-4B56-8DCF-CFE37C3419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607139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100</a:t>
              </a:r>
            </a:p>
          </p:txBody>
        </p:sp>
        <p:sp>
          <p:nvSpPr>
            <p:cNvPr id="10" name="grid-300">
              <a:extLst xmlns:a="http://schemas.openxmlformats.org/drawingml/2006/main">
                <a:ext uri="{FF2B5EF4-FFF2-40B4-BE49-F238E27FC236}">
                  <a16:creationId xmlns:a16="http://schemas.microsoft.com/office/drawing/2014/main" id="{BD4D6DF6-EE6F-49AF-917D-87F81D77CE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733856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11" name="ytick-300">
              <a:extLst xmlns:a="http://schemas.openxmlformats.org/drawingml/2006/main">
                <a:ext uri="{FF2B5EF4-FFF2-40B4-BE49-F238E27FC236}">
                  <a16:creationId xmlns:a16="http://schemas.microsoft.com/office/drawing/2014/main" id="{D6CCBBAD-6B4B-4F27-A77B-1841FBA9AD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629081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300</a:t>
              </a:r>
            </a:p>
          </p:txBody>
        </p:sp>
        <p:sp>
          <p:nvSpPr>
            <p:cNvPr id="16" name="xtick-0">
              <a:extLst xmlns:a="http://schemas.openxmlformats.org/drawingml/2006/main">
                <a:ext uri="{FF2B5EF4-FFF2-40B4-BE49-F238E27FC236}">
                  <a16:creationId xmlns:a16="http://schemas.microsoft.com/office/drawing/2014/main" id="{EA34D682-2EBD-4FEB-96A1-29D668D7CD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17" name="xlabel-0">
              <a:extLst xmlns:a="http://schemas.openxmlformats.org/drawingml/2006/main">
                <a:ext uri="{FF2B5EF4-FFF2-40B4-BE49-F238E27FC236}">
                  <a16:creationId xmlns:a16="http://schemas.microsoft.com/office/drawing/2014/main" id="{43640669-2660-4A86-86DD-0CF5D1F2B7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2023-08</a:t>
              </a:r>
            </a:p>
          </p:txBody>
        </p:sp>
        <p:sp>
          <p:nvSpPr>
            <p:cNvPr id="18" name="xtick-5">
              <a:extLst xmlns:a="http://schemas.openxmlformats.org/drawingml/2006/main">
                <a:ext uri="{FF2B5EF4-FFF2-40B4-BE49-F238E27FC236}">
                  <a16:creationId xmlns:a16="http://schemas.microsoft.com/office/drawing/2014/main" id="{DC573673-F78E-4B61-AFD6-8DDF12C46E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2931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19" name="xlabel-5">
              <a:extLst xmlns:a="http://schemas.openxmlformats.org/drawingml/2006/main">
                <a:ext uri="{FF2B5EF4-FFF2-40B4-BE49-F238E27FC236}">
                  <a16:creationId xmlns:a16="http://schemas.microsoft.com/office/drawing/2014/main" id="{F06A6946-FF61-496E-B5C1-E591A50C87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2881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2024-07</a:t>
              </a:r>
            </a:p>
          </p:txBody>
        </p:sp>
        <p:sp>
          <p:nvSpPr>
            <p:cNvPr id="20" name="xtick-10">
              <a:extLst xmlns:a="http://schemas.openxmlformats.org/drawingml/2006/main">
                <a:ext uri="{FF2B5EF4-FFF2-40B4-BE49-F238E27FC236}">
                  <a16:creationId xmlns:a16="http://schemas.microsoft.com/office/drawing/2014/main" id="{DC051957-675F-4351-BEAD-754904176E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7112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1" name="xlabel-10">
              <a:extLst xmlns:a="http://schemas.openxmlformats.org/drawingml/2006/main">
                <a:ext uri="{FF2B5EF4-FFF2-40B4-BE49-F238E27FC236}">
                  <a16:creationId xmlns:a16="http://schemas.microsoft.com/office/drawing/2014/main" id="{988A4722-D9CA-4884-9741-A8D95F1358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97062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2025-01</a:t>
              </a:r>
            </a:p>
          </p:txBody>
        </p:sp>
        <p:sp>
          <p:nvSpPr>
            <p:cNvPr id="22" name="xtick-15">
              <a:extLst xmlns:a="http://schemas.openxmlformats.org/drawingml/2006/main">
                <a:ext uri="{FF2B5EF4-FFF2-40B4-BE49-F238E27FC236}">
                  <a16:creationId xmlns:a16="http://schemas.microsoft.com/office/drawing/2014/main" id="{2367758D-F6CC-4BD8-BE69-31A4875BB7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293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3" name="xlabel-15">
              <a:extLst xmlns:a="http://schemas.openxmlformats.org/drawingml/2006/main">
                <a:ext uri="{FF2B5EF4-FFF2-40B4-BE49-F238E27FC236}">
                  <a16:creationId xmlns:a16="http://schemas.microsoft.com/office/drawing/2014/main" id="{472D66A1-85DE-4D96-A1D6-8E55F071AC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81243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2025-06</a:t>
              </a:r>
            </a:p>
          </p:txBody>
        </p:sp>
        <p:sp>
          <p:nvSpPr>
            <p:cNvPr id="24" name="xtick-20">
              <a:extLst xmlns:a="http://schemas.openxmlformats.org/drawingml/2006/main">
                <a:ext uri="{FF2B5EF4-FFF2-40B4-BE49-F238E27FC236}">
                  <a16:creationId xmlns:a16="http://schemas.microsoft.com/office/drawing/2014/main" id="{E3A6D0AE-5C2E-434E-B1EB-6ACE154626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65474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5" name="xlabel-20">
              <a:extLst xmlns:a="http://schemas.openxmlformats.org/drawingml/2006/main">
                <a:ext uri="{FF2B5EF4-FFF2-40B4-BE49-F238E27FC236}">
                  <a16:creationId xmlns:a16="http://schemas.microsoft.com/office/drawing/2014/main" id="{7986F5D8-FE9B-480E-9A30-2C3936E637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65424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2025-11</a:t>
              </a:r>
            </a:p>
          </p:txBody>
        </p:sp>
        <p:sp>
          <p:nvSpPr>
            <p:cNvPr id="26" name="xtick-29">
              <a:extLst xmlns:a="http://schemas.openxmlformats.org/drawingml/2006/main">
                <a:ext uri="{FF2B5EF4-FFF2-40B4-BE49-F238E27FC236}">
                  <a16:creationId xmlns:a16="http://schemas.microsoft.com/office/drawing/2014/main" id="{267E526C-2A99-49FE-A29D-C8B429BF62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7" name="xlabel-29">
              <a:extLst xmlns:a="http://schemas.openxmlformats.org/drawingml/2006/main">
                <a:ext uri="{FF2B5EF4-FFF2-40B4-BE49-F238E27FC236}">
                  <a16:creationId xmlns:a16="http://schemas.microsoft.com/office/drawing/2014/main" id="{1BA68846-D4F3-4AC9-A7E7-DEF46A8D00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9695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2026-08</a:t>
              </a:r>
            </a:p>
          </p:txBody>
        </p:sp>
        <p:sp>
          <p:nvSpPr>
            <p:cNvPr id="28" name="LLM-side-segment-1">
              <a:extLst xmlns:a="http://schemas.openxmlformats.org/drawingml/2006/main">
                <a:ext uri="{FF2B5EF4-FFF2-40B4-BE49-F238E27FC236}">
                  <a16:creationId xmlns:a16="http://schemas.microsoft.com/office/drawing/2014/main" id="{187A37CE-617E-4871-909F-DFDDB4BECD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5577571"/>
              <a:ext cx="436836" cy="123417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29" name="LLM-side-segment-2">
              <a:extLst xmlns:a="http://schemas.openxmlformats.org/drawingml/2006/main">
                <a:ext uri="{FF2B5EF4-FFF2-40B4-BE49-F238E27FC236}">
                  <a16:creationId xmlns:a16="http://schemas.microsoft.com/office/drawing/2014/main" id="{EF8FDB7B-486A-4DF0-AF2E-8AEC27299E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65586" y="5577571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0" name="LLM-side-segment-3">
              <a:extLst xmlns:a="http://schemas.openxmlformats.org/drawingml/2006/main">
                <a:ext uri="{FF2B5EF4-FFF2-40B4-BE49-F238E27FC236}">
                  <a16:creationId xmlns:a16="http://schemas.microsoft.com/office/drawing/2014/main" id="{74748722-D76D-4558-BA28-6B99274973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02422" y="5577571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1" name="LLM-side-segment-4">
              <a:extLst xmlns:a="http://schemas.openxmlformats.org/drawingml/2006/main">
                <a:ext uri="{FF2B5EF4-FFF2-40B4-BE49-F238E27FC236}">
                  <a16:creationId xmlns:a16="http://schemas.microsoft.com/office/drawing/2014/main" id="{4251526C-D2BD-4F4F-A9A2-7A4BF23C41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39259" y="5577571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2" name="LLM-side-segment-5">
              <a:extLst xmlns:a="http://schemas.openxmlformats.org/drawingml/2006/main">
                <a:ext uri="{FF2B5EF4-FFF2-40B4-BE49-F238E27FC236}">
                  <a16:creationId xmlns:a16="http://schemas.microsoft.com/office/drawing/2014/main" id="{F75B7501-C348-4F0C-9CEC-E81BE29856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76095" y="5577571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3" name="LLM-side-segment-6">
              <a:extLst xmlns:a="http://schemas.openxmlformats.org/drawingml/2006/main">
                <a:ext uri="{FF2B5EF4-FFF2-40B4-BE49-F238E27FC236}">
                  <a16:creationId xmlns:a16="http://schemas.microsoft.com/office/drawing/2014/main" id="{8D6F87C4-C073-4B89-89BE-54FC092034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2931" y="5577571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4" name="LLM-side-segment-7">
              <a:extLst xmlns:a="http://schemas.openxmlformats.org/drawingml/2006/main">
                <a:ext uri="{FF2B5EF4-FFF2-40B4-BE49-F238E27FC236}">
                  <a16:creationId xmlns:a16="http://schemas.microsoft.com/office/drawing/2014/main" id="{40B7DF25-621F-41F2-9CC7-548A267B5C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049767" y="5079364"/>
              <a:ext cx="436836" cy="49820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5" name="LLM-side-segment-8">
              <a:extLst xmlns:a="http://schemas.openxmlformats.org/drawingml/2006/main">
                <a:ext uri="{FF2B5EF4-FFF2-40B4-BE49-F238E27FC236}">
                  <a16:creationId xmlns:a16="http://schemas.microsoft.com/office/drawing/2014/main" id="{6F8A1E06-2C60-4BD5-9720-8C8534C089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6603" y="5079364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6" name="LLM-side-segment-9">
              <a:extLst xmlns:a="http://schemas.openxmlformats.org/drawingml/2006/main">
                <a:ext uri="{FF2B5EF4-FFF2-40B4-BE49-F238E27FC236}">
                  <a16:creationId xmlns:a16="http://schemas.microsoft.com/office/drawing/2014/main" id="{0E9C4598-F3D7-43C7-82A5-46C8C249C0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923440" y="4855627"/>
              <a:ext cx="436836" cy="2237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7" name="LLM-side-segment-10">
              <a:extLst xmlns:a="http://schemas.openxmlformats.org/drawingml/2006/main">
                <a:ext uri="{FF2B5EF4-FFF2-40B4-BE49-F238E27FC236}">
                  <a16:creationId xmlns:a16="http://schemas.microsoft.com/office/drawing/2014/main" id="{548E92C1-EBAC-46F9-A1BB-0A0C9FB09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0276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8" name="LLM-side-segment-11">
              <a:extLst xmlns:a="http://schemas.openxmlformats.org/drawingml/2006/main">
                <a:ext uri="{FF2B5EF4-FFF2-40B4-BE49-F238E27FC236}">
                  <a16:creationId xmlns:a16="http://schemas.microsoft.com/office/drawing/2014/main" id="{6EF50B79-0040-4B4D-902B-E6778A222D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7112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9" name="LLM-side-segment-12">
              <a:extLst xmlns:a="http://schemas.openxmlformats.org/drawingml/2006/main">
                <a:ext uri="{FF2B5EF4-FFF2-40B4-BE49-F238E27FC236}">
                  <a16:creationId xmlns:a16="http://schemas.microsoft.com/office/drawing/2014/main" id="{C106354A-C8F3-468A-A78F-8E54CAD69F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33948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0" name="LLM-side-segment-13">
              <a:extLst xmlns:a="http://schemas.openxmlformats.org/drawingml/2006/main">
                <a:ext uri="{FF2B5EF4-FFF2-40B4-BE49-F238E27FC236}">
                  <a16:creationId xmlns:a16="http://schemas.microsoft.com/office/drawing/2014/main" id="{5BE6DB00-7621-44A3-8699-6C39959CB6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70784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1" name="LLM-side-segment-14">
              <a:extLst xmlns:a="http://schemas.openxmlformats.org/drawingml/2006/main">
                <a:ext uri="{FF2B5EF4-FFF2-40B4-BE49-F238E27FC236}">
                  <a16:creationId xmlns:a16="http://schemas.microsoft.com/office/drawing/2014/main" id="{35A4B67B-775E-4F6E-8F9C-EC7B00089D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07621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2" name="LLM-side-segment-15">
              <a:extLst xmlns:a="http://schemas.openxmlformats.org/drawingml/2006/main">
                <a:ext uri="{FF2B5EF4-FFF2-40B4-BE49-F238E27FC236}">
                  <a16:creationId xmlns:a16="http://schemas.microsoft.com/office/drawing/2014/main" id="{B9A82F46-8D03-4D56-8270-C2B3BF1530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4457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3" name="LLM-side-segment-16">
              <a:extLst xmlns:a="http://schemas.openxmlformats.org/drawingml/2006/main">
                <a:ext uri="{FF2B5EF4-FFF2-40B4-BE49-F238E27FC236}">
                  <a16:creationId xmlns:a16="http://schemas.microsoft.com/office/drawing/2014/main" id="{E1367E80-A687-49D5-A6E2-A23A626B69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293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4" name="LLM-side-segment-17">
              <a:extLst xmlns:a="http://schemas.openxmlformats.org/drawingml/2006/main">
                <a:ext uri="{FF2B5EF4-FFF2-40B4-BE49-F238E27FC236}">
                  <a16:creationId xmlns:a16="http://schemas.microsoft.com/office/drawing/2014/main" id="{D528B47A-3028-4568-9BCB-65CD9686B5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18129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5" name="LLM-side-segment-18">
              <a:extLst xmlns:a="http://schemas.openxmlformats.org/drawingml/2006/main">
                <a:ext uri="{FF2B5EF4-FFF2-40B4-BE49-F238E27FC236}">
                  <a16:creationId xmlns:a16="http://schemas.microsoft.com/office/drawing/2014/main" id="{11199056-7751-4D59-9CD3-8058CD0A00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4966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6" name="LLM-side-segment-19">
              <a:extLst xmlns:a="http://schemas.openxmlformats.org/drawingml/2006/main">
                <a:ext uri="{FF2B5EF4-FFF2-40B4-BE49-F238E27FC236}">
                  <a16:creationId xmlns:a16="http://schemas.microsoft.com/office/drawing/2014/main" id="{BC19D08C-C1D2-4E7A-BF1E-8266324F9D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1802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7" name="LLM-side-segment-20">
              <a:extLst xmlns:a="http://schemas.openxmlformats.org/drawingml/2006/main">
                <a:ext uri="{FF2B5EF4-FFF2-40B4-BE49-F238E27FC236}">
                  <a16:creationId xmlns:a16="http://schemas.microsoft.com/office/drawing/2014/main" id="{6B54BF83-DFFB-4E63-A9D1-52B218576B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28638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8" name="LLM-side-segment-21">
              <a:extLst xmlns:a="http://schemas.openxmlformats.org/drawingml/2006/main">
                <a:ext uri="{FF2B5EF4-FFF2-40B4-BE49-F238E27FC236}">
                  <a16:creationId xmlns:a16="http://schemas.microsoft.com/office/drawing/2014/main" id="{8718429F-8F9C-4940-B3F9-EFCB7AA0B8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65474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9" name="LLM-side-segment-22">
              <a:extLst xmlns:a="http://schemas.openxmlformats.org/drawingml/2006/main">
                <a:ext uri="{FF2B5EF4-FFF2-40B4-BE49-F238E27FC236}">
                  <a16:creationId xmlns:a16="http://schemas.microsoft.com/office/drawing/2014/main" id="{FF307C53-32C0-4854-82D0-5C25F2134C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02310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0" name="LLM-side-segment-23">
              <a:extLst xmlns:a="http://schemas.openxmlformats.org/drawingml/2006/main">
                <a:ext uri="{FF2B5EF4-FFF2-40B4-BE49-F238E27FC236}">
                  <a16:creationId xmlns:a16="http://schemas.microsoft.com/office/drawing/2014/main" id="{A0440C79-7797-40FD-8A9B-434B84D105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39147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1" name="LLM-side-segment-24">
              <a:extLst xmlns:a="http://schemas.openxmlformats.org/drawingml/2006/main">
                <a:ext uri="{FF2B5EF4-FFF2-40B4-BE49-F238E27FC236}">
                  <a16:creationId xmlns:a16="http://schemas.microsoft.com/office/drawing/2014/main" id="{25A8F8F0-5976-41C0-8492-B75783FE2E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5983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2" name="LLM-side-segment-25">
              <a:extLst xmlns:a="http://schemas.openxmlformats.org/drawingml/2006/main">
                <a:ext uri="{FF2B5EF4-FFF2-40B4-BE49-F238E27FC236}">
                  <a16:creationId xmlns:a16="http://schemas.microsoft.com/office/drawing/2014/main" id="{E995D5FF-7A3B-4C7E-A6A0-8CC77F120F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12819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3" name="LLM-side-segment-26">
              <a:extLst xmlns:a="http://schemas.openxmlformats.org/drawingml/2006/main">
                <a:ext uri="{FF2B5EF4-FFF2-40B4-BE49-F238E27FC236}">
                  <a16:creationId xmlns:a16="http://schemas.microsoft.com/office/drawing/2014/main" id="{6995FB54-7E12-4502-A993-F5F0167D15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49655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4" name="LLM-side-segment-27">
              <a:extLst xmlns:a="http://schemas.openxmlformats.org/drawingml/2006/main">
                <a:ext uri="{FF2B5EF4-FFF2-40B4-BE49-F238E27FC236}">
                  <a16:creationId xmlns:a16="http://schemas.microsoft.com/office/drawing/2014/main" id="{F8FD6D71-DE85-4D6F-8328-7070B444C1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86491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5" name="LLM-side-segment-28">
              <a:extLst xmlns:a="http://schemas.openxmlformats.org/drawingml/2006/main">
                <a:ext uri="{FF2B5EF4-FFF2-40B4-BE49-F238E27FC236}">
                  <a16:creationId xmlns:a16="http://schemas.microsoft.com/office/drawing/2014/main" id="{45C86DBA-3A23-48DC-9005-E89D477A91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23328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6" name="LLM-side-segment-29">
              <a:extLst xmlns:a="http://schemas.openxmlformats.org/drawingml/2006/main">
                <a:ext uri="{FF2B5EF4-FFF2-40B4-BE49-F238E27FC236}">
                  <a16:creationId xmlns:a16="http://schemas.microsoft.com/office/drawing/2014/main" id="{1EE525DA-0832-4488-B504-35DCE3141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60164" y="485562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7" name="LLM-side-marker-0">
              <a:extLst xmlns:a="http://schemas.openxmlformats.org/drawingml/2006/main">
                <a:ext uri="{FF2B5EF4-FFF2-40B4-BE49-F238E27FC236}">
                  <a16:creationId xmlns:a16="http://schemas.microsoft.com/office/drawing/2014/main" id="{B3DA11DC-91D6-46B9-9913-E4E9DAA379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677364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58" name="LLM-side-marker-1">
              <a:extLst xmlns:a="http://schemas.openxmlformats.org/drawingml/2006/main">
                <a:ext uri="{FF2B5EF4-FFF2-40B4-BE49-F238E27FC236}">
                  <a16:creationId xmlns:a16="http://schemas.microsoft.com/office/drawing/2014/main" id="{2DB77EC5-810D-475B-9E49-BD9356E53A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7486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59" name="LLM-side-marker-2">
              <a:extLst xmlns:a="http://schemas.openxmlformats.org/drawingml/2006/main">
                <a:ext uri="{FF2B5EF4-FFF2-40B4-BE49-F238E27FC236}">
                  <a16:creationId xmlns:a16="http://schemas.microsoft.com/office/drawing/2014/main" id="{E912E3D1-C1FB-4EEC-B180-340FE64A7C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64322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0" name="LLM-side-marker-3">
              <a:extLst xmlns:a="http://schemas.openxmlformats.org/drawingml/2006/main">
                <a:ext uri="{FF2B5EF4-FFF2-40B4-BE49-F238E27FC236}">
                  <a16:creationId xmlns:a16="http://schemas.microsoft.com/office/drawing/2014/main" id="{5611FEDC-632F-4DE5-80C0-4397A722DE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01159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1" name="LLM-side-marker-4">
              <a:extLst xmlns:a="http://schemas.openxmlformats.org/drawingml/2006/main">
                <a:ext uri="{FF2B5EF4-FFF2-40B4-BE49-F238E27FC236}">
                  <a16:creationId xmlns:a16="http://schemas.microsoft.com/office/drawing/2014/main" id="{FDB24E4D-EF9F-4A77-A93F-11035422ED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3799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2" name="LLM-side-marker-5">
              <a:extLst xmlns:a="http://schemas.openxmlformats.org/drawingml/2006/main">
                <a:ext uri="{FF2B5EF4-FFF2-40B4-BE49-F238E27FC236}">
                  <a16:creationId xmlns:a16="http://schemas.microsoft.com/office/drawing/2014/main" id="{686F3008-4BC3-4E7F-A505-01449FFE30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74831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3" name="LLM-side-marker-6">
              <a:extLst xmlns:a="http://schemas.openxmlformats.org/drawingml/2006/main">
                <a:ext uri="{FF2B5EF4-FFF2-40B4-BE49-F238E27FC236}">
                  <a16:creationId xmlns:a16="http://schemas.microsoft.com/office/drawing/2014/main" id="{F2CC63E1-F4F7-4C9E-8761-5745DF7C4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1667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4" name="LLM-side-marker-7">
              <a:extLst xmlns:a="http://schemas.openxmlformats.org/drawingml/2006/main">
                <a:ext uri="{FF2B5EF4-FFF2-40B4-BE49-F238E27FC236}">
                  <a16:creationId xmlns:a16="http://schemas.microsoft.com/office/drawing/2014/main" id="{351C040B-080A-4D4D-A4AE-E293AC7A22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503" y="50412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5" name="LLM-side-marker-8">
              <a:extLst xmlns:a="http://schemas.openxmlformats.org/drawingml/2006/main">
                <a:ext uri="{FF2B5EF4-FFF2-40B4-BE49-F238E27FC236}">
                  <a16:creationId xmlns:a16="http://schemas.microsoft.com/office/drawing/2014/main" id="{F0D7966B-2964-42BB-AD4E-569580781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85340" y="50412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6" name="LLM-side-marker-9">
              <a:extLst xmlns:a="http://schemas.openxmlformats.org/drawingml/2006/main">
                <a:ext uri="{FF2B5EF4-FFF2-40B4-BE49-F238E27FC236}">
                  <a16:creationId xmlns:a16="http://schemas.microsoft.com/office/drawing/2014/main" id="{6D2CBEC0-89E0-45C7-8136-E3624C46C0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22176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7" name="LLM-side-marker-10">
              <a:extLst xmlns:a="http://schemas.openxmlformats.org/drawingml/2006/main">
                <a:ext uri="{FF2B5EF4-FFF2-40B4-BE49-F238E27FC236}">
                  <a16:creationId xmlns:a16="http://schemas.microsoft.com/office/drawing/2014/main" id="{AC0AC5CA-A8C9-451A-9CB4-8F5AF37A40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59012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8" name="LLM-side-marker-11">
              <a:extLst xmlns:a="http://schemas.openxmlformats.org/drawingml/2006/main">
                <a:ext uri="{FF2B5EF4-FFF2-40B4-BE49-F238E27FC236}">
                  <a16:creationId xmlns:a16="http://schemas.microsoft.com/office/drawing/2014/main" id="{516555CA-9C5D-46E4-A9C0-00DED98B60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5848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9" name="LLM-side-marker-12">
              <a:extLst xmlns:a="http://schemas.openxmlformats.org/drawingml/2006/main">
                <a:ext uri="{FF2B5EF4-FFF2-40B4-BE49-F238E27FC236}">
                  <a16:creationId xmlns:a16="http://schemas.microsoft.com/office/drawing/2014/main" id="{481D0075-91D0-42B4-ADD1-D6FEB556AE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2684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0" name="LLM-side-marker-13">
              <a:extLst xmlns:a="http://schemas.openxmlformats.org/drawingml/2006/main">
                <a:ext uri="{FF2B5EF4-FFF2-40B4-BE49-F238E27FC236}">
                  <a16:creationId xmlns:a16="http://schemas.microsoft.com/office/drawing/2014/main" id="{B235DD91-F490-452B-AED9-9C1565AFBD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69521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1" name="LLM-side-marker-14">
              <a:extLst xmlns:a="http://schemas.openxmlformats.org/drawingml/2006/main">
                <a:ext uri="{FF2B5EF4-FFF2-40B4-BE49-F238E27FC236}">
                  <a16:creationId xmlns:a16="http://schemas.microsoft.com/office/drawing/2014/main" id="{A47F9739-92B0-466F-B4BB-2773E00667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6357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2" name="LLM-side-marker-15">
              <a:extLst xmlns:a="http://schemas.openxmlformats.org/drawingml/2006/main">
                <a:ext uri="{FF2B5EF4-FFF2-40B4-BE49-F238E27FC236}">
                  <a16:creationId xmlns:a16="http://schemas.microsoft.com/office/drawing/2014/main" id="{840A1AE2-35B1-4F2A-91CB-97F83F007F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43193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3" name="LLM-side-marker-16">
              <a:extLst xmlns:a="http://schemas.openxmlformats.org/drawingml/2006/main">
                <a:ext uri="{FF2B5EF4-FFF2-40B4-BE49-F238E27FC236}">
                  <a16:creationId xmlns:a16="http://schemas.microsoft.com/office/drawing/2014/main" id="{4BD9497B-CF68-4040-AF29-05AB07593B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0029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4" name="LLM-side-marker-17">
              <a:extLst xmlns:a="http://schemas.openxmlformats.org/drawingml/2006/main">
                <a:ext uri="{FF2B5EF4-FFF2-40B4-BE49-F238E27FC236}">
                  <a16:creationId xmlns:a16="http://schemas.microsoft.com/office/drawing/2014/main" id="{80FB30F6-42EB-4FE9-A972-D6D0472DA7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6866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5" name="LLM-side-marker-18">
              <a:extLst xmlns:a="http://schemas.openxmlformats.org/drawingml/2006/main">
                <a:ext uri="{FF2B5EF4-FFF2-40B4-BE49-F238E27FC236}">
                  <a16:creationId xmlns:a16="http://schemas.microsoft.com/office/drawing/2014/main" id="{B19541D0-AD96-4320-80E9-35F8CCA55D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3702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6" name="LLM-side-marker-19">
              <a:extLst xmlns:a="http://schemas.openxmlformats.org/drawingml/2006/main">
                <a:ext uri="{FF2B5EF4-FFF2-40B4-BE49-F238E27FC236}">
                  <a16:creationId xmlns:a16="http://schemas.microsoft.com/office/drawing/2014/main" id="{078E45AB-C132-4FB1-B04B-6479968C38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90538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7" name="LLM-side-marker-20">
              <a:extLst xmlns:a="http://schemas.openxmlformats.org/drawingml/2006/main">
                <a:ext uri="{FF2B5EF4-FFF2-40B4-BE49-F238E27FC236}">
                  <a16:creationId xmlns:a16="http://schemas.microsoft.com/office/drawing/2014/main" id="{08F6D8DE-1718-44A9-A220-F34D547A37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27374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8" name="LLM-side-marker-21">
              <a:extLst xmlns:a="http://schemas.openxmlformats.org/drawingml/2006/main">
                <a:ext uri="{FF2B5EF4-FFF2-40B4-BE49-F238E27FC236}">
                  <a16:creationId xmlns:a16="http://schemas.microsoft.com/office/drawing/2014/main" id="{E53011F1-4A0F-4A54-9F5B-584EA259B1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56421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9" name="LLM-side-marker-22">
              <a:extLst xmlns:a="http://schemas.openxmlformats.org/drawingml/2006/main">
                <a:ext uri="{FF2B5EF4-FFF2-40B4-BE49-F238E27FC236}">
                  <a16:creationId xmlns:a16="http://schemas.microsoft.com/office/drawing/2014/main" id="{262FD1D8-BBC5-444A-B66A-8C2BB7A2D3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01047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0" name="LLM-side-marker-23">
              <a:extLst xmlns:a="http://schemas.openxmlformats.org/drawingml/2006/main">
                <a:ext uri="{FF2B5EF4-FFF2-40B4-BE49-F238E27FC236}">
                  <a16:creationId xmlns:a16="http://schemas.microsoft.com/office/drawing/2014/main" id="{B5429C67-0977-47A3-AD19-97F3018B12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7883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1" name="LLM-side-marker-24">
              <a:extLst xmlns:a="http://schemas.openxmlformats.org/drawingml/2006/main">
                <a:ext uri="{FF2B5EF4-FFF2-40B4-BE49-F238E27FC236}">
                  <a16:creationId xmlns:a16="http://schemas.microsoft.com/office/drawing/2014/main" id="{80266331-1C5C-4305-89A3-6DF6E405B2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74719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2" name="LLM-side-marker-25">
              <a:extLst xmlns:a="http://schemas.openxmlformats.org/drawingml/2006/main">
                <a:ext uri="{FF2B5EF4-FFF2-40B4-BE49-F238E27FC236}">
                  <a16:creationId xmlns:a16="http://schemas.microsoft.com/office/drawing/2014/main" id="{18AD8FD6-F351-4AE1-96EE-E5BB2C8D32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1155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3" name="LLM-side-marker-26">
              <a:extLst xmlns:a="http://schemas.openxmlformats.org/drawingml/2006/main">
                <a:ext uri="{FF2B5EF4-FFF2-40B4-BE49-F238E27FC236}">
                  <a16:creationId xmlns:a16="http://schemas.microsoft.com/office/drawing/2014/main" id="{85E9B1EB-012C-4CFC-9CCC-6AC5AD3300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48391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4" name="LLM-side-marker-27">
              <a:extLst xmlns:a="http://schemas.openxmlformats.org/drawingml/2006/main">
                <a:ext uri="{FF2B5EF4-FFF2-40B4-BE49-F238E27FC236}">
                  <a16:creationId xmlns:a16="http://schemas.microsoft.com/office/drawing/2014/main" id="{D7E8F918-AF80-4F91-AE40-924E6EE3E5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85228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5" name="LLM-side-marker-28">
              <a:extLst xmlns:a="http://schemas.openxmlformats.org/drawingml/2006/main">
                <a:ext uri="{FF2B5EF4-FFF2-40B4-BE49-F238E27FC236}">
                  <a16:creationId xmlns:a16="http://schemas.microsoft.com/office/drawing/2014/main" id="{DEC042F1-4305-45C6-864C-1F2FD7AACD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22064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6" name="LLM-side-marker-29">
              <a:extLst xmlns:a="http://schemas.openxmlformats.org/drawingml/2006/main">
                <a:ext uri="{FF2B5EF4-FFF2-40B4-BE49-F238E27FC236}">
                  <a16:creationId xmlns:a16="http://schemas.microsoft.com/office/drawing/2014/main" id="{63BF9047-D464-4D65-993A-3368D5B2E1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7" name="General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DC7BD2E3-E20F-4541-A21D-F246D9361F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6811743"/>
              <a:ext cx="436836" cy="1986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88" name="General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9B79BD9D-ECF8-4EE7-86D7-C705396C46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865586" y="5833685"/>
              <a:ext cx="436836" cy="9780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89" name="General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CA7EC027-DDB5-43C9-8B24-ACFB6B0203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302422" y="5216599"/>
              <a:ext cx="436836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0" name="General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7A35ECF6-EA68-4682-BA50-4875B83241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739259" y="4960486"/>
              <a:ext cx="436836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1" name="General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C4173EA8-9BFD-4D43-BD65-5A3BA8071D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76095" y="4855627"/>
              <a:ext cx="436836" cy="1048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2" name="General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80713FD4-8B64-4FFA-BDA2-01893E45B0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612931" y="4599514"/>
              <a:ext cx="436836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3" name="General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1C1AB35C-A91F-4FA2-9474-3A2997927D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049767" y="4528254"/>
              <a:ext cx="436836" cy="712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4" name="General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EF80B267-2259-4EA3-879F-BBAE15A619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6603" y="4528254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5" name="General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41341EDA-2090-4B23-B870-273AF5E5F2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923440" y="4462279"/>
              <a:ext cx="436836" cy="659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6" name="General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FE438012-E076-4D34-A0F5-84CC65469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360276" y="4238542"/>
              <a:ext cx="436836" cy="2237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7" name="General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05F806C9-2E31-40C4-9A51-BA5D5DA5C5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797112" y="4059891"/>
              <a:ext cx="436836" cy="1786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8" name="General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26B14BBE-98E1-47C9-8688-BA30E12549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233948" y="3982428"/>
              <a:ext cx="436836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9" name="General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1A637734-E06A-4A54-9083-98CCABEA32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670784" y="3911169"/>
              <a:ext cx="436836" cy="712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0" name="General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37621E3C-0EB2-4ACA-A844-6AD4E15753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07621" y="3911169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1" name="General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3FA7E838-2A60-4D11-ABE1-60421BDA41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544457" y="3845193"/>
              <a:ext cx="436836" cy="659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2" name="General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C76B63E9-D5B7-4025-8FFF-37CCD47439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981293" y="3672342"/>
              <a:ext cx="436836" cy="1728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3" name="General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5BB26E6F-E0B6-49EB-AF76-8DFAD210E9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418129" y="3346986"/>
              <a:ext cx="436836" cy="3253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4" name="General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0E5A3060-9E3E-414B-8514-7654E0F802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854966" y="3311370"/>
              <a:ext cx="436836" cy="3561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5" name="General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6DF4C0F1-C68A-4A7C-A39D-B65CC6B686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291802" y="3166685"/>
              <a:ext cx="436836" cy="14468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6" name="General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801A1169-9363-4D4D-96C0-8597625532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728638" y="3029450"/>
              <a:ext cx="436836" cy="13723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7" name="General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11A9DE11-1A9E-41F5-96CC-C09FDD99F5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65474" y="3029450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8" name="General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6A872804-1019-44FA-B6A3-C092FBD7B2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602310" y="2933111"/>
              <a:ext cx="436836" cy="9633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9" name="General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2810199C-62B4-49B5-9324-FADAD409F1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039147" y="2899512"/>
              <a:ext cx="436836" cy="335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0" name="General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77B36CDF-FEDC-4D06-8D9F-B9822DE777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475983" y="2856599"/>
              <a:ext cx="436836" cy="429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1" name="General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13DC2C4F-0CB9-43D1-A7B7-C07706DD2F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12819" y="2805713"/>
              <a:ext cx="436836" cy="508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2" name="General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B9999B24-1CB5-4E34-BA13-2F1BDFA257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349655" y="2635193"/>
              <a:ext cx="436836" cy="17052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3" name="General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D51067B5-E1E8-4983-A78E-09E0D45772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786491" y="2557049"/>
              <a:ext cx="436836" cy="7814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4" name="General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523A0D3E-BE37-45FD-A16F-9BB28B410C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23328" y="2485215"/>
              <a:ext cx="436836" cy="7183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5" name="General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7D3455B8-C082-4E48-84EF-A4CBCDEE0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660164" y="2375005"/>
              <a:ext cx="436836" cy="11021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6" name="General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5267A219-64B0-483E-AD54-E1B6084B8A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71600" y="695325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17" name="General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8772310A-5ABA-4963-82D7-14CF93A70B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82109" y="515944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18" name="General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F3407447-DEE0-4835-A10C-CF787468F9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92617" y="4542364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19" name="General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50CA1D9C-17E3-4AD5-B2DB-50FD599069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3126" y="440512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0" name="General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DE18F228-8F60-4787-B375-E3F07A5EF9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13634" y="3925278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1" name="General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7EA4635F-D2A9-40DD-B34B-DEE59188E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24143" y="3788043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2" name="General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2A255BAF-E6A7-4DA2-8A26-7813B1295B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4652" y="325422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3" name="General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F8B5B558-D8BD-4130-A582-E62882560B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545160" y="297230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4" name="General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F1C043B8-A597-4C02-BF4B-3A60C7D790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55669" y="279944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5" name="General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14ADAD5C-A8EF-4C93-963B-48EC02853A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66178" y="249989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6" name="General Time-Series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1882F7FD-C0AE-4702-9801-7166CA78A4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27" name="General Time-Series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00EFB545-3711-44FC-9A14-3C99A052B8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65586" y="7010400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28" name="General Time-Series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36E4944A-0289-4D73-9E05-06EEDC1A34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02422" y="7010400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29" name="General Time-Series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EF0621D1-280B-4F8D-AA05-47EA5B1CD6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39259" y="7010400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0" name="General Time-Series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50A273F5-9085-4199-AB88-24E2D2698E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76095" y="7010400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1" name="General Time-Series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72EC4161-71B0-4AD2-A69A-7E881FF8FA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612931" y="6194657"/>
              <a:ext cx="436836" cy="8157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2" name="General Time-Series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9DA4E156-0616-4F44-AF9B-5E49E0866C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49767" y="619465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3" name="General Time-Series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B8AF28C5-653A-4193-AAF7-8A1D618F4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6603" y="619465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4" name="General Time-Series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423C6243-356E-4A3C-9795-E2460A8C9E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3440" y="619465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5" name="General Time-Series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4CBDEA18-46A3-48AB-8EFF-DFDC554DCB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60276" y="619465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6" name="General Time-Series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852C0F86-F48C-461C-9AB9-C2C283E851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797112" y="5577571"/>
              <a:ext cx="436836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7" name="General Time-Series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B3E2BD35-E93A-4B3C-B252-CB9FE8A456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233948" y="4960486"/>
              <a:ext cx="436836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8" name="General Time-Series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DF6BDE85-0CB2-4011-9D5B-15C4C74565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70784" y="4960486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9" name="General Time-Series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41EB9206-DC2F-40EE-9822-2792ACA87D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107621" y="4761828"/>
              <a:ext cx="436836" cy="1986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0" name="General Time-Series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A9F97DDD-10B9-4BFF-8118-AA0F688041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4457" y="4761828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1" name="General Time-Series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02ED8CBF-BD81-44AA-A617-DC49D7BB09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293" y="4761828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2" name="General Time-Series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D0B84FDC-4ED3-4BBC-8F50-235D3CB653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418129" y="4343400"/>
              <a:ext cx="436836" cy="41842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3" name="General Time-Series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F07D16CA-6E32-478D-B46A-53000DB2B9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854966" y="4101307"/>
              <a:ext cx="436836" cy="2420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4" name="General Time-Series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2484C5DC-F353-4F53-ADDB-88CC607841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291802" y="4020317"/>
              <a:ext cx="436836" cy="8098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5" name="General Time-Series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8486660E-2033-41F5-B5CF-E2F462B9C2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28638" y="402031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6" name="General Time-Series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42B4F69A-F245-4FD0-AB2D-943D134994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65474" y="402031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7" name="General Time-Series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799A93F5-FBF7-44F8-89C5-27E2957B40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02310" y="402031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8" name="General Time-Series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31C88222-3FE5-4249-8260-358463ADDC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39147" y="4020317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9" name="General Time-Series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103E923A-4BFB-4AC6-9CFE-3077E1225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475983" y="3911169"/>
              <a:ext cx="436836" cy="10914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0" name="General Time-Series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FDD85100-D557-4827-9A5E-39E7C99AAA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12819" y="3911169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1" name="General Time-Series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529DC670-1DAC-4B2C-868F-B00B83B9C7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349655" y="3783771"/>
              <a:ext cx="436836" cy="1273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2" name="General Time-Series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A1D46C33-40B4-4CFD-854B-DE95BFD942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786491" y="3698919"/>
              <a:ext cx="436836" cy="848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3" name="General Time-Series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CC282D36-E859-4E41-895C-8C32111937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23328" y="3672342"/>
              <a:ext cx="436836" cy="2657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4" name="General Time-Series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DBE2AABE-D0CA-459F-861B-77388CA43F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660164" y="3550197"/>
              <a:ext cx="436836" cy="12214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5" name="General Time-Series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A0E523F4-1601-4F47-8B42-475AEA37D7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56" name="General Time-Series Harness-marker-1">
              <a:extLst xmlns:a="http://schemas.openxmlformats.org/drawingml/2006/main">
                <a:ext uri="{FF2B5EF4-FFF2-40B4-BE49-F238E27FC236}">
                  <a16:creationId xmlns:a16="http://schemas.microsoft.com/office/drawing/2014/main" id="{0D05E52A-50C1-46B9-ABAF-75163A70C4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7486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57" name="General Time-Series Harness-marker-2">
              <a:extLst xmlns:a="http://schemas.openxmlformats.org/drawingml/2006/main">
                <a:ext uri="{FF2B5EF4-FFF2-40B4-BE49-F238E27FC236}">
                  <a16:creationId xmlns:a16="http://schemas.microsoft.com/office/drawing/2014/main" id="{F7B91A99-0E0C-4952-9250-A38C68EBA4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64322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58" name="General Time-Series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7123F998-B8C5-4CF7-8A81-9745E0E94E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01159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59" name="General Time-Series Harness-marker-4">
              <a:extLst xmlns:a="http://schemas.openxmlformats.org/drawingml/2006/main">
                <a:ext uri="{FF2B5EF4-FFF2-40B4-BE49-F238E27FC236}">
                  <a16:creationId xmlns:a16="http://schemas.microsoft.com/office/drawing/2014/main" id="{D7B5CD0F-3C6F-4BB2-BC09-41912BE7A4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37995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0" name="General Time-Series Harness-marker-5">
              <a:extLst xmlns:a="http://schemas.openxmlformats.org/drawingml/2006/main">
                <a:ext uri="{FF2B5EF4-FFF2-40B4-BE49-F238E27FC236}">
                  <a16:creationId xmlns:a16="http://schemas.microsoft.com/office/drawing/2014/main" id="{AF53B48B-0992-4BAE-ABC0-EB9FCEF855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74831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1" name="General Time-Series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26B2C2A7-5783-45A9-8983-D5B3E0F4E8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1667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2" name="General Time-Series Harness-marker-7">
              <a:extLst xmlns:a="http://schemas.openxmlformats.org/drawingml/2006/main">
                <a:ext uri="{FF2B5EF4-FFF2-40B4-BE49-F238E27FC236}">
                  <a16:creationId xmlns:a16="http://schemas.microsoft.com/office/drawing/2014/main" id="{F786FE46-406B-4A16-9A75-7780F075AA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503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3" name="General Time-Series Harness-marker-8">
              <a:extLst xmlns:a="http://schemas.openxmlformats.org/drawingml/2006/main">
                <a:ext uri="{FF2B5EF4-FFF2-40B4-BE49-F238E27FC236}">
                  <a16:creationId xmlns:a16="http://schemas.microsoft.com/office/drawing/2014/main" id="{6CF18663-F252-4E7E-8D2A-47A2435B2C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85340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4" name="General Time-Series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9E9C1592-42BE-4919-8454-9E248A446C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22176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5" name="General Time-Series Harness-marker-10">
              <a:extLst xmlns:a="http://schemas.openxmlformats.org/drawingml/2006/main">
                <a:ext uri="{FF2B5EF4-FFF2-40B4-BE49-F238E27FC236}">
                  <a16:creationId xmlns:a16="http://schemas.microsoft.com/office/drawing/2014/main" id="{A24C3C30-99A4-49D7-998B-61C8B1F202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59012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6" name="General Time-Series Harness-marker-11">
              <a:extLst xmlns:a="http://schemas.openxmlformats.org/drawingml/2006/main">
                <a:ext uri="{FF2B5EF4-FFF2-40B4-BE49-F238E27FC236}">
                  <a16:creationId xmlns:a16="http://schemas.microsoft.com/office/drawing/2014/main" id="{97C7C3F8-9614-4F63-86B5-027A58F3E4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5848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7" name="General Time-Series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3212DF8E-C02F-4771-8A5B-0ECCA44B7C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2684" y="4922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8" name="General Time-Series Harness-marker-13">
              <a:extLst xmlns:a="http://schemas.openxmlformats.org/drawingml/2006/main">
                <a:ext uri="{FF2B5EF4-FFF2-40B4-BE49-F238E27FC236}">
                  <a16:creationId xmlns:a16="http://schemas.microsoft.com/office/drawing/2014/main" id="{BF14F563-0103-4474-AB78-099C3A0FC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69521" y="4922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9" name="General Time-Series Harness-marker-14">
              <a:extLst xmlns:a="http://schemas.openxmlformats.org/drawingml/2006/main">
                <a:ext uri="{FF2B5EF4-FFF2-40B4-BE49-F238E27FC236}">
                  <a16:creationId xmlns:a16="http://schemas.microsoft.com/office/drawing/2014/main" id="{6E76390E-2AFE-42A0-9C1C-586C8A1C8F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6357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0" name="General Time-Series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B51300F2-440E-42AF-A121-AB48BE4B83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43193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1" name="General Time-Series Harness-marker-16">
              <a:extLst xmlns:a="http://schemas.openxmlformats.org/drawingml/2006/main">
                <a:ext uri="{FF2B5EF4-FFF2-40B4-BE49-F238E27FC236}">
                  <a16:creationId xmlns:a16="http://schemas.microsoft.com/office/drawing/2014/main" id="{AFFFC64B-2313-4F18-9D9A-7AF0B9B6C6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0029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2" name="General Time-Series Harness-marker-17">
              <a:extLst xmlns:a="http://schemas.openxmlformats.org/drawingml/2006/main">
                <a:ext uri="{FF2B5EF4-FFF2-40B4-BE49-F238E27FC236}">
                  <a16:creationId xmlns:a16="http://schemas.microsoft.com/office/drawing/2014/main" id="{01560F4C-92D8-49F4-B5C8-A41FD55656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6866" y="4305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3" name="General Time-Series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183F9096-9D63-4F4F-9EA5-465AFE46B9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3702" y="40632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4" name="General Time-Series Harness-marker-19">
              <a:extLst xmlns:a="http://schemas.openxmlformats.org/drawingml/2006/main">
                <a:ext uri="{FF2B5EF4-FFF2-40B4-BE49-F238E27FC236}">
                  <a16:creationId xmlns:a16="http://schemas.microsoft.com/office/drawing/2014/main" id="{7F9C2C10-8DC3-43ED-9EF7-173213D2BB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90538" y="398221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5" name="General Time-Series Harness-marker-20">
              <a:extLst xmlns:a="http://schemas.openxmlformats.org/drawingml/2006/main">
                <a:ext uri="{FF2B5EF4-FFF2-40B4-BE49-F238E27FC236}">
                  <a16:creationId xmlns:a16="http://schemas.microsoft.com/office/drawing/2014/main" id="{3BD064AD-61FD-44F7-A94E-98348316B6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27374" y="398221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6" name="General Time-Series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048EA351-D0EE-46E1-B833-2D413E6DC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564210" y="398221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7" name="General Time-Series Harness-marker-22">
              <a:extLst xmlns:a="http://schemas.openxmlformats.org/drawingml/2006/main">
                <a:ext uri="{FF2B5EF4-FFF2-40B4-BE49-F238E27FC236}">
                  <a16:creationId xmlns:a16="http://schemas.microsoft.com/office/drawing/2014/main" id="{6F66B311-A282-4B2A-8C89-3834B242A7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01047" y="398221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8" name="General Time-Series Harness-marker-23">
              <a:extLst xmlns:a="http://schemas.openxmlformats.org/drawingml/2006/main">
                <a:ext uri="{FF2B5EF4-FFF2-40B4-BE49-F238E27FC236}">
                  <a16:creationId xmlns:a16="http://schemas.microsoft.com/office/drawing/2014/main" id="{E095BA66-0C3A-4D39-A3DC-047379E141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7883" y="398221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9" name="General Time-Series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0786F388-9790-4D58-8560-BDF9A1E6C4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74719" y="3873069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0" name="General Time-Series Harness-marker-25">
              <a:extLst xmlns:a="http://schemas.openxmlformats.org/drawingml/2006/main">
                <a:ext uri="{FF2B5EF4-FFF2-40B4-BE49-F238E27FC236}">
                  <a16:creationId xmlns:a16="http://schemas.microsoft.com/office/drawing/2014/main" id="{CCAFE1BE-8A52-49A9-972F-BE7DC181E3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11555" y="3873069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1" name="General Time-Series Harness-marker-26">
              <a:extLst xmlns:a="http://schemas.openxmlformats.org/drawingml/2006/main">
                <a:ext uri="{FF2B5EF4-FFF2-40B4-BE49-F238E27FC236}">
                  <a16:creationId xmlns:a16="http://schemas.microsoft.com/office/drawing/2014/main" id="{508D560A-7D3E-4B40-8445-41DB2E8BF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48391" y="37456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2" name="General Time-Series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ED24BD51-9585-4445-9B53-ABA2B13C90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85228" y="3660819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3" name="General Time-Series Harness-marker-28">
              <a:extLst xmlns:a="http://schemas.openxmlformats.org/drawingml/2006/main">
                <a:ext uri="{FF2B5EF4-FFF2-40B4-BE49-F238E27FC236}">
                  <a16:creationId xmlns:a16="http://schemas.microsoft.com/office/drawing/2014/main" id="{55FA0D8A-8106-40D4-9681-EFB48E3951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22064" y="3634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4" name="General Time-Series Harness-marker-29">
              <a:extLst xmlns:a="http://schemas.openxmlformats.org/drawingml/2006/main">
                <a:ext uri="{FF2B5EF4-FFF2-40B4-BE49-F238E27FC236}">
                  <a16:creationId xmlns:a16="http://schemas.microsoft.com/office/drawing/2014/main" id="{C7A1CF6E-E73A-4E65-9689-9E84528AA4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351209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5" name="Task-Specific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05CADF4A-EFCA-4297-868B-2695E59EF4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4101307"/>
              <a:ext cx="436836" cy="11152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86" name="Task-Specific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79B53945-872F-4ED7-B470-0B0684F89C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865586" y="3845193"/>
              <a:ext cx="436836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87" name="Task-Specific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54216EDC-F664-4153-A976-A309ED2A64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02422" y="3845193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88" name="Task-Specific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894834F6-2842-402B-A824-3964A9947C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739259" y="3726314"/>
              <a:ext cx="436836" cy="1188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89" name="Task-Specific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C6E3BBB2-A0C4-482F-82F2-891391E7C0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76095" y="3597064"/>
              <a:ext cx="436836" cy="1292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0" name="Task-Specific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7EDE6CF1-83D5-457F-82C4-EE09FE7D0B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2931" y="3597064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1" name="Task-Specific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E9969BD5-2D1B-4664-8ACC-A476C0FBE0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049767" y="3346986"/>
              <a:ext cx="436836" cy="25007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2" name="Task-Specific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EB436C0F-7BC1-420A-A9EE-1A08A55E46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486603" y="3228107"/>
              <a:ext cx="436836" cy="1188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3" name="Task-Specific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1842634C-A7E8-476C-A1C1-6D1F899108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923440" y="3095426"/>
              <a:ext cx="436836" cy="132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4" name="Task-Specific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4F3E42F9-5C2A-43DF-96A6-9C0ED418BD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360276" y="2825720"/>
              <a:ext cx="436836" cy="2697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5" name="Task-Specific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4B231BD9-0812-47AB-B437-3111BFD4B2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797112" y="2748257"/>
              <a:ext cx="436836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6" name="Task-Specific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18500BAB-A495-4484-8FBF-03F5737B52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233948" y="2542211"/>
              <a:ext cx="436836" cy="20604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7" name="Task-Specific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8254592B-6754-4E89-BEB9-A2FB1E0329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670784" y="2444741"/>
              <a:ext cx="436836" cy="9747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8" name="Task-Specific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477FCB14-4F4F-4A64-99B4-332E17710D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07621" y="2444741"/>
              <a:ext cx="43683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9" name="Task-Specific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DB560F0B-1E32-46A7-B729-36C3C3056D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544457" y="2271503"/>
              <a:ext cx="436836" cy="1732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0" name="Task-Specific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3BF057A9-C6B5-45CC-8519-DBD7832DAB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981293" y="2131171"/>
              <a:ext cx="436836" cy="14033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1" name="Task-Specific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0E087B45-6D3B-4184-9061-F14E1E24CD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418129" y="1974282"/>
              <a:ext cx="436836" cy="15688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2" name="Task-Specific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4649AB72-4A4C-4107-AFFF-299DB139D1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854966" y="1955053"/>
              <a:ext cx="436836" cy="1922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3" name="Task-Specific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28039572-05B1-48D1-8B0E-02225F883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291802" y="1861254"/>
              <a:ext cx="436836" cy="93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4" name="Task-Specific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818B0C72-CB8F-4C7E-B78B-B34B4888F4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728638" y="1739811"/>
              <a:ext cx="436836" cy="1214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5" name="Task-Specific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912CBF45-ADD0-4C6F-B03B-0ED35912F3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165474" y="1710427"/>
              <a:ext cx="436836" cy="2938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6" name="Task-Specific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25702041-EFFE-4140-82F5-F5E725512E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602310" y="1596621"/>
              <a:ext cx="436836" cy="1138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7" name="Task-Specific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65CF02D5-3A8C-40AF-9323-89771F2AE2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039147" y="1462298"/>
              <a:ext cx="436836" cy="13432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8" name="Task-Specific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AB2FA163-94E1-41A0-8E1F-71A846A352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475983" y="1427970"/>
              <a:ext cx="436836" cy="3432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9" name="Task-Specific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12D94312-A992-4AFF-BFEC-3D06F85885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12819" y="1380833"/>
              <a:ext cx="436836" cy="471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0" name="Task-Specific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377E3FA1-5967-4727-90BD-2252D8A2AE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349655" y="1300713"/>
              <a:ext cx="436836" cy="8012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1" name="Task-Specific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6CC591DF-82CE-4E31-91BA-92A6B01FD6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786491" y="1173436"/>
              <a:ext cx="436836" cy="1272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2" name="Task-Specific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8E2F7275-0D5A-4CF6-919E-DB9ADE1FBE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23328" y="1115288"/>
              <a:ext cx="436836" cy="5814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3" name="Task-Specific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D48FF52C-9287-4C16-BF08-88311D59A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660164" y="982083"/>
              <a:ext cx="436836" cy="13320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4" name="Task-Specific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8D4EBB97-95BB-4352-BE06-D77A536A5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5178499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15" name="Task-Specific Harness-marker-1">
              <a:extLst xmlns:a="http://schemas.openxmlformats.org/drawingml/2006/main">
                <a:ext uri="{FF2B5EF4-FFF2-40B4-BE49-F238E27FC236}">
                  <a16:creationId xmlns:a16="http://schemas.microsoft.com/office/drawing/2014/main" id="{B3C930A3-0087-4E4E-9B52-03D67CBF9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7486" y="40632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16" name="Task-Specific Harness-marker-2">
              <a:extLst xmlns:a="http://schemas.openxmlformats.org/drawingml/2006/main">
                <a:ext uri="{FF2B5EF4-FFF2-40B4-BE49-F238E27FC236}">
                  <a16:creationId xmlns:a16="http://schemas.microsoft.com/office/drawing/2014/main" id="{96A119BD-BEBA-4E4C-88DC-E3AA74FE22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64322" y="380709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17" name="Task-Specific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48226F2C-DF42-4099-84B8-7AC5AA62D1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01159" y="380709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18" name="Task-Specific Harness-marker-4">
              <a:extLst xmlns:a="http://schemas.openxmlformats.org/drawingml/2006/main">
                <a:ext uri="{FF2B5EF4-FFF2-40B4-BE49-F238E27FC236}">
                  <a16:creationId xmlns:a16="http://schemas.microsoft.com/office/drawing/2014/main" id="{C6AEA7D1-5286-4DAF-93FC-25651A67FE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37995" y="36882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19" name="Task-Specific Harness-marker-5">
              <a:extLst xmlns:a="http://schemas.openxmlformats.org/drawingml/2006/main">
                <a:ext uri="{FF2B5EF4-FFF2-40B4-BE49-F238E27FC236}">
                  <a16:creationId xmlns:a16="http://schemas.microsoft.com/office/drawing/2014/main" id="{9A560296-BD19-4DFC-BA0A-6392C83A5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74831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0" name="Task-Specific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AC6639B1-0298-4855-A075-40359D9976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1667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1" name="Task-Specific Harness-marker-7">
              <a:extLst xmlns:a="http://schemas.openxmlformats.org/drawingml/2006/main">
                <a:ext uri="{FF2B5EF4-FFF2-40B4-BE49-F238E27FC236}">
                  <a16:creationId xmlns:a16="http://schemas.microsoft.com/office/drawing/2014/main" id="{A87DFDA1-A58C-4A88-A484-AC740884E1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48503" y="33088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2" name="Task-Specific Harness-marker-8">
              <a:extLst xmlns:a="http://schemas.openxmlformats.org/drawingml/2006/main">
                <a:ext uri="{FF2B5EF4-FFF2-40B4-BE49-F238E27FC236}">
                  <a16:creationId xmlns:a16="http://schemas.microsoft.com/office/drawing/2014/main" id="{5F81C677-E6DA-4C3D-8837-3F823BA385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85340" y="31900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3" name="Task-Specific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04F15746-8ED9-4A98-8810-5865351684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22176" y="305732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4" name="Task-Specific Harness-marker-10">
              <a:extLst xmlns:a="http://schemas.openxmlformats.org/drawingml/2006/main">
                <a:ext uri="{FF2B5EF4-FFF2-40B4-BE49-F238E27FC236}">
                  <a16:creationId xmlns:a16="http://schemas.microsoft.com/office/drawing/2014/main" id="{23FF1528-9315-4749-BCDD-F8FF5E863D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59012" y="278762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5" name="Task-Specific Harness-marker-11">
              <a:extLst xmlns:a="http://schemas.openxmlformats.org/drawingml/2006/main">
                <a:ext uri="{FF2B5EF4-FFF2-40B4-BE49-F238E27FC236}">
                  <a16:creationId xmlns:a16="http://schemas.microsoft.com/office/drawing/2014/main" id="{F30FF222-2022-4972-BC46-F7BD59216B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5848" y="27101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6" name="Task-Specific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662A26A4-D62F-4584-81BE-C1711E4F18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32684" y="250411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7" name="Task-Specific Harness-marker-13">
              <a:extLst xmlns:a="http://schemas.openxmlformats.org/drawingml/2006/main">
                <a:ext uri="{FF2B5EF4-FFF2-40B4-BE49-F238E27FC236}">
                  <a16:creationId xmlns:a16="http://schemas.microsoft.com/office/drawing/2014/main" id="{5F9821A2-5C66-4D18-AE22-A07B3E358C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69521" y="240664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8" name="Task-Specific Harness-marker-14">
              <a:extLst xmlns:a="http://schemas.openxmlformats.org/drawingml/2006/main">
                <a:ext uri="{FF2B5EF4-FFF2-40B4-BE49-F238E27FC236}">
                  <a16:creationId xmlns:a16="http://schemas.microsoft.com/office/drawing/2014/main" id="{26934705-BF8A-4713-8FFC-8706947F2D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6357" y="240664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9" name="Task-Specific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067CF7E1-C501-4085-8BB4-6A706DCFA3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43193" y="223340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0" name="Task-Specific Harness-marker-16">
              <a:extLst xmlns:a="http://schemas.openxmlformats.org/drawingml/2006/main">
                <a:ext uri="{FF2B5EF4-FFF2-40B4-BE49-F238E27FC236}">
                  <a16:creationId xmlns:a16="http://schemas.microsoft.com/office/drawing/2014/main" id="{6369CCA4-7BAD-4B12-ADDB-4084C8E54E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0029" y="20930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1" name="Task-Specific Harness-marker-17">
              <a:extLst xmlns:a="http://schemas.openxmlformats.org/drawingml/2006/main">
                <a:ext uri="{FF2B5EF4-FFF2-40B4-BE49-F238E27FC236}">
                  <a16:creationId xmlns:a16="http://schemas.microsoft.com/office/drawing/2014/main" id="{EF0DB283-FFDB-44E9-B6C5-1375862847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6866" y="193618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2" name="Task-Specific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51D2DDB3-048A-4D44-88C0-8628D590DC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3702" y="191695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3" name="Task-Specific Harness-marker-19">
              <a:extLst xmlns:a="http://schemas.openxmlformats.org/drawingml/2006/main">
                <a:ext uri="{FF2B5EF4-FFF2-40B4-BE49-F238E27FC236}">
                  <a16:creationId xmlns:a16="http://schemas.microsoft.com/office/drawing/2014/main" id="{CA60F14C-A4F3-4E42-8EFE-9EA1051E90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90538" y="182315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4" name="Task-Specific Harness-marker-20">
              <a:extLst xmlns:a="http://schemas.openxmlformats.org/drawingml/2006/main">
                <a:ext uri="{FF2B5EF4-FFF2-40B4-BE49-F238E27FC236}">
                  <a16:creationId xmlns:a16="http://schemas.microsoft.com/office/drawing/2014/main" id="{D9C5973C-EBC7-4BA2-8010-86C149AE08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27374" y="170171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5" name="Task-Specific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F9AD8DE8-2B80-47E7-9527-CE47491DB4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564210" y="16723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6" name="Task-Specific Harness-marker-22">
              <a:extLst xmlns:a="http://schemas.openxmlformats.org/drawingml/2006/main">
                <a:ext uri="{FF2B5EF4-FFF2-40B4-BE49-F238E27FC236}">
                  <a16:creationId xmlns:a16="http://schemas.microsoft.com/office/drawing/2014/main" id="{47E54C6D-C34C-4747-9294-AF3913FD26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01047" y="155852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7" name="Task-Specific Harness-marker-23">
              <a:extLst xmlns:a="http://schemas.openxmlformats.org/drawingml/2006/main">
                <a:ext uri="{FF2B5EF4-FFF2-40B4-BE49-F238E27FC236}">
                  <a16:creationId xmlns:a16="http://schemas.microsoft.com/office/drawing/2014/main" id="{630F7538-CB88-4480-A555-7AC07190DF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7883" y="142419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8" name="Task-Specific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BD6A11DA-4521-4F8E-ACB1-52B41653B5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74719" y="138987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9" name="Task-Specific Harness-marker-25">
              <a:extLst xmlns:a="http://schemas.openxmlformats.org/drawingml/2006/main">
                <a:ext uri="{FF2B5EF4-FFF2-40B4-BE49-F238E27FC236}">
                  <a16:creationId xmlns:a16="http://schemas.microsoft.com/office/drawing/2014/main" id="{9FC41B5D-1B45-491C-9624-3CA1E97FBE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11555" y="134273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0" name="Task-Specific Harness-marker-26">
              <a:extLst xmlns:a="http://schemas.openxmlformats.org/drawingml/2006/main">
                <a:ext uri="{FF2B5EF4-FFF2-40B4-BE49-F238E27FC236}">
                  <a16:creationId xmlns:a16="http://schemas.microsoft.com/office/drawing/2014/main" id="{C6067C76-3757-4767-A275-37EA82327F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48391" y="126261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1" name="Task-Specific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7C88EF86-FF12-4623-8CED-E8E2D3D13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185228" y="113533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2" name="Task-Specific Harness-marker-28">
              <a:extLst xmlns:a="http://schemas.openxmlformats.org/drawingml/2006/main">
                <a:ext uri="{FF2B5EF4-FFF2-40B4-BE49-F238E27FC236}">
                  <a16:creationId xmlns:a16="http://schemas.microsoft.com/office/drawing/2014/main" id="{13FDE0AD-E02B-4E4B-AC78-95958DB362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22064" y="107718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3" name="Task-Specific Harness-marker-29">
              <a:extLst xmlns:a="http://schemas.openxmlformats.org/drawingml/2006/main">
                <a:ext uri="{FF2B5EF4-FFF2-40B4-BE49-F238E27FC236}">
                  <a16:creationId xmlns:a16="http://schemas.microsoft.com/office/drawing/2014/main" id="{2FF2648A-F364-4DB2-8A59-219BFE3427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94398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4" name="legend-line-LLM-side">
              <a:extLst xmlns:a="http://schemas.openxmlformats.org/drawingml/2006/main">
                <a:ext uri="{FF2B5EF4-FFF2-40B4-BE49-F238E27FC236}">
                  <a16:creationId xmlns:a16="http://schemas.microsoft.com/office/drawing/2014/main" id="{5DAC86E9-588D-4219-AEB6-6B216B3339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9750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245" name="legend-text-LLM-side">
              <a:extLst xmlns:a="http://schemas.openxmlformats.org/drawingml/2006/main">
                <a:ext uri="{FF2B5EF4-FFF2-40B4-BE49-F238E27FC236}">
                  <a16:creationId xmlns:a16="http://schemas.microsoft.com/office/drawing/2014/main" id="{33C8FCB3-B049-49F4-911F-449F5FFE5A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24100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LLM-side</a:t>
              </a:r>
            </a:p>
          </p:txBody>
        </p:sp>
        <p:sp>
          <p:nvSpPr>
            <p:cNvPr id="246" name="legend-line-General Harness">
              <a:extLst xmlns:a="http://schemas.openxmlformats.org/drawingml/2006/main">
                <a:ext uri="{FF2B5EF4-FFF2-40B4-BE49-F238E27FC236}">
                  <a16:creationId xmlns:a16="http://schemas.microsoft.com/office/drawing/2014/main" id="{66DDA9A4-29A7-4D82-8D8C-E524E1BD33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57625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D567D"/>
              </a:solidFill>
              <a:prstDash val="dash"/>
            </a:ln>
          </p:spPr>
        </p:sp>
        <p:sp>
          <p:nvSpPr>
            <p:cNvPr id="247" name="legend-text-General Harness">
              <a:extLst xmlns:a="http://schemas.openxmlformats.org/drawingml/2006/main">
                <a:ext uri="{FF2B5EF4-FFF2-40B4-BE49-F238E27FC236}">
                  <a16:creationId xmlns:a16="http://schemas.microsoft.com/office/drawing/2014/main" id="{CA549405-2D2A-4942-8895-D402229409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71975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248" name="legend-line-General Time-Series Harness">
              <a:extLst xmlns:a="http://schemas.openxmlformats.org/drawingml/2006/main">
                <a:ext uri="{FF2B5EF4-FFF2-40B4-BE49-F238E27FC236}">
                  <a16:creationId xmlns:a16="http://schemas.microsoft.com/office/drawing/2014/main" id="{0ABBE7D4-4C4B-428B-9EAA-4C66BDEAA4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249" name="legend-text-General Time-Series Harness">
              <a:extLst xmlns:a="http://schemas.openxmlformats.org/drawingml/2006/main">
                <a:ext uri="{FF2B5EF4-FFF2-40B4-BE49-F238E27FC236}">
                  <a16:creationId xmlns:a16="http://schemas.microsoft.com/office/drawing/2014/main" id="{2A835F24-0940-4DC2-9322-43BF913723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19850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250" name="legend-line-Task-Specific Harness">
              <a:extLst xmlns:a="http://schemas.openxmlformats.org/drawingml/2006/main">
                <a:ext uri="{FF2B5EF4-FFF2-40B4-BE49-F238E27FC236}">
                  <a16:creationId xmlns:a16="http://schemas.microsoft.com/office/drawing/2014/main" id="{507A7F04-78E5-4CF3-90C1-BFD84179FA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20125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51" name="legend-text-Task-Specific Harness">
              <a:extLst xmlns:a="http://schemas.openxmlformats.org/drawingml/2006/main">
                <a:ext uri="{FF2B5EF4-FFF2-40B4-BE49-F238E27FC236}">
                  <a16:creationId xmlns:a16="http://schemas.microsoft.com/office/drawing/2014/main" id="{00166C2F-C923-474D-9836-6A9D8F862C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34475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252" name="counting-note">
              <a:extLst xmlns:a="http://schemas.openxmlformats.org/drawingml/2006/main">
                <a:ext uri="{FF2B5EF4-FFF2-40B4-BE49-F238E27FC236}">
                  <a16:creationId xmlns:a16="http://schemas.microsoft.com/office/drawing/2014/main" id="{ECCDDD71-4729-4B9C-8481-CFB3DDB882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658100"/>
              <a:ext cx="12668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Module-level counting rule: one paper may contribute several components, and each component is counted at its deepest applicable Harness layer.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8765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2026-10-02T10:03:05.1360000Z</dcterms:created>
  <dcterms:modified xsi:type="dcterms:W3CDTF">2026-10-02T10:03:05.1360000Z</dcterms:modified>
</coreProperties>
</file>