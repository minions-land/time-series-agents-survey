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63784023e04a451e"/><Relationship Type="http://schemas.openxmlformats.org/officeDocument/2006/relationships/extended-properties" Target="/docProps/app.xml" Id="Reb4123275c4c4745"/><Relationship Type="http://schemas.openxmlformats.org/officeDocument/2006/relationships/officeDocument" Target="/ppt/presentation.xml" Id="Rf0ce2a38e42f424f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b885dc477b4b4b"/>
  </p:sldMasterIdLst>
  <p:notesMasterIdLst>
    <p:notesMasterId xmlns:r="http://schemas.openxmlformats.org/officeDocument/2006/relationships" r:id="R3057d2ddd8a74048"/>
  </p:notesMasterIdLst>
  <p:sldIdLst>
    <p:sldId xmlns:r="http://schemas.openxmlformats.org/officeDocument/2006/relationships" id="257" r:id="R6aa49fdddf3b44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3370973d64ed4496"/><Relationship Type="http://schemas.openxmlformats.org/officeDocument/2006/relationships/slideMaster" Target="/ppt/slideMasters/slideMaster1.xml" Id="Rf6b885dc477b4b4b"/><Relationship Type="http://schemas.openxmlformats.org/officeDocument/2006/relationships/notesMaster" Target="/ppt/notesMasters/notesMaster1.xml" Id="R3057d2ddd8a74048"/><Relationship Type="http://schemas.openxmlformats.org/officeDocument/2006/relationships/presProps" Target="/ppt/presProps.xml" Id="R96037460a2744a7e"/><Relationship Type="http://schemas.openxmlformats.org/officeDocument/2006/relationships/tableStyles" Target="/ppt/tableStyles.xml" Id="Rebc202c8e2c54268"/><Relationship Type="http://schemas.openxmlformats.org/officeDocument/2006/relationships/slide" Target="/ppt/slides/slide2.xml" Id="R6aa49fdddf3b4460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b5a3cd93dbb4598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a837e7857c4b4509"/><Relationship Type="http://schemas.openxmlformats.org/officeDocument/2006/relationships/notesMaster" Target="/ppt/notesMasters/notesMaster1.xml" Id="R7bd14335ca0a4a28"/></Relationship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AION,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28c680c6efd4bbe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eb4c2e13b8834b06"/><Relationship Type="http://schemas.openxmlformats.org/officeDocument/2006/relationships/slideLayout" Target="/ppt/slideLayouts/slideLayout1.xml" Id="R22619ecc912b4697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619ecc912b46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090c344bc254f3d"/><Relationship Type="http://schemas.openxmlformats.org/officeDocument/2006/relationships/notesSlide" Target="/ppt/notesSlides/notesSlide2.xml" Id="R349e970aa90148ec"/></Relationships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71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6" name="">
              <a:extLst xmlns:a="http://schemas.openxmlformats.org/drawingml/2006/main">
                <a:ext uri="{FF2B5EF4-FFF2-40B4-BE49-F238E27FC236}">
                  <a16:creationId xmlns:a16="http://schemas.microsoft.com/office/drawing/2014/main" id="{B902403A-11EC-4563-A764-C6F6D30F41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1428750"/>
              <a:ext cx="3238500" cy="4000500"/>
            </a:xfrm>
            <a:prstGeom xmlns:a="http://schemas.openxmlformats.org/drawingml/2006/main" prst="roundRect">
              <a:avLst>
                <a:gd name="adj" fmla="val 2353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4288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0E239C36-9177-4B18-A0F6-5966ABDFB7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" y="1619250"/>
              <a:ext cx="29527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Temporal grounding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A8393DF7-7AF6-4FF9-91C2-0B70E72C5A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22383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80DFACD8-291B-4C81-A912-9B488CD5A6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23241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Task specification</a:t>
              </a:r>
            </a:p>
          </p:txBody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A5874F61-2DE4-43B9-A341-6ABC16D3EB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25717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Task file, output form, and deliverable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F0723F81-71CE-44A1-A6CA-64B0570F2D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309562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0E8E91A0-539B-4A6A-8AF2-3893A169BF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318135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Data interface</a:t>
              </a:r>
            </a:p>
          </p:txBody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E4BD99E5-3031-4564-B48B-4614914867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342900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Required series, timestamps, and access limits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A1336FF4-EA86-43CB-ACE7-AC123B1795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39528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50B202AF-3E8E-4210-B1BD-6A26753C13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40386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Visual analysis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A7563641-E1B9-41F5-8DD2-7A28F76E5A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42862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Temporal patterns and trend inspection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0C61E171-EF0D-410B-A301-01629738B8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0" y="1428750"/>
              <a:ext cx="3238500" cy="4000500"/>
            </a:xfrm>
            <a:prstGeom xmlns:a="http://schemas.openxmlformats.org/drawingml/2006/main" prst="roundRect">
              <a:avLst>
                <a:gd name="adj" fmla="val 2353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4288">
              <a:solidFill>
                <a:srgbClr val="438B86"/>
              </a:solidFill>
              <a:prstDash val="solid"/>
            </a:ln>
          </p:spPr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8634280A-B6A9-4EF4-9F57-8F51487312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24375" y="1619250"/>
              <a:ext cx="29527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Knowledge-grounded reasoning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0CCCF1F0-9E14-413D-9EFB-ECFA9DF2DE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0" y="22383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063FC457-20BF-47CA-9C4F-137DA10D64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23241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Strong knowledge dependence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10DD1824-3345-4B6A-861F-1E3C9C77A8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25717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Domain context retrieval and alignment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6C2D1814-2874-4FD4-AE58-0A152F7E01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0" y="309562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EB1205E0-EF01-4967-9233-A442F237BA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318135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Temporal hypothesis expansion</a:t>
              </a:r>
            </a:p>
          </p:txBody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F2ECE531-2779-4463-A02D-8940C2FAE5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342900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Branching temporal hypotheses from evidence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37289A46-85E4-4EBC-B360-9E396E00DC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0" y="39528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1D50324E-4E01-4D77-90D7-20EABDFCA0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40386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Rules-aware reasoning</a:t>
              </a:r>
            </a:p>
          </p:txBody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9F06E8A1-5F9E-4222-A234-ADEB0EC159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42862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Constraint-aware logical inference</a:t>
              </a:r>
            </a:p>
          </p:txBody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6F45A647-2F60-4834-89AF-E218861DB0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0" y="1428750"/>
              <a:ext cx="3238500" cy="4000500"/>
            </a:xfrm>
            <a:prstGeom xmlns:a="http://schemas.openxmlformats.org/drawingml/2006/main" prst="roundRect">
              <a:avLst>
                <a:gd name="adj" fmla="val 2353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4288">
              <a:solidFill>
                <a:srgbClr val="B77F2B"/>
              </a:solidFill>
              <a:prstDash val="solid"/>
            </a:ln>
          </p:spPr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641854E1-BABB-445E-99C7-A750AC3D00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125" y="1619250"/>
              <a:ext cx="29527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Reliability mechanisms</a:t>
              </a:r>
            </a:p>
          </p:txBody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FE2B76AB-4737-4C01-BC5A-96504D2196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82000" y="22383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19D4868A-225F-4388-8261-0F42E76785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23241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Post-experiment analysis</a:t>
              </a:r>
            </a:p>
          </p:txBody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96BE124A-CAA2-4B95-8E29-C19615F7C0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25717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Residual and error distribution review</a:t>
              </a:r>
            </a:p>
          </p:txBody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66BE1AFE-92D8-4AA7-BBB7-6E3FB20527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82000" y="309562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15AF28E6-1521-4304-A394-87A34EEED1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318135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Event-aware reasoning</a:t>
              </a:r>
            </a:p>
          </p:txBody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97465288-51DD-40BC-A7F9-29F223B1E8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342900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Temporal event markers in validation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A845D30B-A0C0-4703-81D1-21B14097DF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82000" y="39528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4F355F29-A788-4491-AB32-C2BCE2BA36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40386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Layered review</a:t>
              </a:r>
            </a:p>
          </p:txBody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F5136418-5375-449D-B4D4-EE91E7D225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42862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Multi-stage review checkpoints</a:t>
              </a:r>
            </a:p>
          </p:txBody>
        </p:sp>
        <p:cxnSp>
          <p:nvCxnSpPr>
            <p:cNvPr id="69" name=""/>
            <p:cNvCxnSpPr>
              <a:stCxn xmlns:a="http://schemas.openxmlformats.org/drawingml/2006/main" id="1" idx="3"/>
              <a:endCxn xmlns:a="http://schemas.openxmlformats.org/drawingml/2006/main" id="12" idx="1"/>
            </p:cNvCxnSpPr>
            <p:nvPr/>
          </p:nvCxnSpPr>
          <p:spPr>
            <a:xfrm xmlns:a="http://schemas.openxmlformats.org/drawingml/2006/main">
              <a:off x="3905250" y="3429000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70" name=""/>
            <p:cNvCxnSpPr>
              <a:stCxn xmlns:a="http://schemas.openxmlformats.org/drawingml/2006/main" id="12" idx="3"/>
              <a:endCxn xmlns:a="http://schemas.openxmlformats.org/drawingml/2006/main" id="23" idx="1"/>
            </p:cNvCxnSpPr>
            <p:nvPr/>
          </p:nvCxnSpPr>
          <p:spPr>
            <a:xfrm xmlns:a="http://schemas.openxmlformats.org/drawingml/2006/main">
              <a:off x="7620000" y="3429000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039653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2026-10-07T12:43:58.1160000Z</dcterms:created>
  <dcterms:modified xsi:type="dcterms:W3CDTF">2026-10-07T12:43:58.1160000Z</dcterms:modified>
</coreProperties>
</file>