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0bd721ee24ec3" /><Relationship Type="http://schemas.openxmlformats.org/officeDocument/2006/relationships/extended-properties" Target="/docProps/app.xml" Id="Rc6160ab834a94ad5" /><Relationship Type="http://schemas.openxmlformats.org/officeDocument/2006/relationships/officeDocument" Target="/ppt/presentation.xml" Id="Rf6996eedf47c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890555cd54bea"/>
  </p:sldMasterIdLst>
  <p:notesMasterIdLst>
    <p:notesMasterId xmlns:r="http://schemas.openxmlformats.org/officeDocument/2006/relationships" r:id="R47f4b549da594bde"/>
  </p:notesMasterIdLst>
  <p:sldIdLst>
    <p:sldId xmlns:r="http://schemas.openxmlformats.org/officeDocument/2006/relationships" id="256" r:id="R6bcfd9818f894dd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cb0be7ad049ef" /><Relationship Type="http://schemas.openxmlformats.org/officeDocument/2006/relationships/slideMaster" Target="/ppt/slideMasters/slideMaster1.xml" Id="Rf4f890555cd54bea" /><Relationship Type="http://schemas.openxmlformats.org/officeDocument/2006/relationships/notesMaster" Target="/ppt/notesMasters/notesMaster1.xml" Id="R47f4b549da594bde" /><Relationship Type="http://schemas.openxmlformats.org/officeDocument/2006/relationships/presProps" Target="/ppt/presProps.xml" Id="Rbff4651904f140b2" /><Relationship Type="http://schemas.openxmlformats.org/officeDocument/2006/relationships/tableStyles" Target="/ppt/tableStyles.xml" Id="R1ee81362de8a4305" /><Relationship Type="http://schemas.openxmlformats.org/officeDocument/2006/relationships/slide" Target="/ppt/slides/slide1.xml" Id="R6bcfd9818f89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f4104a78a3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4d3542dd5484d" /><Relationship Type="http://schemas.openxmlformats.org/officeDocument/2006/relationships/notesMaster" Target="/ppt/notesMasters/notesMaster1.xml" Id="Rbedd0cca86ca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Seven-dimension General Harness map. Labels are synthesized from the recurring functional intersection of the cited Harness and agent-survey literature in the manuscript.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9532c5ce041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c261ee4de4538" /><Relationship Type="http://schemas.openxmlformats.org/officeDocument/2006/relationships/slideLayout" Target="/ppt/slideLayouts/slideLayout1.xml" Id="R9d83edea4a4246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83edea4a4246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d9200f944016" /><Relationship Type="http://schemas.openxmlformats.org/officeDocument/2006/relationships/notesSlide" Target="/ppt/notesSlides/notesSlide1.xml" Id="Rceff8b8e6d33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7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570CDF31-BC78-4940-963C-AC34D214CE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400050"/>
              <a:ext cx="13716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4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Seven dimensions of a General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CFCCE1AE-101C-4118-BE8A-D26C89E22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838200"/>
              <a:ext cx="1362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dimensions describe reusable runtime mechanisms; temporal semantics are added by the Time-Series Harness layer.</a:t>
              </a:r>
            </a:p>
          </p:txBody>
        </p:sp>
      </p:grpSp>
      <p:grpSp>
        <p:nvGrpSpPr>
          <p:cNvPr id="38" name="group-general-harness-cor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general-harness-core">
              <a:extLst xmlns:a="http://schemas.openxmlformats.org/drawingml/2006/main">
                <a:ext uri="{FF2B5EF4-FFF2-40B4-BE49-F238E27FC236}">
                  <a16:creationId xmlns:a16="http://schemas.microsoft.com/office/drawing/2014/main" id="{85BAB261-7F4D-4FF7-B676-34DAEE23C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2125" y="3105150"/>
              <a:ext cx="4095750" cy="1466850"/>
            </a:xfrm>
            <a:prstGeom xmlns:a="http://schemas.openxmlformats.org/drawingml/2006/main" prst="roundRect">
              <a:avLst>
                <a:gd name="adj" fmla="val 15584"/>
              </a:avLst>
            </a:prstGeom>
            <a:solidFill xmlns:a="http://schemas.openxmlformats.org/drawingml/2006/main">
              <a:srgbClr val="2D6E8F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4" name="core-title">
              <a:extLst xmlns:a="http://schemas.openxmlformats.org/drawingml/2006/main">
                <a:ext uri="{FF2B5EF4-FFF2-40B4-BE49-F238E27FC236}">
                  <a16:creationId xmlns:a16="http://schemas.microsoft.com/office/drawing/2014/main" id="{4AA43F3A-5BE6-4F3E-91F8-82A57FEA1D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3390900"/>
              <a:ext cx="34290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2025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5" name="core-subtitle">
              <a:extLst xmlns:a="http://schemas.openxmlformats.org/drawingml/2006/main">
                <a:ext uri="{FF2B5EF4-FFF2-40B4-BE49-F238E27FC236}">
                  <a16:creationId xmlns:a16="http://schemas.microsoft.com/office/drawing/2014/main" id="{A6B4995B-96C2-4F52-BE1D-0247270A5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0750" y="3886200"/>
              <a:ext cx="3238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0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 reusable runtime around an LLM</a:t>
              </a:r>
            </a:p>
          </p:txBody>
        </p:sp>
        <p:sp>
          <p:nvSpPr>
            <p:cNvPr id="34" name="general-harness-note">
              <a:extLst xmlns:a="http://schemas.openxmlformats.org/drawingml/2006/main">
                <a:ext uri="{FF2B5EF4-FFF2-40B4-BE49-F238E27FC236}">
                  <a16:creationId xmlns:a16="http://schemas.microsoft.com/office/drawing/2014/main" id="{F0EAFD2E-D946-411D-9856-2308DD307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7543800"/>
              <a:ext cx="137922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35" name="general-harness-note-text">
              <a:extLst xmlns:a="http://schemas.openxmlformats.org/drawingml/2006/main">
                <a:ext uri="{FF2B5EF4-FFF2-40B4-BE49-F238E27FC236}">
                  <a16:creationId xmlns:a16="http://schemas.microsoft.com/office/drawing/2014/main" id="{09E84944-C02B-45BD-BAB8-C94B9F1006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7677150"/>
              <a:ext cx="13335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 paper can contribute to several dimensions. The seven labels form the shared comparison layer used before temporal and task-specific coding.</a:t>
              </a:r>
            </a:p>
          </p:txBody>
        </p:sp>
      </p:grpSp>
      <p:grpSp>
        <p:nvGrpSpPr>
          <p:cNvPr id="39" name="group-dimension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dimension-1">
              <a:extLst xmlns:a="http://schemas.openxmlformats.org/drawingml/2006/main">
                <a:ext uri="{FF2B5EF4-FFF2-40B4-BE49-F238E27FC236}">
                  <a16:creationId xmlns:a16="http://schemas.microsoft.com/office/drawing/2014/main" id="{14FF12EF-354E-4A7D-BDF9-F7A635D674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16002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7" name="dimension-title-1">
              <a:extLst xmlns:a="http://schemas.openxmlformats.org/drawingml/2006/main">
                <a:ext uri="{FF2B5EF4-FFF2-40B4-BE49-F238E27FC236}">
                  <a16:creationId xmlns:a16="http://schemas.microsoft.com/office/drawing/2014/main" id="{7AA967D3-1BBE-4C03-B958-B5366FB03A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7716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 and Interaction</a:t>
              </a:r>
            </a:p>
          </p:txBody>
        </p:sp>
        <p:sp>
          <p:nvSpPr>
            <p:cNvPr id="8" name="dimension-body-1">
              <a:extLst xmlns:a="http://schemas.openxmlformats.org/drawingml/2006/main">
                <a:ext uri="{FF2B5EF4-FFF2-40B4-BE49-F238E27FC236}">
                  <a16:creationId xmlns:a16="http://schemas.microsoft.com/office/drawing/2014/main" id="{E45F1FB2-EC35-4D00-9A75-30FE6B6B56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21431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state, actions, environment, user</a:t>
              </a:r>
            </a:p>
          </p:txBody>
        </p:sp>
        <p:sp>
          <p:nvSpPr>
            <p:cNvPr id="9" name="dimension-link-1">
              <a:extLst xmlns:a="http://schemas.openxmlformats.org/drawingml/2006/main">
                <a:ext uri="{FF2B5EF4-FFF2-40B4-BE49-F238E27FC236}">
                  <a16:creationId xmlns:a16="http://schemas.microsoft.com/office/drawing/2014/main" id="{0BF110EE-90BC-45D2-A21F-52D0A80F64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057650" y="2076450"/>
              <a:ext cx="1514475" cy="1762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0" name="group-dimension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0" name="dimension-2">
              <a:extLst xmlns:a="http://schemas.openxmlformats.org/drawingml/2006/main">
                <a:ext uri="{FF2B5EF4-FFF2-40B4-BE49-F238E27FC236}">
                  <a16:creationId xmlns:a16="http://schemas.microsoft.com/office/drawing/2014/main" id="{913D7290-525C-40BF-B9A1-2CC13658C8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53125" y="14287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1" name="dimension-title-2">
              <a:extLst xmlns:a="http://schemas.openxmlformats.org/drawingml/2006/main">
                <a:ext uri="{FF2B5EF4-FFF2-40B4-BE49-F238E27FC236}">
                  <a16:creationId xmlns:a16="http://schemas.microsoft.com/office/drawing/2014/main" id="{5251A9AD-8A9B-459B-9F74-828FC08723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24575" y="16002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Memory and Context</a:t>
              </a:r>
            </a:p>
          </p:txBody>
        </p:sp>
        <p:sp>
          <p:nvSpPr>
            <p:cNvPr id="12" name="dimension-body-2">
              <a:extLst xmlns:a="http://schemas.openxmlformats.org/drawingml/2006/main">
                <a:ext uri="{FF2B5EF4-FFF2-40B4-BE49-F238E27FC236}">
                  <a16:creationId xmlns:a16="http://schemas.microsoft.com/office/drawing/2014/main" id="{31D3240C-27A4-4E3F-B9D1-240C2ED289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24575" y="19716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working state, retrieval, experience</a:t>
              </a:r>
            </a:p>
          </p:txBody>
        </p:sp>
        <p:sp>
          <p:nvSpPr>
            <p:cNvPr id="13" name="dimension-link-2">
              <a:extLst xmlns:a="http://schemas.openxmlformats.org/drawingml/2006/main">
                <a:ext uri="{FF2B5EF4-FFF2-40B4-BE49-F238E27FC236}">
                  <a16:creationId xmlns:a16="http://schemas.microsoft.com/office/drawing/2014/main" id="{23CE7F1A-1407-4270-AADA-145B0D1445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620000" y="2381250"/>
              <a:ext cx="0" cy="7239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1" name="group-dimension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4" name="dimension-3">
              <a:extLst xmlns:a="http://schemas.openxmlformats.org/drawingml/2006/main">
                <a:ext uri="{FF2B5EF4-FFF2-40B4-BE49-F238E27FC236}">
                  <a16:creationId xmlns:a16="http://schemas.microsoft.com/office/drawing/2014/main" id="{4BB32475-FB16-4F54-A9BD-4F8FBD86DD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82350" y="16002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5" name="dimension-title-3">
              <a:extLst xmlns:a="http://schemas.openxmlformats.org/drawingml/2006/main">
                <a:ext uri="{FF2B5EF4-FFF2-40B4-BE49-F238E27FC236}">
                  <a16:creationId xmlns:a16="http://schemas.microsoft.com/office/drawing/2014/main" id="{129F69BC-BC2C-4CAA-9817-A2024BB05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17716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 and Execution</a:t>
              </a:r>
            </a:p>
          </p:txBody>
        </p:sp>
        <p:sp>
          <p:nvSpPr>
            <p:cNvPr id="16" name="dimension-body-3">
              <a:extLst xmlns:a="http://schemas.openxmlformats.org/drawingml/2006/main">
                <a:ext uri="{FF2B5EF4-FFF2-40B4-BE49-F238E27FC236}">
                  <a16:creationId xmlns:a16="http://schemas.microsoft.com/office/drawing/2014/main" id="{74796E31-5E11-4A06-A39E-C1E377AC4F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21431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registries, APIs, code, databases</a:t>
              </a:r>
            </a:p>
          </p:txBody>
        </p:sp>
        <p:sp>
          <p:nvSpPr>
            <p:cNvPr id="17" name="dimension-link-3">
              <a:extLst xmlns:a="http://schemas.openxmlformats.org/drawingml/2006/main">
                <a:ext uri="{FF2B5EF4-FFF2-40B4-BE49-F238E27FC236}">
                  <a16:creationId xmlns:a16="http://schemas.microsoft.com/office/drawing/2014/main" id="{239E6C30-641F-4323-8998-D4F3C7E3F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0">
              <a:off x="9667875" y="2076450"/>
              <a:ext cx="1514475" cy="1762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2" name="group-dimension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dimension-4">
              <a:extLst xmlns:a="http://schemas.openxmlformats.org/drawingml/2006/main">
                <a:ext uri="{FF2B5EF4-FFF2-40B4-BE49-F238E27FC236}">
                  <a16:creationId xmlns:a16="http://schemas.microsoft.com/office/drawing/2014/main" id="{FA849261-EF78-42E2-BF9F-2791CC92DD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7338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9" name="dimension-title-4">
              <a:extLst xmlns:a="http://schemas.openxmlformats.org/drawingml/2006/main">
                <a:ext uri="{FF2B5EF4-FFF2-40B4-BE49-F238E27FC236}">
                  <a16:creationId xmlns:a16="http://schemas.microsoft.com/office/drawing/2014/main" id="{4A65B472-1F06-4FC8-8E8E-147EAB38E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39052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Control, Verification, and Feedback</a:t>
              </a:r>
            </a:p>
          </p:txBody>
        </p:sp>
        <p:sp>
          <p:nvSpPr>
            <p:cNvPr id="20" name="dimension-body-4">
              <a:extLst xmlns:a="http://schemas.openxmlformats.org/drawingml/2006/main">
                <a:ext uri="{FF2B5EF4-FFF2-40B4-BE49-F238E27FC236}">
                  <a16:creationId xmlns:a16="http://schemas.microsoft.com/office/drawing/2014/main" id="{1F5AB776-8BE4-41E4-B1FB-9C252B7F4D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42767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checks, retries, review, observability</a:t>
              </a:r>
            </a:p>
          </p:txBody>
        </p:sp>
        <p:sp>
          <p:nvSpPr>
            <p:cNvPr id="21" name="dimension-link-4">
              <a:extLst xmlns:a="http://schemas.openxmlformats.org/drawingml/2006/main">
                <a:ext uri="{FF2B5EF4-FFF2-40B4-BE49-F238E27FC236}">
                  <a16:creationId xmlns:a16="http://schemas.microsoft.com/office/drawing/2014/main" id="{4E9C5758-C997-4074-A82B-413304723C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4057650" y="3838575"/>
              <a:ext cx="1514475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3" name="group-dimension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dimension-5">
              <a:extLst xmlns:a="http://schemas.openxmlformats.org/drawingml/2006/main">
                <a:ext uri="{FF2B5EF4-FFF2-40B4-BE49-F238E27FC236}">
                  <a16:creationId xmlns:a16="http://schemas.microsoft.com/office/drawing/2014/main" id="{FBD0158D-790E-443A-A1E1-BC22A8502D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82350" y="37338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dimension-title-5">
              <a:extLst xmlns:a="http://schemas.openxmlformats.org/drawingml/2006/main">
                <a:ext uri="{FF2B5EF4-FFF2-40B4-BE49-F238E27FC236}">
                  <a16:creationId xmlns:a16="http://schemas.microsoft.com/office/drawing/2014/main" id="{BFF36742-30F0-4762-A99E-2589E228BF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39052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Planning and Workflow</a:t>
              </a:r>
            </a:p>
          </p:txBody>
        </p:sp>
        <p:sp>
          <p:nvSpPr>
            <p:cNvPr id="24" name="dimension-body-5">
              <a:extLst xmlns:a="http://schemas.openxmlformats.org/drawingml/2006/main">
                <a:ext uri="{FF2B5EF4-FFF2-40B4-BE49-F238E27FC236}">
                  <a16:creationId xmlns:a16="http://schemas.microsoft.com/office/drawing/2014/main" id="{05BEB1BB-19B3-42FB-A866-AE6C81A7EC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42767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decomposition, orchestration, stopping</a:t>
              </a:r>
            </a:p>
          </p:txBody>
        </p:sp>
        <p:sp>
          <p:nvSpPr>
            <p:cNvPr id="25" name="dimension-link-5">
              <a:extLst xmlns:a="http://schemas.openxmlformats.org/drawingml/2006/main">
                <a:ext uri="{FF2B5EF4-FFF2-40B4-BE49-F238E27FC236}">
                  <a16:creationId xmlns:a16="http://schemas.microsoft.com/office/drawing/2014/main" id="{7A6FC11B-CD6B-4D0B-8ED6-1AD6BD6D9A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1">
              <a:off x="9667875" y="3838575"/>
              <a:ext cx="1514475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4" name="group-dimension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dimension-6">
              <a:extLst xmlns:a="http://schemas.openxmlformats.org/drawingml/2006/main">
                <a:ext uri="{FF2B5EF4-FFF2-40B4-BE49-F238E27FC236}">
                  <a16:creationId xmlns:a16="http://schemas.microsoft.com/office/drawing/2014/main" id="{4B7750B0-C5EB-4338-8D02-F8C2B6448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76450" y="61912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7" name="dimension-title-6">
              <a:extLst xmlns:a="http://schemas.openxmlformats.org/drawingml/2006/main">
                <a:ext uri="{FF2B5EF4-FFF2-40B4-BE49-F238E27FC236}">
                  <a16:creationId xmlns:a16="http://schemas.microsoft.com/office/drawing/2014/main" id="{ECE73CDB-53E8-4E2B-A4A5-9A3AE1F5D1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47900" y="63627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Optimization and Evolution</a:t>
              </a:r>
            </a:p>
          </p:txBody>
        </p:sp>
        <p:sp>
          <p:nvSpPr>
            <p:cNvPr id="28" name="dimension-body-6">
              <a:extLst xmlns:a="http://schemas.openxmlformats.org/drawingml/2006/main">
                <a:ext uri="{FF2B5EF4-FFF2-40B4-BE49-F238E27FC236}">
                  <a16:creationId xmlns:a16="http://schemas.microsoft.com/office/drawing/2014/main" id="{30BC47CF-ADF8-41B1-A7CD-EE54CCAF5B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47900" y="67341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prompts, policies, tools, reflection</a:t>
              </a:r>
            </a:p>
          </p:txBody>
        </p:sp>
        <p:sp>
          <p:nvSpPr>
            <p:cNvPr id="29" name="dimension-link-6">
              <a:extLst xmlns:a="http://schemas.openxmlformats.org/drawingml/2006/main">
                <a:ext uri="{FF2B5EF4-FFF2-40B4-BE49-F238E27FC236}">
                  <a16:creationId xmlns:a16="http://schemas.microsoft.com/office/drawing/2014/main" id="{A07CB965-0FD2-4529-A59A-CD0B64E85F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5410200" y="3838575"/>
              <a:ext cx="161925" cy="2828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5" name="group-dimension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0" name="dimension-7">
              <a:extLst xmlns:a="http://schemas.openxmlformats.org/drawingml/2006/main">
                <a:ext uri="{FF2B5EF4-FFF2-40B4-BE49-F238E27FC236}">
                  <a16:creationId xmlns:a16="http://schemas.microsoft.com/office/drawing/2014/main" id="{29D5FD9C-23C7-43D7-BB59-E04E4B24CC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61912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1" name="dimension-title-7">
              <a:extLst xmlns:a="http://schemas.openxmlformats.org/drawingml/2006/main">
                <a:ext uri="{FF2B5EF4-FFF2-40B4-BE49-F238E27FC236}">
                  <a16:creationId xmlns:a16="http://schemas.microsoft.com/office/drawing/2014/main" id="{528F0DC3-E2C7-4E59-8789-C0865E35B6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63627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Coordination and Scaling</a:t>
              </a:r>
            </a:p>
          </p:txBody>
        </p:sp>
        <p:sp>
          <p:nvSpPr>
            <p:cNvPr id="32" name="dimension-body-7">
              <a:extLst xmlns:a="http://schemas.openxmlformats.org/drawingml/2006/main">
                <a:ext uri="{FF2B5EF4-FFF2-40B4-BE49-F238E27FC236}">
                  <a16:creationId xmlns:a16="http://schemas.microsoft.com/office/drawing/2014/main" id="{1AE29A29-85B6-4096-9BE1-4AD10A16CB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67341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roles, delegation, shared state</a:t>
              </a:r>
            </a:p>
          </p:txBody>
        </p:sp>
        <p:sp>
          <p:nvSpPr>
            <p:cNvPr id="33" name="dimension-link-7">
              <a:extLst xmlns:a="http://schemas.openxmlformats.org/drawingml/2006/main">
                <a:ext uri="{FF2B5EF4-FFF2-40B4-BE49-F238E27FC236}">
                  <a16:creationId xmlns:a16="http://schemas.microsoft.com/office/drawing/2014/main" id="{3BDA87B4-75C1-4A36-AB6A-1D8F9085A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1">
              <a:off x="9667875" y="3838575"/>
              <a:ext cx="161925" cy="2828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406272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2026-10-02T08:10:32.2490000Z</dcterms:created>
  <dcterms:modified xsi:type="dcterms:W3CDTF">2026-10-02T08:10:32.2490000Z</dcterms:modified>
</coreProperties>
</file>