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60" r:id="R8ec8b509105442b4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5.xml" Id="R8ec8b509105442b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bf35bf211019463e"/><Relationship Type="http://schemas.openxmlformats.org/officeDocument/2006/relationships/notesMaster" Target="/ppt/notesMasters/notesMaster1.xml" Id="R0746af58566c474b"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3833d0de3634845"/><Relationship Type="http://schemas.openxmlformats.org/officeDocument/2006/relationships/image" Target="/ppt/media/image7.png" Id="R843ed17d7b7e41df"/><Relationship Type="http://schemas.openxmlformats.org/officeDocument/2006/relationships/image" Target="/ppt/media/image8.png" Id="R132be69d97c3476a"/><Relationship Type="http://schemas.openxmlformats.org/officeDocument/2006/relationships/image" Target="/ppt/media/image9.png" Id="R3184e6d167a54a79"/><Relationship Type="http://schemas.openxmlformats.org/officeDocument/2006/relationships/image" Target="/ppt/media/image10.png" Id="R54561db6dbfb45c3"/><Relationship Type="http://schemas.openxmlformats.org/officeDocument/2006/relationships/image" Target="/ppt/media/image11.png" Id="Ra46b0078b3764c5a"/><Relationship Type="http://schemas.openxmlformats.org/officeDocument/2006/relationships/image" Target="/ppt/media/image12.png" Id="Rccd1ea46c26d4492"/><Relationship Type="http://schemas.openxmlformats.org/officeDocument/2006/relationships/image" Target="/ppt/media/image13.png" Id="R93f55ff11b0e4415"/><Relationship Type="http://schemas.openxmlformats.org/officeDocument/2006/relationships/image" Target="/ppt/media/image14.png" Id="R0d3acbb160f24d14"/><Relationship Type="http://schemas.openxmlformats.org/officeDocument/2006/relationships/notesSlide" Target="/ppt/notesSlides/notesSlide5.xml" Id="Rbbb2f260d5b1476a"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2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23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24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25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26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27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28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29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150000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input</a:t>
              </a:r>
              <a:endParaRPr sz="2300"/>
            </a:p>
          </p:txBody>
        </p:sp>
        <p:sp>
          <p:nvSpPr>
            <p:cNvPr id="30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3150000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6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prediction</a:t>
              </a:r>
              <a:endParaRPr sz="1160"/>
            </a:p>
          </p:txBody>
        </p:sp>
        <p:sp>
          <p:nvSpPr>
            <p:cNvPr id="31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2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</a:t>
              </a:r>
              <a:endParaRPr sz="2200"/>
            </a:p>
          </p:txBody>
        </p:sp>
        <p:sp>
          <p:nvSpPr>
            <p:cNvPr id="33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future horizon</a:t>
              </a:r>
              <a:endParaRPr sz="1700"/>
            </a:p>
          </p:txBody>
        </p:sp>
        <p:sp>
          <p:nvSpPr>
            <p:cNvPr id="34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35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36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37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38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700000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transform</a:t>
              </a:r>
              <a:endParaRPr sz="2300"/>
            </a:p>
          </p:txBody>
        </p:sp>
        <p:sp>
          <p:nvSpPr>
            <p:cNvPr id="39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training views</a:t>
              </a:r>
              <a:endParaRPr sz="2200"/>
            </a:p>
          </p:txBody>
        </p:sp>
        <p:sp>
          <p:nvSpPr>
            <p:cNvPr id="40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2300"/>
            </a:p>
          </p:txBody>
        </p:sp>
        <p:sp>
          <p:nvSpPr>
            <p:cNvPr id="41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700000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evidence</a:t>
              </a:r>
              <a:endParaRPr sz="2300"/>
            </a:p>
          </p:txBody>
        </p:sp>
        <p:sp>
          <p:nvSpPr>
            <p:cNvPr id="42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diagnosis</a:t>
              </a:r>
              <a:endParaRPr sz="2200"/>
            </a:p>
          </p:txBody>
        </p:sp>
        <p:sp>
          <p:nvSpPr>
            <p:cNvPr id="43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70000" y="7048421"/>
              <a:ext cx="2600000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event interval</a:t>
              </a:r>
              <a:endParaRPr sz="2300"/>
            </a:p>
          </p:txBody>
        </p:sp>
        <p:sp>
          <p:nvSpPr>
            <p:cNvPr id="44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3150000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risk</a:t>
              </a:r>
              <a:endParaRPr sz="2300"/>
            </a:p>
          </p:txBody>
        </p:sp>
        <p:sp>
          <p:nvSpPr>
            <p:cNvPr id="45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3150000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46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selected action</a:t>
              </a:r>
              <a:endParaRPr sz="2000"/>
            </a:p>
          </p:txBody>
        </p:sp>
        <p:sp>
          <p:nvSpPr>
            <p:cNvPr id="47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outcome feedback</a:t>
              </a:r>
              <a:endParaRPr sz="1160"/>
            </a:p>
          </p:txBody>
        </p:sp>
        <p:sp>
          <p:nvSpPr>
            <p:cNvPr id="48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review</a:t>
              </a:r>
              <a:endParaRPr sz="1700"/>
            </a:p>
          </p:txBody>
        </p:sp>
        <p:sp>
          <p:nvSpPr>
            <p:cNvPr id="49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review</a:t>
              </a:r>
              <a:endParaRPr sz="1700"/>
            </a:p>
          </p:txBody>
        </p:sp>
        <p:sp>
          <p:nvSpPr>
            <p:cNvPr id="50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forecast</a:t>
              </a:r>
              <a:endParaRPr sz="2000"/>
            </a:p>
          </p:txBody>
        </p:sp>
        <p:sp>
          <p:nvSpPr>
            <p:cNvPr id="51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validate</a:t>
              </a:r>
              <a:endParaRPr sz="1700"/>
            </a:p>
          </p:txBody>
        </p:sp>
        <p:sp>
          <p:nvSpPr>
            <p:cNvPr id="52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53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4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5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6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7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8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9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0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cxnSp>
          <p:nvCxn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4BC60A2B-26B1-4AF4-919E-170D9EB93BDB}"/>
                </a:ext>
              </a:extLst>
            </p:cNvPr>
            <p:cNvCxnSpPr>
              <a:stCxn xmlns:a="http://schemas.openxmlformats.org/drawingml/2006/main" id="107" idx="3"/>
              <a:endCxn xmlns:a="http://schemas.openxmlformats.org/drawingml/2006/main" id="109" idx="1"/>
            </p:cNvCxnSpPr>
            <p:nvPr/>
          </p:nvCxnSpPr>
          <p:spPr>
            <a:xfrm xmlns:a="http://schemas.openxmlformats.org/drawingml/2006/main">
              <a:off x="12782550" y="2333625"/>
              <a:ext cx="647700" cy="442913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6E65A0"/>
              </a:solidFill>
              <a:headEnd type="none" w="med" len="med"/>
            </a:ln>
          </p:spPr>
        </p:cxnSp>
        <p:cxnSp>
          <p:nvCxn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B03ABC04-EF60-47FC-8F8B-EDE2B31339F0}"/>
                </a:ext>
              </a:extLst>
            </p:cNvPr>
            <p:cNvCxnSpPr>
              <a:stCxn xmlns:a="http://schemas.openxmlformats.org/drawingml/2006/main" id="107" idx="3"/>
              <a:endCxn xmlns:a="http://schemas.openxmlformats.org/drawingml/2006/main" id="108" idx="1"/>
            </p:cNvCxnSpPr>
            <p:nvPr/>
          </p:nvCxnSpPr>
          <p:spPr>
            <a:xfrm xmlns:a="http://schemas.openxmlformats.org/drawingml/2006/main" flipV="1">
              <a:off x="12782550" y="2147888"/>
              <a:ext cx="647700" cy="185738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6E65A0"/>
              </a:solidFill>
              <a:headEnd type="none" w="med" len="med"/>
            </a:ln>
          </p:spPr>
        </p:cxnSp>
        <p:sp>
          <p:nvSpPr>
            <p:cNvPr id="63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B4FD6AB2-0AC6-4C2D-BC74-4341ADF322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09875" y="2143125"/>
              <a:ext cx="95" cy="762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64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45E6F77F-A755-4166-8E8D-4E89A79C60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09875" y="2905125"/>
              <a:ext cx="1666875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65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2873F1F8-A440-4716-8A92-505374BA3A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809875" y="2600325"/>
              <a:ext cx="238125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6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D354883A-3068-4021-AA9C-CD43ED82B7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048000" y="2600325"/>
              <a:ext cx="238125" cy="1143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7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51C93D15-480F-4DE2-8253-8FE2D63029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286125" y="2638425"/>
              <a:ext cx="238125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8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3786C98A-6566-41E6-9605-5E8D8CA968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24250" y="2524125"/>
              <a:ext cx="238125" cy="1143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9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8313D765-F0A6-4F75-9A4A-24A565704B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762375" y="2524125"/>
              <a:ext cx="238125" cy="38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70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7CDDCA5E-8BFA-466D-A2F9-283F635269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000500" y="2409825"/>
              <a:ext cx="238125" cy="152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71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30FD24E8-06B3-4628-9C17-800497EAA6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238625" y="2409825"/>
              <a:ext cx="238125" cy="38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72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7282CA0C-25D7-4790-83F7-04E7B4F69D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476750" y="2143125"/>
              <a:ext cx="95" cy="762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949494"/>
              </a:solidFill>
            </a:ln>
          </p:spPr>
        </p:sp>
        <p:sp>
          <p:nvSpPr>
            <p:cNvPr id="73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E46F6D56-0AF0-4282-96DD-15107CEDCF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476750" y="2295525"/>
              <a:ext cx="142875" cy="152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C79138"/>
              </a:solidFill>
            </a:ln>
          </p:spPr>
        </p:sp>
        <p:sp>
          <p:nvSpPr>
            <p:cNvPr id="74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4FB0308B-56CC-4F0C-A5B5-D3FBC8FC27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619625" y="2295525"/>
              <a:ext cx="142875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C79138"/>
              </a:solidFill>
            </a:ln>
          </p:spPr>
        </p:sp>
        <p:sp>
          <p:nvSpPr>
            <p:cNvPr id="75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23B2BDED-E01E-4815-AFFD-E521256B09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953125" y="2331244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6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B34FC5F4-803E-4385-A601-FF9728E80F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70839" y="2181225"/>
              <a:ext cx="217714" cy="15001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7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E1B71BC-73E1-4201-8E9B-D8577A259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8554" y="2181225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8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E35E525-4C8C-49F6-8721-688DEB94F7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606268" y="2231231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9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DD67B9D0-B68D-4A3B-8A10-8BB2C299CD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823982" y="2314575"/>
              <a:ext cx="217714" cy="333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0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6BDB605C-3831-48A9-9DEA-83C25F4543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041696" y="2197894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1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20ED5DD-394D-4F6D-BE1B-F76FD7C4C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259411" y="2197894"/>
              <a:ext cx="217714" cy="666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2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F7B829A9-D799-4492-B5CE-A779E3E333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953125" y="2569369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3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56FACFC8-7134-477A-A038-A627B03664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70839" y="2419350"/>
              <a:ext cx="217714" cy="15001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4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6AD172A3-B015-4CB2-8941-164114079F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8554" y="2419350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5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E51F2109-ECAE-423E-9882-86DB7261E5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606268" y="2469356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6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7861BE26-E59F-4801-9EE0-631D29FCB5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823982" y="2552700"/>
              <a:ext cx="217714" cy="333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7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F6B7251B-21EE-4264-8EB6-DA6E1A2794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041696" y="2436019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8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8D9E4B2C-2031-4C80-86C5-6C93F5DBF1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259411" y="2436019"/>
              <a:ext cx="217714" cy="666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9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56C6E68A-C130-4BDE-9735-EE33F1C1DB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953125" y="2807494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0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7E9C3792-C4D8-4DA6-B57B-7BF621556B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70839" y="2657475"/>
              <a:ext cx="217714" cy="15001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1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8C2ACB5A-4DCC-4DD9-B51E-BFF50A196C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8554" y="2657475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2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D3AEE8F0-0A18-482D-A646-7E5D7FC346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606268" y="2707481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3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4F1616D-1592-4F94-A93C-929CFD22B9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823982" y="2790825"/>
              <a:ext cx="217714" cy="333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4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AB4D628D-77E9-45C8-9219-D475BA9AC4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041696" y="2674144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5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EB59B12E-2709-48CE-AA89-8338F298A4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259411" y="2674144"/>
              <a:ext cx="217714" cy="666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6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314E43CB-E92D-4FF7-B23F-D49EB01A90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0" y="2095500"/>
              <a:ext cx="361950" cy="8763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BFBD"/>
            </a:solidFill>
            <a:ln xmlns:a="http://schemas.openxmlformats.org/drawingml/2006/main" w="19050">
              <a:noFill/>
            </a:ln>
          </p:spPr>
        </p:sp>
        <p:sp>
          <p:nvSpPr>
            <p:cNvPr id="97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A4125F42-B0CE-4F2B-AE23-37110F8A6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048750" y="2143125"/>
              <a:ext cx="95" cy="762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98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AFB5DB4B-6820-48AA-B37C-5D8DAD843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048750" y="2905125"/>
              <a:ext cx="1762125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99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2386E5B2-4400-4F1A-91EE-A8D0DE56A5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48750" y="2638425"/>
              <a:ext cx="220266" cy="38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0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0EDA2729-1E4F-4547-9B21-CF36469DE8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269016" y="2638425"/>
              <a:ext cx="220266" cy="228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1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ABB2C6AD-F98B-4EC8-93E0-7504B27FC2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89281" y="2630805"/>
              <a:ext cx="220266" cy="3048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2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CC2B877C-1FE7-487F-A309-2B7F0D8D84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709547" y="2196465"/>
              <a:ext cx="220266" cy="4343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3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957975A7-94BD-4ED1-969D-00DD599DD2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929813" y="2196465"/>
              <a:ext cx="220266" cy="4724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4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1C4C75BC-3F00-4E44-8CE0-E9C2DAB28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150078" y="2668905"/>
              <a:ext cx="220266" cy="228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5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16F25ACA-821E-43BA-A6A8-1AD65C01BB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370344" y="2646045"/>
              <a:ext cx="220266" cy="4572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6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43E2414E-B16D-4188-8AFD-37F12548BD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590609" y="2646045"/>
              <a:ext cx="220266" cy="3048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7" name="decision-input">
              <a:extLst xmlns:a="http://schemas.openxmlformats.org/drawingml/2006/main">
                <a:ext uri="{FF2B5EF4-FFF2-40B4-BE49-F238E27FC236}">
                  <a16:creationId xmlns:a16="http://schemas.microsoft.com/office/drawing/2014/main" id="{C42D30E3-5550-4C95-ACA9-115C023A8C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92000" y="2143125"/>
              <a:ext cx="590550" cy="381000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6E65A0"/>
              </a:solidFill>
            </a:ln>
          </p:spPr>
          <p:txBody>
            <a:bodyPr xmlns:a="http://schemas.openxmlformats.org/drawingml/2006/main" lIns="9525" tIns="9525" rIns="9525" bIns="9525"/>
            <a:lstStyle xmlns:a="http://schemas.openxmlformats.org/drawingml/2006/main">
              <a:defPPr algn="ctr">
                <a:defRPr sz="1125">
                  <a:solidFill>
                    <a:srgbClr val="302850"/>
                  </a:solidFill>
                </a:defRPr>
              </a:defPPr>
            </a:lstStyle>
            <a:p xmlns:a="http://schemas.openxmlformats.org/drawingml/2006/main">
              <a:pPr algn="ctr">
                <a:defRPr sz="1125">
                  <a:solidFill>
                    <a:srgbClr val="302850"/>
                  </a:solidFill>
                </a:defRPr>
              </a:pPr>
              <a:r>
                <a:rPr sz="1125">
                  <a:solidFill>
                    <a:srgbClr val="302850"/>
                  </a:solidFill>
                </a:rPr>
                <a:t>state</a:t>
              </a:r>
            </a:p>
          </p:txBody>
        </p:sp>
        <p:sp>
          <p:nvSpPr>
            <p:cNvPr id="108" name="decision-input">
              <a:extLst xmlns:a="http://schemas.openxmlformats.org/drawingml/2006/main">
                <a:ext uri="{FF2B5EF4-FFF2-40B4-BE49-F238E27FC236}">
                  <a16:creationId xmlns:a16="http://schemas.microsoft.com/office/drawing/2014/main" id="{10E8AEA5-D233-4A90-BBB4-0A0E91DDC0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30250" y="1981200"/>
              <a:ext cx="5905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6E65A0"/>
              </a:solidFill>
            </a:ln>
          </p:spPr>
          <p:txBody>
            <a:bodyPr xmlns:a="http://schemas.openxmlformats.org/drawingml/2006/main" lIns="9525" tIns="9525" rIns="9525" bIns="9525"/>
            <a:lstStyle xmlns:a="http://schemas.openxmlformats.org/drawingml/2006/main">
              <a:defPPr algn="ctr">
                <a:defRPr sz="1125">
                  <a:solidFill>
                    <a:srgbClr val="302850"/>
                  </a:solidFill>
                </a:defRPr>
              </a:defPPr>
            </a:lstStyle>
            <a:p xmlns:a="http://schemas.openxmlformats.org/drawingml/2006/main">
              <a:pPr algn="ctr">
                <a:defRPr sz="1125">
                  <a:solidFill>
                    <a:srgbClr val="302850"/>
                  </a:solidFill>
                </a:defRPr>
              </a:pPr>
              <a:r>
                <a:rPr sz="1050">
                  <a:solidFill>
                    <a:srgbClr val="302850"/>
                  </a:solidFill>
                </a:rPr>
                <a:t>action A</a:t>
              </a:r>
            </a:p>
          </p:txBody>
        </p:sp>
        <p:sp>
          <p:nvSpPr>
            <p:cNvPr id="109" name="decision-input">
              <a:extLst xmlns:a="http://schemas.openxmlformats.org/drawingml/2006/main">
                <a:ext uri="{FF2B5EF4-FFF2-40B4-BE49-F238E27FC236}">
                  <a16:creationId xmlns:a16="http://schemas.microsoft.com/office/drawing/2014/main" id="{F5CF1C6F-3E8A-4C17-8A6F-7A8C2B7FE2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30250" y="2609850"/>
              <a:ext cx="5905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D8D1E9"/>
            </a:solidFill>
            <a:ln xmlns:a="http://schemas.openxmlformats.org/drawingml/2006/main" w="19050">
              <a:solidFill>
                <a:srgbClr val="6E65A0"/>
              </a:solidFill>
            </a:ln>
          </p:spPr>
          <p:txBody>
            <a:bodyPr xmlns:a="http://schemas.openxmlformats.org/drawingml/2006/main" lIns="9525" tIns="9525" rIns="9525" bIns="9525"/>
            <a:lstStyle xmlns:a="http://schemas.openxmlformats.org/drawingml/2006/main">
              <a:defPPr algn="ctr">
                <a:defRPr sz="1125">
                  <a:solidFill>
                    <a:srgbClr val="302850"/>
                  </a:solidFill>
                </a:defRPr>
              </a:defPPr>
            </a:lstStyle>
            <a:p xmlns:a="http://schemas.openxmlformats.org/drawingml/2006/main">
              <a:pPr algn="ctr">
                <a:defRPr sz="1125">
                  <a:solidFill>
                    <a:srgbClr val="302850"/>
                  </a:solidFill>
                </a:defRPr>
              </a:pPr>
              <a:r>
                <a:rPr sz="1050">
                  <a:solidFill>
                    <a:srgbClr val="302850"/>
                  </a:solidFill>
                </a:rPr>
                <a:t>action B</a:t>
              </a:r>
            </a:p>
          </p:txBody>
        </p:sp>
        <p:sp>
          <p:nvSpPr>
            <p:cNvPr id="110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98025D42-C0C0-4A75-9D84-EF656F93B9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57500" y="6296025"/>
              <a:ext cx="95" cy="571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11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C78A74AA-A2CF-487E-9FFA-853D9841AE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57500" y="6867525"/>
              <a:ext cx="1714500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12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7D2BF5FE-34D6-41AD-9BFB-95D1372BB1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857500" y="6684645"/>
              <a:ext cx="244929" cy="57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3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7CCCBB98-670C-4C65-8A27-F3235FD540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02429" y="6593205"/>
              <a:ext cx="244929" cy="914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4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4BF4AD4A-A158-4CFC-9B6E-49236455B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347357" y="6593205"/>
              <a:ext cx="244929" cy="285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5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56575FB9-04BF-437A-9B93-B14BBCF069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92286" y="6513195"/>
              <a:ext cx="244929" cy="10858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6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64AB02E7-2360-4A30-9B98-65AD647142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837214" y="6467475"/>
              <a:ext cx="244929" cy="4572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7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B8FAB61B-939D-4CBB-B728-C3225C6255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082143" y="6467475"/>
              <a:ext cx="244929" cy="285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8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1173B59A-F2EF-49C5-921B-3CB607677E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327071" y="6393180"/>
              <a:ext cx="244929" cy="10287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9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8D3C7AA8-2E3B-4F6A-98BC-B05DDCFC12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00750" y="6391275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0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0EB7F50-CE09-4510-A670-5BAB765F05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91250" y="6319838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1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63F83D01-13A2-4913-A76B-5FC9A24213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1750" y="6319838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2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6498977C-20C7-46F2-8334-E138C88B0F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572250" y="6343650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3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2E9BABBC-AAD8-45FD-A590-79F57A2F7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762750" y="6367463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4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CE68C995-1DC5-4214-B4F0-3C0D4318A4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53250" y="6296025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5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908D539D-2C68-4BC3-A0E4-45BDCDD7A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143750" y="6296025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6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7EA97E5B-C3C4-4BF4-890F-B4EDFD4D33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00750" y="6591300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7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7BE21651-276D-45BC-A703-20CC7D15F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91250" y="6519863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8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86214577-5CBE-4B40-B676-638C641A27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1750" y="6519863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9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106F7CB0-75AC-41D5-896E-5AFB6D6CDE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572250" y="6543675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0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AEAF657-7AA5-4A47-BED0-6F81DA7CBE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762750" y="6567488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1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252CE65-D5E8-49A0-B2E1-CD86A736BF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53250" y="6496050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2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E11343DB-1A32-454A-98E5-F33DBFBA12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143750" y="6496050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3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410787A-A4A3-466A-94CA-EF0D7BBFF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00750" y="6791325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4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87AD1851-FBA1-4799-88C7-EE9BB865D8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91250" y="6719888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5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2D0B949F-E5C1-4267-B733-923F609CFF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1750" y="6719888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6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F499FE74-0C66-4F85-9264-6163C138BD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572250" y="6743700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7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E9F694FB-482B-49E8-9AB1-7BC8F83314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762750" y="6767513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8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CCAB66BA-611F-42A3-8927-DC4B061A4F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53250" y="6696075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9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F58B963F-2421-4FC2-B796-8B11DB2DE5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143750" y="6696075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40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54BE89CA-CE69-40B4-9553-D2CD63FC2C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6238875"/>
              <a:ext cx="342900" cy="619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BFBD"/>
            </a:solidFill>
            <a:ln xmlns:a="http://schemas.openxmlformats.org/drawingml/2006/main" w="19050">
              <a:noFill/>
            </a:ln>
          </p:spPr>
        </p:sp>
        <p:sp>
          <p:nvSpPr>
            <p:cNvPr id="141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C6F85EC7-85C2-4DB9-ABEE-ECB249661B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172575" y="6238875"/>
              <a:ext cx="95" cy="619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42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F0090B22-05BD-432D-A857-0B2C171B91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172575" y="6858000"/>
              <a:ext cx="1476375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43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D8EFBBD2-C108-495D-B7BA-4E9A9D19D1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172575" y="6659880"/>
              <a:ext cx="246063" cy="1238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4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56BBE4D2-5BF8-4043-9808-9A72A5EF2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418638" y="6659880"/>
              <a:ext cx="246062" cy="2476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5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2355E832-E103-4142-871E-DC59A69195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664700" y="6300788"/>
              <a:ext cx="246063" cy="3838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6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6D56C7A7-3D95-499D-825B-AA1890D707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910763" y="6300788"/>
              <a:ext cx="246062" cy="3714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7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5E2D6D17-3C03-4773-A197-C75A642D7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156825" y="6641306"/>
              <a:ext cx="246063" cy="3095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8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4838E51B-B00B-4AF6-BFBA-B86BB1E85B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402888" y="6641306"/>
              <a:ext cx="246062" cy="2476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9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AF0C6682-AAED-43E8-B475-1B1D0DD76D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652462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C1DE"/>
            </a:solidFill>
            <a:ln xmlns:a="http://schemas.openxmlformats.org/drawingml/2006/main" w="19050">
              <a:solidFill>
                <a:srgbClr val="6E65A0"/>
              </a:solidFill>
            </a:ln>
          </p:spPr>
        </p:sp>
        <p:sp>
          <p:nvSpPr>
            <p:cNvPr id="150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79128A21-4B44-4858-91A6-70C5F855D3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30175" y="6229350"/>
              <a:ext cx="2381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E65A0"/>
            </a:solidFill>
            <a:ln xmlns:a="http://schemas.openxmlformats.org/drawingml/2006/main" w="19050">
              <a:solidFill>
                <a:srgbClr val="6E65A0"/>
              </a:solidFill>
            </a:ln>
          </p:spPr>
        </p:sp>
        <p:sp>
          <p:nvSpPr>
            <p:cNvPr id="151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FCA28951-5D2D-4C6D-91F6-38E2CBC140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06425" y="6381750"/>
              <a:ext cx="238125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C1DE"/>
            </a:solidFill>
            <a:ln xmlns:a="http://schemas.openxmlformats.org/drawingml/2006/main" w="19050">
              <a:solidFill>
                <a:srgbClr val="6E65A0"/>
              </a:solidFill>
            </a:ln>
          </p:spPr>
        </p:sp>
        <p:sp>
          <p:nvSpPr>
            <p:cNvPr id="152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DD86A683-7269-444C-BA13-265AC72E3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2268200" y="6781800"/>
              <a:ext cx="1485900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6E65A0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