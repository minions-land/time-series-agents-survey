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ccac449f54ed3" /><Relationship Type="http://schemas.openxmlformats.org/officeDocument/2006/relationships/extended-properties" Target="/docProps/app.xml" Id="Ra16d6801a5a2405d" /><Relationship Type="http://schemas.openxmlformats.org/officeDocument/2006/relationships/officeDocument" Target="/ppt/presentation.xml" Id="R2cc71b314a5d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1d71eac0e8402b"/>
  </p:sldMasterIdLst>
  <p:notesMasterIdLst>
    <p:notesMasterId xmlns:r="http://schemas.openxmlformats.org/officeDocument/2006/relationships" r:id="Rb458a4d1723c4863"/>
  </p:notesMasterIdLst>
  <p:sldIdLst>
    <p:sldId xmlns:r="http://schemas.openxmlformats.org/officeDocument/2006/relationships" id="256" r:id="R6e2d3b5f5afe47c2"/>
    <p:sldId xmlns:r="http://schemas.openxmlformats.org/officeDocument/2006/relationships" id="257" r:id="R9bdb0b2d11954c84"/>
    <p:sldId xmlns:r="http://schemas.openxmlformats.org/officeDocument/2006/relationships" id="258" r:id="R6cdc42fd2f3349cf"/>
    <p:sldId xmlns:r="http://schemas.openxmlformats.org/officeDocument/2006/relationships" id="259" r:id="Rd59f0358dd8c4124"/>
    <p:sldId xmlns:r="http://schemas.openxmlformats.org/officeDocument/2006/relationships" id="260" r:id="R41d95bd8c20544ed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bcb2f90cd4373" /><Relationship Type="http://schemas.openxmlformats.org/officeDocument/2006/relationships/slideMaster" Target="/ppt/slideMasters/slideMaster1.xml" Id="R441d71eac0e8402b" /><Relationship Type="http://schemas.openxmlformats.org/officeDocument/2006/relationships/notesMaster" Target="/ppt/notesMasters/notesMaster1.xml" Id="Rb458a4d1723c4863" /><Relationship Type="http://schemas.openxmlformats.org/officeDocument/2006/relationships/presProps" Target="/ppt/presProps.xml" Id="R9c0e93f2d29c4492" /><Relationship Type="http://schemas.openxmlformats.org/officeDocument/2006/relationships/tableStyles" Target="/ppt/tableStyles.xml" Id="R79f1134bc2f54ec4" /><Relationship Type="http://schemas.openxmlformats.org/officeDocument/2006/relationships/slide" Target="/ppt/slides/slide1.xml" Id="R6e2d3b5f5afe47c2" /><Relationship Type="http://schemas.openxmlformats.org/officeDocument/2006/relationships/slide" Target="/ppt/slides/slide2.xml" Id="R9bdb0b2d11954c84" /><Relationship Type="http://schemas.openxmlformats.org/officeDocument/2006/relationships/slide" Target="/ppt/slides/slide3.xml" Id="R6cdc42fd2f3349cf" /><Relationship Type="http://schemas.openxmlformats.org/officeDocument/2006/relationships/slide" Target="/ppt/slides/slide4.xml" Id="Rd59f0358dd8c4124" /><Relationship Type="http://schemas.openxmlformats.org/officeDocument/2006/relationships/slide" Target="/ppt/slides/slide5.xml" Id="R41d95bd8c205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4ec4781c049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249481be6a4b21" /><Relationship Type="http://schemas.openxmlformats.org/officeDocument/2006/relationships/notesMaster" Target="/ppt/notesMasters/notesMaster1.xml" Id="R3a0b6b25f33e46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d558f9b6c4e2c" /><Relationship Type="http://schemas.openxmlformats.org/officeDocument/2006/relationships/notesMaster" Target="/ppt/notesMasters/notesMaster1.xml" Id="R02ea37ef672b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b3063021ea44dd" /><Relationship Type="http://schemas.openxmlformats.org/officeDocument/2006/relationships/notesMaster" Target="/ppt/notesMasters/notesMaster1.xml" Id="R7b3ed0e7847741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f569ded068446a" /><Relationship Type="http://schemas.openxmlformats.org/officeDocument/2006/relationships/notesMaster" Target="/ppt/notesMasters/notesMaster1.xml" Id="R559aac65e90f46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dad09bc8584d86" /><Relationship Type="http://schemas.openxmlformats.org/officeDocument/2006/relationships/notesMaster" Target="/ppt/notesMasters/notesMaster1.xml" Id="R600114a5d3764d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06ec7bc0842b3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f76ea3a2924088" /><Relationship Type="http://schemas.openxmlformats.org/officeDocument/2006/relationships/slideLayout" Target="/ppt/slideLayouts/slideLayout1.xml" Id="R0aba03972583492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a039725834926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1cada43804284" /><Relationship Type="http://schemas.openxmlformats.org/officeDocument/2006/relationships/image" Target="/ppt/media/image.png" Id="R4c2c7bfae9004a6f" /><Relationship Type="http://schemas.openxmlformats.org/officeDocument/2006/relationships/image" Target="/ppt/media/image2.png" Id="R52d62d10e36e4681" /><Relationship Type="http://schemas.openxmlformats.org/officeDocument/2006/relationships/image" Target="/ppt/media/image3.png" Id="Rbdba982d33394eac" /><Relationship Type="http://schemas.openxmlformats.org/officeDocument/2006/relationships/image" Target="/ppt/media/image4.png" Id="Rb94d9550f4c64b30" /><Relationship Type="http://schemas.openxmlformats.org/officeDocument/2006/relationships/image" Target="/ppt/media/image5.png" Id="Reef294d7e7fb4603" /><Relationship Type="http://schemas.openxmlformats.org/officeDocument/2006/relationships/image" Target="/ppt/media/image6.png" Id="R3edf6a65e1924386" /><Relationship Type="http://schemas.openxmlformats.org/officeDocument/2006/relationships/notesSlide" Target="/ppt/notesSlides/notesSlide1.xml" Id="R256f696f2116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affd612914a7e" /><Relationship Type="http://schemas.openxmlformats.org/officeDocument/2006/relationships/notesSlide" Target="/ppt/notesSlides/notesSlide2.xml" Id="R632885f5bd7a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67dd935dd4b9d" /><Relationship Type="http://schemas.openxmlformats.org/officeDocument/2006/relationships/image" Target="/ppt/media/image7.png" Id="R30145d666f30461a" /><Relationship Type="http://schemas.openxmlformats.org/officeDocument/2006/relationships/notesSlide" Target="/ppt/notesSlides/notesSlide3.xml" Id="Rdfc28a26635d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ca1913f004e33" /><Relationship Type="http://schemas.openxmlformats.org/officeDocument/2006/relationships/notesSlide" Target="/ppt/notesSlides/notesSlide4.xml" Id="R0b42f97d02e04c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569ed0ccc455c" /><Relationship Type="http://schemas.openxmlformats.org/officeDocument/2006/relationships/image" Target="/ppt/media/image8.png" Id="R796556b3c69b4bbf" /><Relationship Type="http://schemas.openxmlformats.org/officeDocument/2006/relationships/image" Target="/ppt/media/image9.png" Id="Rc2c845135a2b402a" /><Relationship Type="http://schemas.openxmlformats.org/officeDocument/2006/relationships/image" Target="/ppt/media/image10.png" Id="Ra82a7b55b681455f" /><Relationship Type="http://schemas.openxmlformats.org/officeDocument/2006/relationships/image" Target="/ppt/media/image11.png" Id="Rf4d2166e19874ccf" /><Relationship Type="http://schemas.openxmlformats.org/officeDocument/2006/relationships/image" Target="/ppt/media/image12.png" Id="Rf4d2356ec3d344df" /><Relationship Type="http://schemas.openxmlformats.org/officeDocument/2006/relationships/image" Target="/ppt/media/image13.png" Id="R45288b168d3d4528" /><Relationship Type="http://schemas.openxmlformats.org/officeDocument/2006/relationships/image" Target="/ppt/media/image14.png" Id="Rcd6e0993b5084271" /><Relationship Type="http://schemas.openxmlformats.org/officeDocument/2006/relationships/image" Target="/ppt/media/image15.png" Id="R42d5d5bdaf6c42cb" /><Relationship Type="http://schemas.openxmlformats.org/officeDocument/2006/relationships/notesSlide" Target="/ppt/notesSlides/notesSlide5.xml" Id="R9a5245b46449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5085B59D-37AD-42FF-99A0-9EBD23F4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CE057453-7A0A-408D-B009-20DFECAC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22D2BD53-E7D6-4AFD-B6FF-0D0DE7D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5E989D8D-B91A-4217-87F5-8448249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06C2866F-0EA4-462C-B4B1-9ED19E5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0431135D-628D-4690-9294-4BBB3233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76A0A729-786E-4C52-9553-5E5DA71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7" name="moni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c7bfae900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68" name="docum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2d10e36e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69" name="checked-docum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a982d33394e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0" name="code-fil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d9550f4c64b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1" name="documen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294d7e7fb4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2" name="shield-chec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f6a65e192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7CD1D52-22B2-4D65-8D6A-42899A7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3DCB0A04-0143-4A2E-B391-9CC710E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F5B4BBD8-03A8-4FE4-8412-3B4320E0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AF33824A-49EC-490F-B5A7-9A13AF9A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F9480545-8AF7-4E87-B33A-EC7DE38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11CDB70E-4EBD-4485-9D4C-CFC3E1DF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B51145D0-4706-4E1B-8D18-938ABC3A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335C883E-9556-4B46-9A56-BBB4AD45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A000E887-CDAE-406A-BB1B-B2DBF9B7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765FEBF2-90D2-435D-B009-AD24E8B1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22147B1E-4E9C-4BF3-A34D-00E3844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21932879-76BD-468A-8AAF-D8DCAE2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BA335F8D-CBBF-4CAA-BE7F-1EA879C2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1585339-93D9-467C-91E2-0027DCB7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6ED9922-D6EA-4788-AAB5-F13B14A9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881570F5-DCBB-43D4-AE50-1FA9E99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822FD8C-8FB7-4D9E-B040-3B28B4D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FC0B2BC-E3DD-482D-B73F-F6536DF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AA7D5D7-F39F-4E0D-9B18-330C359E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9EBB40A-F894-44D7-833E-F3927AA3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A847389-6D97-4136-8C97-9BBC3AB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A6A6975-76CF-4480-B0CA-ACF8A214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53F0387-0F39-45EF-B725-A788E85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629C789-6415-4EDE-981E-2211852E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7EDF988-D644-4E72-82F0-30BCF61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EA4D5BA3-9934-4249-9A8C-27381039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B5B2ED4-15BE-4B51-AE8D-2913751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89E1D27-96FE-4FE4-BEB5-77DCE54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1CA5A4B0-DB47-4ECA-BFFB-3978FBBD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2F5822-EC32-43DD-BE49-C7A736F3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D7CA782-AAF7-4548-A042-9AED6A6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69901367-372B-4577-85F3-8A85C9D1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D483ED2-462B-47AE-90BD-184AB07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9F043234-3BFD-47B6-947A-5E9D68C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27B25C8-7DD5-4DE5-B424-8658AF35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C7220A32-2860-4735-B922-1A7DD8FA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0852FAAB-AB81-49BB-931C-2EF494F3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F22C9D0-B4C1-47B4-9318-130548E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EF6FDCB-B125-46A5-95F8-25A0FDAB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1. A module-level construction view of a Time-Series Agent. The LLM supplies language and reasoning; the General Harness provides reusable runtime mechanisms; the Time-Series Harness Module supplies temporal state, operations, grounding, and task contracts. A paper card records the claim, evidence locator, module layer, task family, and BibTeX entry.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789963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F5376176-61BC-4033-BBF9-49BDB9CB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6C2D5255-7C1B-4FD0-9CC6-C8BC310F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56552CDA-EB2C-4E9F-9006-0292AE0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30831E95-8CC6-441E-90E2-943C668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652E4CA3-F542-4ACD-B102-3D8E346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5975CD40-3938-4AB5-A35A-900F5BBB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E395FC90-0764-4041-9EAD-1B7CE64B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5F72B736-419C-4060-A960-C2DE9E14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6D188816-D010-4646-8833-E90420AB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3AB06FED-52DE-4D53-96B7-10A54BC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D227930A-C745-49CA-85D5-B099C6E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A48032E4-549E-4097-B4B5-D8EE7A8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701BB478-7500-4F1A-82E5-A3F99933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96B11120-EEA3-49FA-A54C-10490711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206FA011-306B-4935-BA36-6DC4945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885287D2-86C2-4852-9416-0D8EA8E5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BDCD1D68-8DDF-473B-8384-F890891A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EAEEBB9A-FD98-47B7-B5B5-4C7B0E05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84804716-1A7B-49CB-B824-A0B0B94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2F8AF669-77D0-4B0E-A35A-104164AE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ABDC045B-77CF-4AF5-9F0D-E150F3E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F3D7C721-0332-4E34-B55E-46D8CCC5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EB2DFD9A-A97A-4A8F-9AA5-3C82CEB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CF438EB1-AAF0-483C-8A46-DFDC2714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D77A099E-C68C-4CFB-8618-7F802C1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E5DA4340-FBB5-4458-9A0C-5F4EF6D3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5D935E6A-AFC9-49AB-9AC3-4FCB619A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2EF9845E-5EB5-4496-B092-B60341A3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B9330198-1AF2-4CB5-B831-0E5209C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C890AFB7-E0AB-448B-B24D-8961C3F0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DC92B234-6CE0-4677-BD44-114E0AD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AF783A6E-825D-4405-A21E-1803409B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B896BDE3-9799-468E-9F92-13AF881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E7C7EF53-3278-43F0-B878-D016A84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5F7E4F64-7F33-4978-9A33-153125C7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9B0297B2-506D-462A-9BA3-26E0AE1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798F8EFE-4BF3-4C72-9CC1-504849E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F93BE992-CABA-4916-ADE6-366814A7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949C36A2-0EFB-41B5-ACFE-D4D45EB5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AAECCD03-CAFF-4F92-AE55-70072FCE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55229AC1-5ED8-4E63-828D-CE86868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99D7192A-2A3C-4C4A-BF54-988EFD7D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8E3E7E7C-0DAD-4ADF-94BA-02C9342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7AD56B7E-BA7B-4D89-B8D6-CE13467D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0ECF7FFD-C150-4495-94E1-4C169AF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1C97E833-FF65-4287-A42F-D520339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7916189A-F53F-4336-B8C1-A86DF72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AE65710-F88D-4773-A092-13E47E0A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20F88363-5AA9-4AB5-8DB7-22964B1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6F493DD-F5A1-4AA4-89B0-E5BBFEB7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A963096-B6DA-4182-B03D-6CBF459B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F2A51BC4-41B7-45AB-A176-8DB31B98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EF50E8FC-F1FB-4F8A-A68B-B664A39C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44CB96EB-6F0F-4B0A-8602-2F1567D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BF6BB647-233D-4CF9-BD1E-227D21AF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280EB56D-10CA-483D-A2ED-DFF626D5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4F54647-5F6A-442D-8B83-A4B37D58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5883EDB8-90CF-4531-B8B1-541445B6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5B334166-3EA0-40B6-8367-315237C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59224211-FFDE-4221-A4BF-70DA654A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182B6114-A1EC-495F-9D55-357579F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B3599054-1675-4ABA-8FE8-CB738492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BB2164A7-DFFE-4085-845B-EBC47CA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045FDA6C-3756-4B5B-ABA2-5B89C69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20B3ECC0-F668-4FF0-84C2-EB05970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1610D7BD-2DCD-408A-8E3A-FE518E2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56D2B324-87F3-42E4-A38D-E50156A5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9D92B43C-0029-4B1E-9783-8C6074E1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AE038661-7C9C-49F6-9CB7-0252124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196799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Complex radial landscape chart body; source-faithful rasterized visual reg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45d666f30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7531" y="1329669"/>
            <a:ext cx="10460062" cy="794255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60327-F548-4CB3-8B0A-69583C0D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Contribution layers in Time-Series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39FCE-6780-4787-BE17-0A685F9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cards record module-level contributions across the LLM, Harness, temporal, task, and evaluation layers.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90096-C99C-44D3-A290-8B1753D1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LLM side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FBFDB-63B1-4023-855D-125F9794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4288">
            <a:solidFill>
              <a:srgbClr val="6D6396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A558A-DAEB-4785-A032-6B229B7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Language capability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7FBDD-4041-4816-BC73-FD345238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representation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alignment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reasoning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ChatTS lineage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4855-9A37-49DA-B3A2-04911081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639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2AD0B-94F3-41EA-A100-B499B74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LLM component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DDDD0-604B-4AD7-AA9A-3D0DDCD0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 fields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claim · evidence · BibTeX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8DAFC-8B85-469B-A6B4-21A0697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Time-Series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034FE-E238-4BA7-96A4-918538A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667500" cy="6858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94FB6-DE45-4595-A00F-382B224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General 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EF83D-5AF9-4CC9-BAE8-DF55269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tools · memory · control · planning · coordination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EF224-7B98-4CE3-9CDD-62D9E05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4667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6B9F80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6171D-1818-42C4-9238-3A8A37A8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rPr>
              <a:t>General Time-Series Harness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3913E-7EBB-430C-97D9-601309B2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state · operations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provenance ·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EB656-5BB9-4630-9EBA-BE768C3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B47B24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45DEA-F030-485C-92A6-F2C5126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rPr>
              <a:t>Task-Specific Harness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A9B02-7BC4-412F-827D-36C1D158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forecasting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augmentation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anomaly · decisions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7673E-3C09-434A-B544-271D60B9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Evaluation and ledger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1881C-A73D-498E-A370-6EEBDADE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5F73E-37AB-45F7-A01C-265AF8E0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Benchmark 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7B6D2-F86A-49F2-9273-0F29800E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813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episodes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chronology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held-out tests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reproducible traces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E079C-96F2-48CE-A52E-6068615F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B2F01-203B-4ACF-95DB-939D8C0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72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module-level</a:t>
            </a:r>
          </a:p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counts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34637-5943-4DB6-9055-32C3264C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Each paper can contribute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several modules</a:t>
            </a:r>
          </a:p>
        </p:txBody>
      </p: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19500" y="4857750"/>
            <a:ext cx="476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D6396"/>
            </a:solidFill>
            <a:prstDash val="solid"/>
            <a:headEnd type="arrow" w="sm" len="sm"/>
          </a:ln>
        </p:spPr>
      </p:cxnSp>
      <p:cxnSp>
        <p:nvCxnSpPr>
          <p:cNvPr id="73" name=""/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V="1">
            <a:off x="7429500" y="3143250"/>
            <a:ext cx="0" cy="533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V="1">
            <a:off x="7429500" y="4762500"/>
            <a:ext cx="0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75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8667750" y="4857750"/>
            <a:ext cx="2571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5F31D6-9797-4845-97FD-E93DDCB2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858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2B678F-4A7E-4010-A25B-A71E302D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029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General Harness ⊃ General Time-Series Harness ⊃ Task-Specific Harness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824C5C-00C4-4EE0-AF9A-FE9EAFF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53625"/>
            <a:ext cx="1343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12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Figure 3. The survey records contributions at the module level. The LLM side is parallel to the Harness hierarchy; temporal modules specialize the reusable runtime, and task contracts instantiate the finest layer.</a:t>
            </a:r>
          </a:p>
        </p:txBody>
      </p:sp>
    </p:spTree>
    <p:extLst>
      <p:ext uri="{BB962C8B-B14F-4D97-AF65-F5344CB8AC3E}">
        <p14:creationId xmlns:p14="http://schemas.microsoft.com/office/powerpoint/2010/main" val="1376243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CC0F70FB-8AD2-4B25-B9F1-0C3AC11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72627A8D-8390-44B2-8E90-7527F9CC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07A99E2C-2161-4B62-A084-7C55624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B5FF7B21-9CC7-4B26-BC7A-6912C01F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18EB7056-2DAC-482B-AF0E-CAFCFF56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91B7A7C3-C2C2-46B4-B379-D676CA8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0DD8BA78-E567-4FB3-8F28-2BEAFD7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2337DDFC-CA88-425F-A658-58ED49B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5FD6AFC6-245F-4E94-8960-0EB3626F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2B8578FA-E33B-406C-A4B0-21BDA03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0D72AF5A-7823-4975-94FD-42A37257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08A0CF6D-3B03-48E3-AE67-E23185B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66C3AE82-CDF6-45D4-8069-D4BA1222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EB2ADF53-DB13-4F4B-B03A-247F7E7B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B11186BD-E2A6-4545-A7D1-C5AF51C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630DC9B1-636A-4343-9F73-5F9B9325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220FB40C-86CA-4705-9839-80F1A8C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0712DEED-1A4D-4C39-BA09-300097A9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5117A1EF-DDA2-4E7D-A494-7728E8B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F9B72390-1FD0-4FE0-8F91-5FC34EEC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F414FD02-1512-459D-955D-B0AEB05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7ADB8402-F2AD-4A90-B4B8-A206102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5747F64C-56AF-444F-B5E1-AA0482A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B195450E-94E1-407C-91B8-62904CD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E7A58239-AD3F-4BB6-9890-9D431986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D7A06167-3A97-469C-A31E-94CB2D2C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DBFEFAA1-8CF8-4557-8E4E-B31E8F83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6966B108-2066-4320-B529-1D66B726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2CA2780C-322C-4D7C-B94B-CF390720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84C2D734-EBC1-428D-BEB2-5E57FA7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5E4782C8-7BAB-44A5-A9E9-097C8CA6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33C4B9E6-D0AB-4D22-A29D-6387093A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76F32006-FD1A-48CC-9813-6307AC42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EE71372B-7C19-42BB-A468-9D85908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5B284E88-6103-4D5A-8773-C5B597D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477F9166-15B9-4D42-A13E-D9C13C0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400DCEDB-AECE-4436-819A-B8BA86CC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9D5CA2DB-D058-4187-AF54-26CA61A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71F6EFDA-0503-4349-968A-31F3DC56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97CDFA57-DFBA-4C6C-9361-1EEEA22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62CC49A9-F69B-4D1C-9759-BD957944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B996C8DA-30A2-4F88-AE46-F41C3848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625411D7-301C-438B-B4A7-E2A6E2E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89ADD592-9BE0-49B8-B1F9-6C092669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9B104D17-2185-431C-8811-881814DE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F22C73CE-FE34-4BE1-A610-D170DA30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223EBC23-DE63-42CF-BCFA-20970F87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B119A52B-825F-4E2B-9F47-F0834FE6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43725316-F4B2-4267-BB76-4DC9569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FAE95713-3993-4B2A-8CCC-D52B8ACC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C5CD5247-E244-4449-AD3E-DC346A89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166664CE-4D3F-4537-828B-9BDB73E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50CDB36E-8FF0-474F-843A-496A625F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0BC4D7AA-4FAC-4B0F-A3B8-D7D7549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DF1F479F-1797-4DB6-985C-BD13E46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23877A13-6978-4EC7-BDCA-BF77E7CD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C723D895-C538-4282-80C4-5EA88FA2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19FE80DF-DF18-43A4-B73C-23BC3A2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3BD06A8E-45EB-4413-B4BE-E2A8BC90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F8076323-6AE4-4FAD-BF23-EB28CACB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302166B6-34BC-4578-8BCE-CD831A6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6B412669-D487-4168-8EFC-EE08CAA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F620BB1B-832E-451B-A001-4579EC01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D32D3810-3AF8-4781-9AA5-07E195E0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877D40D0-83FE-4194-979D-5708E4ED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7B67DAE6-16F9-4DE0-AAF8-D7C6EBB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85AE9C9F-27E9-4103-98A1-39144DB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7F30E260-2F3E-4B9C-857B-BF7F3497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C5B4E8BE-7222-40E7-80B4-733E6D5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2FDA4E9F-22D3-4D52-AAEA-5120F2F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4A3B6650-CB55-4920-90CA-E0E8930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FA1FA6ED-5C90-436A-B772-5D81221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177B9504-3FE5-4A51-911B-80FE2F5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7DCBFD9A-E6DD-4A7C-BD5D-8A1D216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673A10C9-245B-4E43-B1CD-53B63EC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E3A6CEC9-2A85-4ACC-A8DF-D504452A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3F4F42C0-40BA-4032-AA35-25A7D10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D8873856-8914-43A5-8BE7-73C6537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0AFC14B6-B04A-4E41-8BB8-7C736EE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B79C87CB-E4A8-4C33-99F2-7A5921A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AD96EAAE-CE53-4473-9D90-6038AA9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EAB0A718-4277-4AC6-AC7C-516385EA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2753848D-6126-4B5C-BDAF-67EB952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FAD44BEE-37C0-4F0C-99B8-C083A5A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2686CA9D-E634-4196-8E3A-97E1AE8C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3695C9C0-18B5-4EC9-B092-19F2EE05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E854F4B1-B292-44FC-AE98-9C521E5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4453FE89-D2DA-4014-84DB-BC2B9380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DBBD52CC-F123-46F0-8DB0-C53BA3FE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B42BB6C4-9480-4786-BA79-17C97EA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165768B-25F1-4E99-B79E-C820C981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DB221DAA-237D-4A7B-878B-E6C5AA4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42F09762-71D1-45EF-B0EB-1952B9DF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F17A38A3-B5E8-4046-B498-63E5417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AECD9E64-65A4-4B82-8EE0-C0B2D4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CA05F6F4-4CEA-43B2-A435-5DF04E9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D5BC4A8-E1AE-4530-B538-B0422414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EFAD3291-CB99-483C-97EC-1A0A8340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3E1280DE-7166-4E7B-9FC8-66751278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BC1C05B8-7360-4F8B-A3AC-50C5EDB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F1ED1C8F-6C2F-41E8-980D-5BFB241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177873C4-E640-4720-B967-D3C5AC38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F336883A-3E6B-46B0-BC1A-734ED0BE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52F139EA-FF58-46A9-AA73-19D20711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85B5FE52-C612-4459-B6B4-1E81C772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D4EAF87F-47EC-48E0-B946-98029EF7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5F243EC6-64F7-4FEC-B068-0874FF2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8555DCBE-A381-4187-874A-711264EB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50B74996-E52F-421D-93B1-98B441CC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14F1116D-759B-44E6-A9E0-CD1EE93B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7E796FD7-8442-4A6A-9877-CE41A97A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44A115D7-1E21-4E01-885E-58B3055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93B75D43-93F8-4566-9C42-318E580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85593B68-8F5C-4351-9C33-91C6D9AF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1EC02C4F-06E9-40C8-883F-DF547A04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C181AA02-E0D6-4418-8D85-4D6920C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3E5355CA-F3BD-40C4-8AAF-899888CC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064BD193-F070-4949-AFB1-3DA613B1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TraceBench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DFBA56EB-FF3B-4A73-91F6-5936E456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Benchmark suite</a:t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2BCA044F-00CA-4CC3-9768-18211BF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Verifier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723FDFA2-3A7C-4FBA-BB8F-7A8B447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Calibration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6239AACE-3288-434F-814D-1DD43949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Evidence</a:t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2AD0EB4D-C4F1-4FC4-85B2-3D832FF7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C4A15514-0E42-4110-9246-AED846C5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Reproducibility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385BD4C0-A957-41BA-A871-27986D9F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Paper card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CDA2E8E0-5BAB-4022-B5AB-5DC7A8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Ledger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810C01F1-0EBF-4E94-ABC1-BD40FA9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Module tags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F4654BA3-9532-475C-9753-F0C92CC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Open tasks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6B54D2D0-5BBC-460E-AC11-524AE913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Case studies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EF7BCC14-3427-45F1-8A84-836D69C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Surveys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9596A714-8C72-4B54-A966-6AE3908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BibTeX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25668562-D00F-44D2-9A5D-5529E1A3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Claims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570BECC8-287C-488D-9057-B3B5689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54E8FFB2-2FF6-4827-BE8D-7E6A61EE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BB628C55-F387-48D7-80BA-3A65B010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D36B40D2-4BC5-49FD-A1D5-1F89E5B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F9201BA9-D17E-4447-84F4-A5686F4B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4. Research routes toward recursive self-improvement. Forty-five representative method papers are grouped into six research routes, with three historical anchors shown separately.</a:t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BBA03FC0-81DB-4A8D-9CB8-E833E8A2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Year bands use the first public dates in the checked source records; spacing within each band is adjusted for legibility. Branch lines denote research families.</a:t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8FF0D07D-0512-43C2-A999-8CBEABCB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Technical ancestry, cross-route transfer, and sustained recursive gains require separate evidence. The selection reflects the literature search through September 12, 2026.</a:t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1D39CD26-90E7-4E68-85BE-3752C8A3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Logos identify one selected author or work-done affiliation per study; “Ind.” denotes independent researchers. Affiliation and logo sources are documented separately.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47280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920F525F-FD54-4030-A2E9-7CF61D4D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9B811F8B-8A1C-41A9-911B-81917900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FD25FF1A-672E-4FCA-B923-DACEAD1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3B259F33-E8A9-4A7D-B5A5-2472DB74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90FA9284-9A3C-475B-80EB-85E9562A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3475F485-FFFD-4C8B-AB0B-6B9E3A7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68AA1E4A-3192-48B1-91D5-FC54D587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1687F67E-1214-4278-863C-1974B98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2F530E86-FA4A-4BE8-B2D8-3E30E36B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7BDBCCDE-680C-4930-9AE8-541C3A57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B8601685-AEAE-468F-BE4C-58D2E68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5242EFD0-738A-4439-AD2C-D5C07E4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681EF68C-6526-4274-983A-B360D6C2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E80C0864-6720-42CF-A056-379EDAF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0CF4B006-922C-4787-9372-4DCCE453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C0E651DE-28E4-4C8D-B353-F78FE723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7498B424-E9D1-41D0-8347-883AEFA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EE91C978-6102-49EA-A905-CA17FAF5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4" name="answer document revision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556b3c69b4b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95" name="memory document stac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845135a2b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96" name="parameter neural networ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a7b55b68145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97" name="improver procedure graph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2166e1987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98" name="solver networ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2356ec3d344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99" name="solver plus memory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88b168d3d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100" name="updated parameter matrix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e0993b508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101" name="next update process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5d5bdaf6c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3EBE9652-3D45-44D9-8940-5A95DE0A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9717846-B4D1-45E1-8F93-537AE0F1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8DDAE39-5393-41C6-AA48-40E5738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551DB49-3F8E-47F0-9C4C-788D310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63E2DA7-8D1D-432E-A77E-AF3436C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23E7D06-81AE-45CB-847D-9E1BCAA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2024C63-FC12-4190-84F1-DE22822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8EDEE2A2-D4DA-406A-B4EF-8C8FFF9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11748AEF-2149-4F17-BC45-B0474C77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26DA6D3-A36F-42C7-942D-5C6D77F5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8542C5E-61B7-4B75-8B41-42FBE6DC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9FCE2FF-8F1A-4215-A848-301C24AB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E3FBE474-D32F-4776-A112-5EBFC0B5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5B9FADDC-C4B7-4CF0-942A-992970B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EDC13182-934D-4B0F-8428-25D797B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50729BA3-50C9-4096-9687-65D27943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1B9CAB04-9473-48A0-A310-644F746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3155917-70FB-4ACF-8C61-A4802F5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74983D18-878E-414A-9E30-5C476682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73482DC1-170F-475E-953E-D2F20BF7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E299B5F-0E8C-468B-B295-992A3051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C3ABBEC-C50C-4A58-B5D6-6AF87E3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F9C47CC1-3FC6-494E-8D57-FECD7A2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B002545-10ED-419E-BD57-480181A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7B56109-B1BA-4F48-9F7A-7F54967F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2C7D1C1-5A56-4EE1-AA01-DF057EEE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353F86EE-6CE2-43D9-979F-C1B835EE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B3EA7439-8E20-4B0E-A5A5-88CCCB1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FEE12C54-46C3-40FB-8B70-B90F151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4E5E27B-D413-4E3C-BBA8-C6107DC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6BB9B677-3829-4ABF-8DA1-F9EE1A6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8C13CFA-2107-4021-A2F6-A7F1EB4B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5. Four task contracts instantiated by Time-Series Harness Modules. The same general runtime can support distinct temporal outputs when the interface, memory, tools, control, planning, optimization, and coordination obligations are specialized.</a:t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FE14449A-DB9C-40EE-9C37-063FC85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binds origin, horizon, and calibration. Augmentation binds fidelity, diversity, and utility. Anomaly diagnosis binds event windows and causes. Decision support binds actions, costs, and uncertainty.</a:t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D73C7A69-6924-49D4-A44A-328E0318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 paper may instantiate more than one contract. The paper-card ledger records each module independently so that a task-specific contribution does not occupy a coarser layer.</a:t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C24D656-BFB5-4BB2-B0C9-6318E41B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dashed horizontal rule separates reusable harness mechanisms from task-bound contracts.</a:t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6882D4F3-D2A4-4EE4-8DA6-CB960186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Colored arrows show the output contract carried by each task family.</a:t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B118F303-0FF7-47A6-BEA5-D4905EF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visual vocabulary is adapted from the supplied RSI template; the content follows our four task families.</a:t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E5A248BE-5DDF-4A67-B03A-5649363A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4A67C3F5-BBA5-4E2C-85FB-5278A7F8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0E3272B4-A523-4B3A-B520-6F074164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8985536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2026-10-08T00:34:30.2160000Z</dcterms:created>
  <dcterms:modified xsi:type="dcterms:W3CDTF">2026-10-08T00:34:30.2160000Z</dcterms:modified>
</coreProperties>
</file>