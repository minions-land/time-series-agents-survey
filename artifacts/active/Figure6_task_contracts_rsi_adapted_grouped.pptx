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24d6e2b1b2b4c8e"/><Relationship Type="http://schemas.openxmlformats.org/officeDocument/2006/relationships/extended-properties" Target="/docProps/app.xml" Id="R7a3bc27e99474807"/><Relationship Type="http://schemas.openxmlformats.org/officeDocument/2006/relationships/officeDocument" Target="/ppt/presentation.xml" Id="R617a959451a4436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60" r:id="R8ec8b509105442b4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8c20673b7be64083"/><Relationship Type="http://schemas.openxmlformats.org/officeDocument/2006/relationships/slideMaster" Target="/ppt/slideMasters/slideMaster1.xml" Id="R201f40272f394435"/><Relationship Type="http://schemas.openxmlformats.org/officeDocument/2006/relationships/notesMaster" Target="/ppt/notesMasters/notesMaster1.xml" Id="Recc1189db638435c"/><Relationship Type="http://schemas.openxmlformats.org/officeDocument/2006/relationships/presProps" Target="/ppt/presProps.xml" Id="Rd57632f129984635"/><Relationship Type="http://schemas.openxmlformats.org/officeDocument/2006/relationships/tableStyles" Target="/ppt/tableStyles.xml" Id="R5bcb00eae1d54b44"/><Relationship Type="http://schemas.openxmlformats.org/officeDocument/2006/relationships/slide" Target="/ppt/slides/slide5.xml" Id="R8ec8b509105442b4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4b674405eb74ea4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bf35bf211019463e"/><Relationship Type="http://schemas.openxmlformats.org/officeDocument/2006/relationships/notesMaster" Target="/ppt/notesMasters/notesMaster1.xml" Id="R0746af58566c474b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ea3598500d24dfd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9f031b9f3824a24"/><Relationship Type="http://schemas.openxmlformats.org/officeDocument/2006/relationships/slideLayout" Target="/ppt/slideLayouts/slideLayout1.xml" Id="R140c98990e2a4c55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3833d0de3634845"/><Relationship Type="http://schemas.openxmlformats.org/officeDocument/2006/relationships/image" Target="/ppt/media/image7.png" Id="R843ed17d7b7e41df"/><Relationship Type="http://schemas.openxmlformats.org/officeDocument/2006/relationships/image" Target="/ppt/media/image8.png" Id="R132be69d97c3476a"/><Relationship Type="http://schemas.openxmlformats.org/officeDocument/2006/relationships/image" Target="/ppt/media/image9.png" Id="R3184e6d167a54a79"/><Relationship Type="http://schemas.openxmlformats.org/officeDocument/2006/relationships/image" Target="/ppt/media/image10.png" Id="R54561db6dbfb45c3"/><Relationship Type="http://schemas.openxmlformats.org/officeDocument/2006/relationships/image" Target="/ppt/media/image11.png" Id="Ra46b0078b3764c5a"/><Relationship Type="http://schemas.openxmlformats.org/officeDocument/2006/relationships/image" Target="/ppt/media/image12.png" Id="Rccd1ea46c26d4492"/><Relationship Type="http://schemas.openxmlformats.org/officeDocument/2006/relationships/image" Target="/ppt/media/image13.png" Id="R93f55ff11b0e4415"/><Relationship Type="http://schemas.openxmlformats.org/officeDocument/2006/relationships/image" Target="/ppt/media/image14.png" Id="R0d3acbb160f24d14"/><Relationship Type="http://schemas.openxmlformats.org/officeDocument/2006/relationships/notesSlide" Target="/ppt/notesSlides/notesSlide5.xml" Id="Rbbb2f260d5b1476a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6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20" name="answer document revision icon">
              <a:extLst xmlns:a="http://schemas.openxmlformats.org/drawingml/2006/main">
                <a:ext uri="{FF2B5EF4-FFF2-40B4-BE49-F238E27FC236}">
                  <a16:creationId xmlns:a16="http://schemas.microsoft.com/office/drawing/2014/main" id="{699E2FBC-53A4-4EC8-B6FF-89ABB085A2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843ed17d7b7e41df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706237" y="1695861"/>
              <a:ext cx="2035033" cy="118710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1" name="memory document stack icon">
              <a:extLst xmlns:a="http://schemas.openxmlformats.org/drawingml/2006/main">
                <a:ext uri="{FF2B5EF4-FFF2-40B4-BE49-F238E27FC236}">
                  <a16:creationId xmlns:a16="http://schemas.microsoft.com/office/drawing/2014/main" id="{669A8428-86C0-4F8B-A2FE-B48CD4DF532C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132be69d97c3476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748187" y="1589869"/>
              <a:ext cx="1801852" cy="153687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2" name="parameter neural network icon">
              <a:extLst xmlns:a="http://schemas.openxmlformats.org/drawingml/2006/main">
                <a:ext uri="{FF2B5EF4-FFF2-40B4-BE49-F238E27FC236}">
                  <a16:creationId xmlns:a16="http://schemas.microsoft.com/office/drawing/2014/main" id="{962E0259-AFD4-4ADB-A76C-F74F5D37A33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3184e6d167a54a79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8949125" y="1579270"/>
              <a:ext cx="2268214" cy="129309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3" name="improver procedure graph icon">
              <a:extLst xmlns:a="http://schemas.openxmlformats.org/drawingml/2006/main">
                <a:ext uri="{FF2B5EF4-FFF2-40B4-BE49-F238E27FC236}">
                  <a16:creationId xmlns:a16="http://schemas.microsoft.com/office/drawing/2014/main" id="{D6A4CD9A-10D5-4AF9-82C0-298CD6DD15C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54561db6dbfb45c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60661" y="1642865"/>
              <a:ext cx="1854848" cy="1165904"/>
            </a:xfrm>
            <a:prstGeom xmlns:a="http://schemas.openxmlformats.org/drawingml/2006/main" prst="rect">
              <a:avLst/>
            </a:prstGeom>
          </p:spPr>
        </p:pic>
        <p:pic>
          <p:nvPicPr>
            <p:cNvPr id="24" name="solver network icon">
              <a:extLst xmlns:a="http://schemas.openxmlformats.org/drawingml/2006/main">
                <a:ext uri="{FF2B5EF4-FFF2-40B4-BE49-F238E27FC236}">
                  <a16:creationId xmlns:a16="http://schemas.microsoft.com/office/drawing/2014/main" id="{D2F7935A-7950-4FCA-BAB7-ACC1231A01E1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a46b0078b3764c5a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74440" y="6147495"/>
              <a:ext cx="1801852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5" name="solver plus memory icon">
              <a:extLst xmlns:a="http://schemas.openxmlformats.org/drawingml/2006/main">
                <a:ext uri="{FF2B5EF4-FFF2-40B4-BE49-F238E27FC236}">
                  <a16:creationId xmlns:a16="http://schemas.microsoft.com/office/drawing/2014/main" id="{0F9F81FC-2E7D-43D6-87E9-42590E56A5FD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ccd1ea46c26d4492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5822381" y="6105099"/>
              <a:ext cx="1695861" cy="82673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6" name="updated parameter matrix icon">
              <a:extLst xmlns:a="http://schemas.openxmlformats.org/drawingml/2006/main">
                <a:ext uri="{FF2B5EF4-FFF2-40B4-BE49-F238E27FC236}">
                  <a16:creationId xmlns:a16="http://schemas.microsoft.com/office/drawing/2014/main" id="{93E2DC27-84F6-4E9D-833E-CE40B32E8FBB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93f55ff11b0e441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9076314" y="6083900"/>
              <a:ext cx="1907843" cy="953922"/>
            </a:xfrm>
            <a:prstGeom xmlns:a="http://schemas.openxmlformats.org/drawingml/2006/main" prst="rect">
              <a:avLst/>
            </a:prstGeom>
          </p:spPr>
        </p:pic>
        <p:pic>
          <p:nvPicPr>
            <p:cNvPr id="27" name="next update process icon">
              <a:extLst xmlns:a="http://schemas.openxmlformats.org/drawingml/2006/main">
                <a:ext uri="{FF2B5EF4-FFF2-40B4-BE49-F238E27FC236}">
                  <a16:creationId xmlns:a16="http://schemas.microsoft.com/office/drawing/2014/main" id="{A6A132AE-E1F5-474A-B8D2-DA1C4301EC0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3acbb160f24d14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39462" y="6083900"/>
              <a:ext cx="1748856" cy="847930"/>
            </a:xfrm>
            <a:prstGeom xmlns:a="http://schemas.openxmlformats.org/drawingml/2006/main" prst="rect">
              <a:avLst/>
            </a:prstGeom>
          </p:spPr>
        </p:pic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8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476961"/>
              <a:ext cx="2596787" cy="58295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123508"/>
              <a:ext cx="2596787" cy="40276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3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2702778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input</a:t>
              </a:r>
              <a:endParaRPr sz="23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2702778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6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prediction</a:t>
              </a:r>
              <a:endParaRPr sz="116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2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future horizon</a:t>
              </a:r>
              <a:endParaRPr sz="17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921678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transform</a:t>
              </a:r>
              <a:endParaRPr sz="23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training views</a:t>
              </a:r>
              <a:endParaRPr sz="22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23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964074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evidence</a:t>
              </a:r>
              <a:endParaRPr sz="230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diagnosis</a:t>
              </a:r>
              <a:endParaRPr sz="22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033918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event interval</a:t>
              </a:r>
              <a:endParaRPr sz="23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2670981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risk</a:t>
              </a:r>
              <a:endParaRPr sz="23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2861765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selected action</a:t>
              </a:r>
              <a:endParaRPr sz="200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6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outcome feedback</a:t>
              </a:r>
              <a:endParaRPr sz="116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00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validate</a:t>
              </a:r>
              <a:endParaRPr sz="170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