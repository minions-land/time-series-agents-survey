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ca3b80a7a6433b" /><Relationship Type="http://schemas.openxmlformats.org/officeDocument/2006/relationships/extended-properties" Target="/docProps/app.xml" Id="R1a9135a9570a4bdb" /><Relationship Type="http://schemas.openxmlformats.org/officeDocument/2006/relationships/officeDocument" Target="/ppt/presentation.xml" Id="R92079b6c90d7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bb65b876f48a4"/>
  </p:sldMasterIdLst>
  <p:notesMasterIdLst>
    <p:notesMasterId xmlns:r="http://schemas.openxmlformats.org/officeDocument/2006/relationships" r:id="R9750499850cd4b35"/>
  </p:notesMasterIdLst>
  <p:sldIdLst>
    <p:sldId xmlns:r="http://schemas.openxmlformats.org/officeDocument/2006/relationships" id="256" r:id="Rbdaf33cff4674aa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59a9269ec4949" /><Relationship Type="http://schemas.openxmlformats.org/officeDocument/2006/relationships/slideMaster" Target="/ppt/slideMasters/slideMaster1.xml" Id="R6b4bb65b876f48a4" /><Relationship Type="http://schemas.openxmlformats.org/officeDocument/2006/relationships/notesMaster" Target="/ppt/notesMasters/notesMaster1.xml" Id="R9750499850cd4b35" /><Relationship Type="http://schemas.openxmlformats.org/officeDocument/2006/relationships/presProps" Target="/ppt/presProps.xml" Id="R9fd2233442a2439d" /><Relationship Type="http://schemas.openxmlformats.org/officeDocument/2006/relationships/tableStyles" Target="/ppt/tableStyles.xml" Id="R21389d32024944d3" /><Relationship Type="http://schemas.openxmlformats.org/officeDocument/2006/relationships/slide" Target="/ppt/slides/slide1.xml" Id="Rbdaf33cff467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fbd2ad9cf041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5c39cecd741ce" /><Relationship Type="http://schemas.openxmlformats.org/officeDocument/2006/relationships/notesMaster" Target="/ppt/notesMasters/notesMaster1.xml" Id="R09e47623f6a3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artifacts/module_contribution_timeline.csv. The plot is an editable native-shape reconstruction of the module-level cumulative timeline. The General Harness series is dashed with hollow markers so it remains visible when it overlaps the temporal series.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f7d9521584f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fde77800846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6c8922ee84e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902a44b7b42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99eebb27b4a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1518fd5a9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6095DD-219E-45F3-9CBE-2A4CC3E22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92024B-7DD0-4BAC-986E-A13AAB9166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5A340C-E226-4002-BD2C-64EFF758A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1DAEC-2E45-422E-A331-CFF5BB2D4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9C3E75-33B6-4A39-8921-178F91BCB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8CB196-B4C7-47B3-A81A-9A0B9263C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74414-E712-4F5F-80E3-C29BC52E2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547279-9D23-46A9-B96F-18D913AA0B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FFF9D9-3584-4A0D-8F92-8F4671852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2DAD15-4E58-4D06-BF4D-AA4AC0873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f7516b07d48ca" /><Relationship Type="http://schemas.openxmlformats.org/officeDocument/2006/relationships/slideLayout" Target="/ppt/slideLayouts/slideLayout1.xml" Id="R4d847c6ab21f4967" /><Relationship Type="http://schemas.openxmlformats.org/officeDocument/2006/relationships/slideLayout" Target="/ppt/slideLayouts/slideLayout2.xml" Id="R29de74b7e2484147" /><Relationship Type="http://schemas.openxmlformats.org/officeDocument/2006/relationships/slideLayout" Target="/ppt/slideLayouts/slideLayout3.xml" Id="R2469fef86f3841f8" /><Relationship Type="http://schemas.openxmlformats.org/officeDocument/2006/relationships/slideLayout" Target="/ppt/slideLayouts/slideLayout4.xml" Id="Rb7a24084eb804c13" /><Relationship Type="http://schemas.openxmlformats.org/officeDocument/2006/relationships/slideLayout" Target="/ppt/slideLayouts/slideLayout5.xml" Id="R444fbe60404b43c0" /><Relationship Type="http://schemas.openxmlformats.org/officeDocument/2006/relationships/slideLayout" Target="/ppt/slideLayouts/slideLayout6.xml" Id="R5d1fb67edb92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47c6ab21f4967"/>
    <p:sldLayoutId xmlns:r="http://schemas.openxmlformats.org/officeDocument/2006/relationships" id="2147483650" r:id="R29de74b7e2484147"/>
    <p:sldLayoutId xmlns:r="http://schemas.openxmlformats.org/officeDocument/2006/relationships" id="2147483651" r:id="R2469fef86f3841f8"/>
    <p:sldLayoutId xmlns:r="http://schemas.openxmlformats.org/officeDocument/2006/relationships" id="2147483652" r:id="Rb7a24084eb804c13"/>
    <p:sldLayoutId xmlns:r="http://schemas.openxmlformats.org/officeDocument/2006/relationships" id="2147483653" r:id="R444fbe60404b43c0"/>
    <p:sldLayoutId xmlns:r="http://schemas.openxmlformats.org/officeDocument/2006/relationships" id="2147483654" r:id="R5d1fb67edb92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b5d0702364ecd" /><Relationship Type="http://schemas.openxmlformats.org/officeDocument/2006/relationships/notesSlide" Target="/ppt/notesSlides/notesSlide1.xml" Id="R72f7bc0cc5684b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1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A749AF45-8F15-4696-B0DB-64CEF051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Module-level contributions across the reviewed corpus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28639948-1050-47A6-AB0B-763F70B2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Cumulative counts of independently recorded components, with the log scale keeping early contributions visible.</a:t>
            </a:r>
          </a:p>
        </p:txBody>
      </p:sp>
      <p:sp>
        <p:nvSpPr>
          <p:cNvPr id="3" name="plot-surface">
            <a:extLst xmlns:a="http://schemas.openxmlformats.org/drawingml/2006/main">
              <a:ext uri="{FF2B5EF4-FFF2-40B4-BE49-F238E27FC236}">
                <a16:creationId xmlns:a16="http://schemas.microsoft.com/office/drawing/2014/main" id="{7378C5B2-E041-47D1-A65E-03190E0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12668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4" name="grid-1">
            <a:extLst xmlns:a="http://schemas.openxmlformats.org/drawingml/2006/main">
              <a:ext uri="{FF2B5EF4-FFF2-40B4-BE49-F238E27FC236}">
                <a16:creationId xmlns:a16="http://schemas.microsoft.com/office/drawing/2014/main" id="{E3FF2C15-7102-4AB1-B23A-D7EC35C8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1743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5" name="ytick-1">
            <a:extLst xmlns:a="http://schemas.openxmlformats.org/drawingml/2006/main">
              <a:ext uri="{FF2B5EF4-FFF2-40B4-BE49-F238E27FC236}">
                <a16:creationId xmlns:a16="http://schemas.microsoft.com/office/drawing/2014/main" id="{E083AA16-BE85-44DA-AA02-D963927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6968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" name="grid-10">
            <a:extLst xmlns:a="http://schemas.openxmlformats.org/drawingml/2006/main">
              <a:ext uri="{FF2B5EF4-FFF2-40B4-BE49-F238E27FC236}">
                <a16:creationId xmlns:a16="http://schemas.microsoft.com/office/drawing/2014/main" id="{F60679D9-FF58-4E7A-8078-8D02872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1828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ytick-10">
            <a:extLst xmlns:a="http://schemas.openxmlformats.org/drawingml/2006/main">
              <a:ext uri="{FF2B5EF4-FFF2-40B4-BE49-F238E27FC236}">
                <a16:creationId xmlns:a16="http://schemas.microsoft.com/office/drawing/2014/main" id="{6C5F4D36-1C46-4D50-A092-D3213C2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053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8" name="grid-100">
            <a:extLst xmlns:a="http://schemas.openxmlformats.org/drawingml/2006/main">
              <a:ext uri="{FF2B5EF4-FFF2-40B4-BE49-F238E27FC236}">
                <a16:creationId xmlns:a16="http://schemas.microsoft.com/office/drawing/2014/main" id="{D8A535D0-811B-43C9-8AC1-2B686B3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1914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ytick-100">
            <a:extLst xmlns:a="http://schemas.openxmlformats.org/drawingml/2006/main">
              <a:ext uri="{FF2B5EF4-FFF2-40B4-BE49-F238E27FC236}">
                <a16:creationId xmlns:a16="http://schemas.microsoft.com/office/drawing/2014/main" id="{4C5AA2D0-8781-4AD7-823C-9B6142D8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7139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0" name="grid-300">
            <a:extLst xmlns:a="http://schemas.openxmlformats.org/drawingml/2006/main">
              <a:ext uri="{FF2B5EF4-FFF2-40B4-BE49-F238E27FC236}">
                <a16:creationId xmlns:a16="http://schemas.microsoft.com/office/drawing/2014/main" id="{CB4416EC-E099-4138-B230-7E2B7E2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856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ytick-300">
            <a:extLst xmlns:a="http://schemas.openxmlformats.org/drawingml/2006/main">
              <a:ext uri="{FF2B5EF4-FFF2-40B4-BE49-F238E27FC236}">
                <a16:creationId xmlns:a16="http://schemas.microsoft.com/office/drawing/2014/main" id="{1B17EEF0-D565-4A12-BEB8-6872C5B2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9081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12" name="x-axis">
            <a:extLst xmlns:a="http://schemas.openxmlformats.org/drawingml/2006/main">
              <a:ext uri="{FF2B5EF4-FFF2-40B4-BE49-F238E27FC236}">
                <a16:creationId xmlns:a16="http://schemas.microsoft.com/office/drawing/2014/main" id="{05B0324E-F3C8-40D5-9AEB-203C031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10400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13" name="y-axis">
            <a:extLst xmlns:a="http://schemas.openxmlformats.org/drawingml/2006/main">
              <a:ext uri="{FF2B5EF4-FFF2-40B4-BE49-F238E27FC236}">
                <a16:creationId xmlns:a16="http://schemas.microsoft.com/office/drawing/2014/main" id="{02E9EEDE-836C-4BCE-B90B-F7C7D216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14" name="y-axis-title">
            <a:extLst xmlns:a="http://schemas.openxmlformats.org/drawingml/2006/main">
              <a:ext uri="{FF2B5EF4-FFF2-40B4-BE49-F238E27FC236}">
                <a16:creationId xmlns:a16="http://schemas.microsoft.com/office/drawing/2014/main" id="{F55C9FD3-18A2-4555-817A-FEF39FB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33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Modules (log)</a:t>
            </a:r>
          </a:p>
        </p:txBody>
      </p:sp>
      <p:sp>
        <p:nvSpPr>
          <p:cNvPr id="15" name="x-axis-title">
            <a:extLst xmlns:a="http://schemas.openxmlformats.org/drawingml/2006/main">
              <a:ext uri="{FF2B5EF4-FFF2-40B4-BE49-F238E27FC236}">
                <a16:creationId xmlns:a16="http://schemas.microsoft.com/office/drawing/2014/main" id="{E0A50D7E-E219-40F9-AA3E-CC76BA4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391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Publication month</a:t>
            </a:r>
          </a:p>
        </p:txBody>
      </p:sp>
      <p:sp>
        <p:nvSpPr>
          <p:cNvPr id="16" name="xtick-0">
            <a:extLst xmlns:a="http://schemas.openxmlformats.org/drawingml/2006/main">
              <a:ext uri="{FF2B5EF4-FFF2-40B4-BE49-F238E27FC236}">
                <a16:creationId xmlns:a16="http://schemas.microsoft.com/office/drawing/2014/main" id="{337F3D30-3205-4BE3-9A91-653FD73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17" name="xlabel-0">
            <a:extLst xmlns:a="http://schemas.openxmlformats.org/drawingml/2006/main">
              <a:ext uri="{FF2B5EF4-FFF2-40B4-BE49-F238E27FC236}">
                <a16:creationId xmlns:a16="http://schemas.microsoft.com/office/drawing/2014/main" id="{B6F8CF55-FEA1-4D77-A640-C09E7F3C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2023-08</a:t>
            </a:r>
          </a:p>
        </p:txBody>
      </p:sp>
      <p:sp>
        <p:nvSpPr>
          <p:cNvPr id="18" name="xtick-5">
            <a:extLst xmlns:a="http://schemas.openxmlformats.org/drawingml/2006/main">
              <a:ext uri="{FF2B5EF4-FFF2-40B4-BE49-F238E27FC236}">
                <a16:creationId xmlns:a16="http://schemas.microsoft.com/office/drawing/2014/main" id="{C484639B-229A-41EA-BACE-C6E822F4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25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19" name="xlabel-5">
            <a:extLst xmlns:a="http://schemas.openxmlformats.org/drawingml/2006/main">
              <a:ext uri="{FF2B5EF4-FFF2-40B4-BE49-F238E27FC236}">
                <a16:creationId xmlns:a16="http://schemas.microsoft.com/office/drawing/2014/main" id="{0CF93195-DB4E-4159-89AA-AC9A6C01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2024-07</a:t>
            </a:r>
          </a:p>
        </p:txBody>
      </p:sp>
      <p:sp>
        <p:nvSpPr>
          <p:cNvPr id="20" name="xtick-10">
            <a:extLst xmlns:a="http://schemas.openxmlformats.org/drawingml/2006/main">
              <a:ext uri="{FF2B5EF4-FFF2-40B4-BE49-F238E27FC236}">
                <a16:creationId xmlns:a16="http://schemas.microsoft.com/office/drawing/2014/main" id="{93B1AC3D-6919-4973-BCAC-DD92FCC9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1" name="xlabel-10">
            <a:extLst xmlns:a="http://schemas.openxmlformats.org/drawingml/2006/main">
              <a:ext uri="{FF2B5EF4-FFF2-40B4-BE49-F238E27FC236}">
                <a16:creationId xmlns:a16="http://schemas.microsoft.com/office/drawing/2014/main" id="{8A286067-EA3B-48C8-AA2A-D47FA482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2025-01</a:t>
            </a:r>
          </a:p>
        </p:txBody>
      </p:sp>
      <p:sp>
        <p:nvSpPr>
          <p:cNvPr id="22" name="xtick-15">
            <a:extLst xmlns:a="http://schemas.openxmlformats.org/drawingml/2006/main">
              <a:ext uri="{FF2B5EF4-FFF2-40B4-BE49-F238E27FC236}">
                <a16:creationId xmlns:a16="http://schemas.microsoft.com/office/drawing/2014/main" id="{40A11625-5D39-4934-9C74-291CE15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3" name="xlabel-15">
            <a:extLst xmlns:a="http://schemas.openxmlformats.org/drawingml/2006/main">
              <a:ext uri="{FF2B5EF4-FFF2-40B4-BE49-F238E27FC236}">
                <a16:creationId xmlns:a16="http://schemas.microsoft.com/office/drawing/2014/main" id="{54F43584-85BB-4401-AE30-AD1EFA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2025-06</a:t>
            </a:r>
          </a:p>
        </p:txBody>
      </p:sp>
      <p:sp>
        <p:nvSpPr>
          <p:cNvPr id="24" name="xtick-20">
            <a:extLst xmlns:a="http://schemas.openxmlformats.org/drawingml/2006/main">
              <a:ext uri="{FF2B5EF4-FFF2-40B4-BE49-F238E27FC236}">
                <a16:creationId xmlns:a16="http://schemas.microsoft.com/office/drawing/2014/main" id="{A4E71CF5-63F9-435B-8FDD-F6652076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5" name="xlabel-20">
            <a:extLst xmlns:a="http://schemas.openxmlformats.org/drawingml/2006/main">
              <a:ext uri="{FF2B5EF4-FFF2-40B4-BE49-F238E27FC236}">
                <a16:creationId xmlns:a16="http://schemas.microsoft.com/office/drawing/2014/main" id="{C8DF6DB9-94F7-4513-AAEA-E9529CBF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00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2025-11</a:t>
            </a:r>
          </a:p>
        </p:txBody>
      </p:sp>
      <p:sp>
        <p:nvSpPr>
          <p:cNvPr id="26" name="xtick-30">
            <a:extLst xmlns:a="http://schemas.openxmlformats.org/drawingml/2006/main">
              <a:ext uri="{FF2B5EF4-FFF2-40B4-BE49-F238E27FC236}">
                <a16:creationId xmlns:a16="http://schemas.microsoft.com/office/drawing/2014/main" id="{8089F8BA-1D15-4E92-ACC0-D5B9AB8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7" name="xlabel-30">
            <a:extLst xmlns:a="http://schemas.openxmlformats.org/drawingml/2006/main">
              <a:ext uri="{FF2B5EF4-FFF2-40B4-BE49-F238E27FC236}">
                <a16:creationId xmlns:a16="http://schemas.microsoft.com/office/drawing/2014/main" id="{9F9FA043-9171-4B5C-9CBC-841A96F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2026-09</a:t>
            </a:r>
          </a:p>
        </p:txBody>
      </p:sp>
      <p:sp>
        <p:nvSpPr>
          <p:cNvPr id="28" name="LLM-side-segment-1">
            <a:extLst xmlns:a="http://schemas.openxmlformats.org/drawingml/2006/main">
              <a:ext uri="{FF2B5EF4-FFF2-40B4-BE49-F238E27FC236}">
                <a16:creationId xmlns:a16="http://schemas.microsoft.com/office/drawing/2014/main" id="{C5DC046A-A674-45C0-9CE3-654A157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5577571"/>
            <a:ext cx="422275" cy="1234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29" name="LLM-side-segment-2">
            <a:extLst xmlns:a="http://schemas.openxmlformats.org/drawingml/2006/main">
              <a:ext uri="{FF2B5EF4-FFF2-40B4-BE49-F238E27FC236}">
                <a16:creationId xmlns:a16="http://schemas.microsoft.com/office/drawing/2014/main" id="{B18CC642-BB2D-47B5-91C1-D74F548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025" y="5577571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0" name="LLM-side-segment-3">
            <a:extLst xmlns:a="http://schemas.openxmlformats.org/drawingml/2006/main">
              <a:ext uri="{FF2B5EF4-FFF2-40B4-BE49-F238E27FC236}">
                <a16:creationId xmlns:a16="http://schemas.microsoft.com/office/drawing/2014/main" id="{DEABF1E2-2861-4FAA-A9DA-4A074C81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00" y="5577571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1" name="LLM-side-segment-4">
            <a:extLst xmlns:a="http://schemas.openxmlformats.org/drawingml/2006/main">
              <a:ext uri="{FF2B5EF4-FFF2-40B4-BE49-F238E27FC236}">
                <a16:creationId xmlns:a16="http://schemas.microsoft.com/office/drawing/2014/main" id="{2BF2439E-A91D-45CA-A064-7B16CE5F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577571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2" name="LLM-side-segment-5">
            <a:extLst xmlns:a="http://schemas.openxmlformats.org/drawingml/2006/main">
              <a:ext uri="{FF2B5EF4-FFF2-40B4-BE49-F238E27FC236}">
                <a16:creationId xmlns:a16="http://schemas.microsoft.com/office/drawing/2014/main" id="{4E5C6231-8614-498C-8934-9E508B8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5577571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3" name="LLM-side-segment-6">
            <a:extLst xmlns:a="http://schemas.openxmlformats.org/drawingml/2006/main">
              <a:ext uri="{FF2B5EF4-FFF2-40B4-BE49-F238E27FC236}">
                <a16:creationId xmlns:a16="http://schemas.microsoft.com/office/drawing/2014/main" id="{FF5F63B5-1ED9-47E5-81CE-42BA6D4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25" y="5577571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4" name="LLM-side-segment-7">
            <a:extLst xmlns:a="http://schemas.openxmlformats.org/drawingml/2006/main">
              <a:ext uri="{FF2B5EF4-FFF2-40B4-BE49-F238E27FC236}">
                <a16:creationId xmlns:a16="http://schemas.microsoft.com/office/drawing/2014/main" id="{B352E2D5-5E0E-4528-8209-978B0855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62400" y="5079364"/>
            <a:ext cx="422275" cy="4982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5" name="LLM-side-segment-8">
            <a:extLst xmlns:a="http://schemas.openxmlformats.org/drawingml/2006/main">
              <a:ext uri="{FF2B5EF4-FFF2-40B4-BE49-F238E27FC236}">
                <a16:creationId xmlns:a16="http://schemas.microsoft.com/office/drawing/2014/main" id="{2501254A-14DF-4405-B7A8-01BDF60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507936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6" name="LLM-side-segment-9">
            <a:extLst xmlns:a="http://schemas.openxmlformats.org/drawingml/2006/main">
              <a:ext uri="{FF2B5EF4-FFF2-40B4-BE49-F238E27FC236}">
                <a16:creationId xmlns:a16="http://schemas.microsoft.com/office/drawing/2014/main" id="{1F68F3EF-E154-4658-B978-494959F3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6950" y="4855627"/>
            <a:ext cx="422275" cy="223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7" name="LLM-side-segment-10">
            <a:extLst xmlns:a="http://schemas.openxmlformats.org/drawingml/2006/main">
              <a:ext uri="{FF2B5EF4-FFF2-40B4-BE49-F238E27FC236}">
                <a16:creationId xmlns:a16="http://schemas.microsoft.com/office/drawing/2014/main" id="{DF52F7BA-19BD-422B-B160-1614520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8" name="LLM-side-segment-11">
            <a:extLst xmlns:a="http://schemas.openxmlformats.org/drawingml/2006/main">
              <a:ext uri="{FF2B5EF4-FFF2-40B4-BE49-F238E27FC236}">
                <a16:creationId xmlns:a16="http://schemas.microsoft.com/office/drawing/2014/main" id="{80DCE1E3-E3B9-40CA-8711-3D1AD81A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9" name="LLM-side-segment-12">
            <a:extLst xmlns:a="http://schemas.openxmlformats.org/drawingml/2006/main">
              <a:ext uri="{FF2B5EF4-FFF2-40B4-BE49-F238E27FC236}">
                <a16:creationId xmlns:a16="http://schemas.microsoft.com/office/drawing/2014/main" id="{48E188EC-89B3-450F-B5FF-24353B0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75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0" name="LLM-side-segment-13">
            <a:extLst xmlns:a="http://schemas.openxmlformats.org/drawingml/2006/main">
              <a:ext uri="{FF2B5EF4-FFF2-40B4-BE49-F238E27FC236}">
                <a16:creationId xmlns:a16="http://schemas.microsoft.com/office/drawing/2014/main" id="{65EBC34E-3FE4-4BB0-8EFF-3C9B2C6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1" name="LLM-side-segment-14">
            <a:extLst xmlns:a="http://schemas.openxmlformats.org/drawingml/2006/main">
              <a:ext uri="{FF2B5EF4-FFF2-40B4-BE49-F238E27FC236}">
                <a16:creationId xmlns:a16="http://schemas.microsoft.com/office/drawing/2014/main" id="{8C2A5C69-42DE-481B-AA8B-502EC8C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325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2" name="LLM-side-segment-15">
            <a:extLst xmlns:a="http://schemas.openxmlformats.org/drawingml/2006/main">
              <a:ext uri="{FF2B5EF4-FFF2-40B4-BE49-F238E27FC236}">
                <a16:creationId xmlns:a16="http://schemas.microsoft.com/office/drawing/2014/main" id="{4C50AFB0-AC02-4617-853B-0D14F4FD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00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3" name="LLM-side-segment-16">
            <a:extLst xmlns:a="http://schemas.openxmlformats.org/drawingml/2006/main">
              <a:ext uri="{FF2B5EF4-FFF2-40B4-BE49-F238E27FC236}">
                <a16:creationId xmlns:a16="http://schemas.microsoft.com/office/drawing/2014/main" id="{39ECDFE1-D54B-4F67-B171-22F6F53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4" name="LLM-side-segment-17">
            <a:extLst xmlns:a="http://schemas.openxmlformats.org/drawingml/2006/main">
              <a:ext uri="{FF2B5EF4-FFF2-40B4-BE49-F238E27FC236}">
                <a16:creationId xmlns:a16="http://schemas.microsoft.com/office/drawing/2014/main" id="{B6A61AD1-E802-4A2B-81E3-3D254EB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150" y="485562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5" name="LLM-side-segment-18">
            <a:extLst xmlns:a="http://schemas.openxmlformats.org/drawingml/2006/main">
              <a:ext uri="{FF2B5EF4-FFF2-40B4-BE49-F238E27FC236}">
                <a16:creationId xmlns:a16="http://schemas.microsoft.com/office/drawing/2014/main" id="{40FA35BF-F6C5-4C4C-84ED-9E95FE0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07425" y="4599514"/>
            <a:ext cx="422275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6" name="LLM-side-segment-19">
            <a:extLst xmlns:a="http://schemas.openxmlformats.org/drawingml/2006/main">
              <a:ext uri="{FF2B5EF4-FFF2-40B4-BE49-F238E27FC236}">
                <a16:creationId xmlns:a16="http://schemas.microsoft.com/office/drawing/2014/main" id="{05C2E150-840F-4E5D-AE54-EF26DC3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7" name="LLM-side-segment-20">
            <a:extLst xmlns:a="http://schemas.openxmlformats.org/drawingml/2006/main">
              <a:ext uri="{FF2B5EF4-FFF2-40B4-BE49-F238E27FC236}">
                <a16:creationId xmlns:a16="http://schemas.microsoft.com/office/drawing/2014/main" id="{D1F7ECA2-66E5-4E0A-85B1-AE8C5B4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975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8" name="LLM-side-segment-21">
            <a:extLst xmlns:a="http://schemas.openxmlformats.org/drawingml/2006/main">
              <a:ext uri="{FF2B5EF4-FFF2-40B4-BE49-F238E27FC236}">
                <a16:creationId xmlns:a16="http://schemas.microsoft.com/office/drawing/2014/main" id="{8BCB8B6A-D295-44DF-A49D-5FA3950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9" name="LLM-side-segment-22">
            <a:extLst xmlns:a="http://schemas.openxmlformats.org/drawingml/2006/main">
              <a:ext uri="{FF2B5EF4-FFF2-40B4-BE49-F238E27FC236}">
                <a16:creationId xmlns:a16="http://schemas.microsoft.com/office/drawing/2014/main" id="{3D58B35B-D696-4239-B119-697B9067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0" name="LLM-side-segment-23">
            <a:extLst xmlns:a="http://schemas.openxmlformats.org/drawingml/2006/main">
              <a:ext uri="{FF2B5EF4-FFF2-40B4-BE49-F238E27FC236}">
                <a16:creationId xmlns:a16="http://schemas.microsoft.com/office/drawing/2014/main" id="{F3112922-6B90-4FF5-AE12-74E7781E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800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1" name="LLM-side-segment-24">
            <a:extLst xmlns:a="http://schemas.openxmlformats.org/drawingml/2006/main">
              <a:ext uri="{FF2B5EF4-FFF2-40B4-BE49-F238E27FC236}">
                <a16:creationId xmlns:a16="http://schemas.microsoft.com/office/drawing/2014/main" id="{219F1F40-FE06-49C9-BEFC-CE817B32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1075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2" name="LLM-side-segment-25">
            <a:extLst xmlns:a="http://schemas.openxmlformats.org/drawingml/2006/main">
              <a:ext uri="{FF2B5EF4-FFF2-40B4-BE49-F238E27FC236}">
                <a16:creationId xmlns:a16="http://schemas.microsoft.com/office/drawing/2014/main" id="{4161936C-730C-4B77-A4C6-6285742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3" name="LLM-side-segment-26">
            <a:extLst xmlns:a="http://schemas.openxmlformats.org/drawingml/2006/main">
              <a:ext uri="{FF2B5EF4-FFF2-40B4-BE49-F238E27FC236}">
                <a16:creationId xmlns:a16="http://schemas.microsoft.com/office/drawing/2014/main" id="{0F786693-E898-4A16-B77B-924A3F8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625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4" name="LLM-side-segment-27">
            <a:extLst xmlns:a="http://schemas.openxmlformats.org/drawingml/2006/main">
              <a:ext uri="{FF2B5EF4-FFF2-40B4-BE49-F238E27FC236}">
                <a16:creationId xmlns:a16="http://schemas.microsoft.com/office/drawing/2014/main" id="{01904F70-BD00-4996-88A8-3A56DD8C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7900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5" name="LLM-side-segment-28">
            <a:extLst xmlns:a="http://schemas.openxmlformats.org/drawingml/2006/main">
              <a:ext uri="{FF2B5EF4-FFF2-40B4-BE49-F238E27FC236}">
                <a16:creationId xmlns:a16="http://schemas.microsoft.com/office/drawing/2014/main" id="{799A8C02-4FFC-4EB7-8D1D-7404F16B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6" name="LLM-side-segment-29">
            <a:extLst xmlns:a="http://schemas.openxmlformats.org/drawingml/2006/main">
              <a:ext uri="{FF2B5EF4-FFF2-40B4-BE49-F238E27FC236}">
                <a16:creationId xmlns:a16="http://schemas.microsoft.com/office/drawing/2014/main" id="{2B3D5017-7EF4-442D-8A87-19EE57F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450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7" name="LLM-side-segment-30">
            <a:extLst xmlns:a="http://schemas.openxmlformats.org/drawingml/2006/main">
              <a:ext uri="{FF2B5EF4-FFF2-40B4-BE49-F238E27FC236}">
                <a16:creationId xmlns:a16="http://schemas.microsoft.com/office/drawing/2014/main" id="{DA34BA30-DF93-405C-95C2-183C575C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4725" y="459951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8" name="LLM-side-marker-0">
            <a:extLst xmlns:a="http://schemas.openxmlformats.org/drawingml/2006/main">
              <a:ext uri="{FF2B5EF4-FFF2-40B4-BE49-F238E27FC236}">
                <a16:creationId xmlns:a16="http://schemas.microsoft.com/office/drawing/2014/main" id="{49197C40-DDEB-4267-BB4C-674EE1CE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736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59" name="LLM-side-marker-1">
            <a:extLst xmlns:a="http://schemas.openxmlformats.org/drawingml/2006/main">
              <a:ext uri="{FF2B5EF4-FFF2-40B4-BE49-F238E27FC236}">
                <a16:creationId xmlns:a16="http://schemas.microsoft.com/office/drawing/2014/main" id="{51F03CC7-0954-49CD-8BD5-B0E129C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925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0" name="LLM-side-marker-2">
            <a:extLst xmlns:a="http://schemas.openxmlformats.org/drawingml/2006/main">
              <a:ext uri="{FF2B5EF4-FFF2-40B4-BE49-F238E27FC236}">
                <a16:creationId xmlns:a16="http://schemas.microsoft.com/office/drawing/2014/main" id="{B84DE84C-5AFE-427D-ADCB-D6C55C73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1" name="LLM-side-marker-3">
            <a:extLst xmlns:a="http://schemas.openxmlformats.org/drawingml/2006/main">
              <a:ext uri="{FF2B5EF4-FFF2-40B4-BE49-F238E27FC236}">
                <a16:creationId xmlns:a16="http://schemas.microsoft.com/office/drawing/2014/main" id="{D3D73AD5-C5A3-4E97-A11D-9CF18D02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2" name="LLM-side-marker-4">
            <a:extLst xmlns:a="http://schemas.openxmlformats.org/drawingml/2006/main">
              <a:ext uri="{FF2B5EF4-FFF2-40B4-BE49-F238E27FC236}">
                <a16:creationId xmlns:a16="http://schemas.microsoft.com/office/drawing/2014/main" id="{FFAAA4BF-8D7E-4619-A02F-9FFC72A0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0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3" name="LLM-side-marker-5">
            <a:extLst xmlns:a="http://schemas.openxmlformats.org/drawingml/2006/main">
              <a:ext uri="{FF2B5EF4-FFF2-40B4-BE49-F238E27FC236}">
                <a16:creationId xmlns:a16="http://schemas.microsoft.com/office/drawing/2014/main" id="{115EA21C-7A6F-4FC4-812A-DC82DA4F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025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4" name="LLM-side-marker-6">
            <a:extLst xmlns:a="http://schemas.openxmlformats.org/drawingml/2006/main">
              <a:ext uri="{FF2B5EF4-FFF2-40B4-BE49-F238E27FC236}">
                <a16:creationId xmlns:a16="http://schemas.microsoft.com/office/drawing/2014/main" id="{8A6F1B50-C32F-408C-9593-D78D23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5" name="LLM-side-marker-7">
            <a:extLst xmlns:a="http://schemas.openxmlformats.org/drawingml/2006/main">
              <a:ext uri="{FF2B5EF4-FFF2-40B4-BE49-F238E27FC236}">
                <a16:creationId xmlns:a16="http://schemas.microsoft.com/office/drawing/2014/main" id="{35E3E382-F9A0-43E1-A1E1-1CDF6A13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50412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6" name="LLM-side-marker-8">
            <a:extLst xmlns:a="http://schemas.openxmlformats.org/drawingml/2006/main">
              <a:ext uri="{FF2B5EF4-FFF2-40B4-BE49-F238E27FC236}">
                <a16:creationId xmlns:a16="http://schemas.microsoft.com/office/drawing/2014/main" id="{81E4A1B2-2850-45E9-AB45-EAC693D3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50" y="50412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7" name="LLM-side-marker-9">
            <a:extLst xmlns:a="http://schemas.openxmlformats.org/drawingml/2006/main">
              <a:ext uri="{FF2B5EF4-FFF2-40B4-BE49-F238E27FC236}">
                <a16:creationId xmlns:a16="http://schemas.microsoft.com/office/drawing/2014/main" id="{719919D9-1817-4506-AC63-C4BF964E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8" name="LLM-side-marker-10">
            <a:extLst xmlns:a="http://schemas.openxmlformats.org/drawingml/2006/main">
              <a:ext uri="{FF2B5EF4-FFF2-40B4-BE49-F238E27FC236}">
                <a16:creationId xmlns:a16="http://schemas.microsoft.com/office/drawing/2014/main" id="{73746F4D-3FE6-44E4-A062-47BAE0F8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400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9" name="LLM-side-marker-11">
            <a:extLst xmlns:a="http://schemas.openxmlformats.org/drawingml/2006/main">
              <a:ext uri="{FF2B5EF4-FFF2-40B4-BE49-F238E27FC236}">
                <a16:creationId xmlns:a16="http://schemas.microsoft.com/office/drawing/2014/main" id="{4B4A657A-BAC1-42B2-A3C0-39D41DB0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675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0" name="LLM-side-marker-12">
            <a:extLst xmlns:a="http://schemas.openxmlformats.org/drawingml/2006/main">
              <a:ext uri="{FF2B5EF4-FFF2-40B4-BE49-F238E27FC236}">
                <a16:creationId xmlns:a16="http://schemas.microsoft.com/office/drawing/2014/main" id="{275642AB-0FA8-4471-852E-6C2ADCA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1" name="LLM-side-marker-13">
            <a:extLst xmlns:a="http://schemas.openxmlformats.org/drawingml/2006/main">
              <a:ext uri="{FF2B5EF4-FFF2-40B4-BE49-F238E27FC236}">
                <a16:creationId xmlns:a16="http://schemas.microsoft.com/office/drawing/2014/main" id="{6BBE5CD3-D3A2-4DC8-8577-B168E6A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225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2" name="LLM-side-marker-14">
            <a:extLst xmlns:a="http://schemas.openxmlformats.org/drawingml/2006/main">
              <a:ext uri="{FF2B5EF4-FFF2-40B4-BE49-F238E27FC236}">
                <a16:creationId xmlns:a16="http://schemas.microsoft.com/office/drawing/2014/main" id="{3DED74F5-73B1-418E-8DAD-5CF1040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3" name="LLM-side-marker-15">
            <a:extLst xmlns:a="http://schemas.openxmlformats.org/drawingml/2006/main">
              <a:ext uri="{FF2B5EF4-FFF2-40B4-BE49-F238E27FC236}">
                <a16:creationId xmlns:a16="http://schemas.microsoft.com/office/drawing/2014/main" id="{82BB1451-7A34-4469-B2BB-728A524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4" name="LLM-side-marker-16">
            <a:extLst xmlns:a="http://schemas.openxmlformats.org/drawingml/2006/main">
              <a:ext uri="{FF2B5EF4-FFF2-40B4-BE49-F238E27FC236}">
                <a16:creationId xmlns:a16="http://schemas.microsoft.com/office/drawing/2014/main" id="{D4F78498-C46C-40C8-9C43-F38EA517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5" name="LLM-side-marker-17">
            <a:extLst xmlns:a="http://schemas.openxmlformats.org/drawingml/2006/main">
              <a:ext uri="{FF2B5EF4-FFF2-40B4-BE49-F238E27FC236}">
                <a16:creationId xmlns:a16="http://schemas.microsoft.com/office/drawing/2014/main" id="{E736A213-602A-441E-8BE3-5C7EA04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325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6" name="LLM-side-marker-18">
            <a:extLst xmlns:a="http://schemas.openxmlformats.org/drawingml/2006/main">
              <a:ext uri="{FF2B5EF4-FFF2-40B4-BE49-F238E27FC236}">
                <a16:creationId xmlns:a16="http://schemas.microsoft.com/office/drawing/2014/main" id="{EE33106A-2FED-4F81-BD71-1632CB4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7" name="LLM-side-marker-19">
            <a:extLst xmlns:a="http://schemas.openxmlformats.org/drawingml/2006/main">
              <a:ext uri="{FF2B5EF4-FFF2-40B4-BE49-F238E27FC236}">
                <a16:creationId xmlns:a16="http://schemas.microsoft.com/office/drawing/2014/main" id="{9FFBA4FC-DDF3-4CE2-B8EF-688FA711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8" name="LLM-side-marker-20">
            <a:extLst xmlns:a="http://schemas.openxmlformats.org/drawingml/2006/main">
              <a:ext uri="{FF2B5EF4-FFF2-40B4-BE49-F238E27FC236}">
                <a16:creationId xmlns:a16="http://schemas.microsoft.com/office/drawing/2014/main" id="{6121FB92-23C0-4084-9AA7-306AE60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5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9" name="LLM-side-marker-21">
            <a:extLst xmlns:a="http://schemas.openxmlformats.org/drawingml/2006/main">
              <a:ext uri="{FF2B5EF4-FFF2-40B4-BE49-F238E27FC236}">
                <a16:creationId xmlns:a16="http://schemas.microsoft.com/office/drawing/2014/main" id="{0DAA3BC7-6F60-4F32-9FF3-6C7AEEC9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0" name="LLM-side-marker-22">
            <a:extLst xmlns:a="http://schemas.openxmlformats.org/drawingml/2006/main">
              <a:ext uri="{FF2B5EF4-FFF2-40B4-BE49-F238E27FC236}">
                <a16:creationId xmlns:a16="http://schemas.microsoft.com/office/drawing/2014/main" id="{B385798D-C778-468E-8E3E-B8497590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1" name="LLM-side-marker-23">
            <a:extLst xmlns:a="http://schemas.openxmlformats.org/drawingml/2006/main">
              <a:ext uri="{FF2B5EF4-FFF2-40B4-BE49-F238E27FC236}">
                <a16:creationId xmlns:a16="http://schemas.microsoft.com/office/drawing/2014/main" id="{D4704BAB-98FC-4C4F-A428-8944E42C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975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2" name="LLM-side-marker-24">
            <a:extLst xmlns:a="http://schemas.openxmlformats.org/drawingml/2006/main">
              <a:ext uri="{FF2B5EF4-FFF2-40B4-BE49-F238E27FC236}">
                <a16:creationId xmlns:a16="http://schemas.microsoft.com/office/drawing/2014/main" id="{EF567650-C673-4135-B28C-85A62BC8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3" name="LLM-side-marker-25">
            <a:extLst xmlns:a="http://schemas.openxmlformats.org/drawingml/2006/main">
              <a:ext uri="{FF2B5EF4-FFF2-40B4-BE49-F238E27FC236}">
                <a16:creationId xmlns:a16="http://schemas.microsoft.com/office/drawing/2014/main" id="{6DE7E357-B530-47C8-8659-8FB12A6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525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4" name="LLM-side-marker-26">
            <a:extLst xmlns:a="http://schemas.openxmlformats.org/drawingml/2006/main">
              <a:ext uri="{FF2B5EF4-FFF2-40B4-BE49-F238E27FC236}">
                <a16:creationId xmlns:a16="http://schemas.microsoft.com/office/drawing/2014/main" id="{3152756B-AC40-4455-8BBA-C001776B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5" name="LLM-side-marker-27">
            <a:extLst xmlns:a="http://schemas.openxmlformats.org/drawingml/2006/main">
              <a:ext uri="{FF2B5EF4-FFF2-40B4-BE49-F238E27FC236}">
                <a16:creationId xmlns:a16="http://schemas.microsoft.com/office/drawing/2014/main" id="{3B1A58BA-45EB-4777-82B8-4E62EAF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6" name="LLM-side-marker-28">
            <a:extLst xmlns:a="http://schemas.openxmlformats.org/drawingml/2006/main">
              <a:ext uri="{FF2B5EF4-FFF2-40B4-BE49-F238E27FC236}">
                <a16:creationId xmlns:a16="http://schemas.microsoft.com/office/drawing/2014/main" id="{4107A8FC-E32A-4A3E-9145-772C6249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35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7" name="LLM-side-marker-29">
            <a:extLst xmlns:a="http://schemas.openxmlformats.org/drawingml/2006/main">
              <a:ext uri="{FF2B5EF4-FFF2-40B4-BE49-F238E27FC236}">
                <a16:creationId xmlns:a16="http://schemas.microsoft.com/office/drawing/2014/main" id="{1504EE1B-52F2-4066-BCA7-1C93B5CA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625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8" name="LLM-side-marker-30">
            <a:extLst xmlns:a="http://schemas.openxmlformats.org/drawingml/2006/main">
              <a:ext uri="{FF2B5EF4-FFF2-40B4-BE49-F238E27FC236}">
                <a16:creationId xmlns:a16="http://schemas.microsoft.com/office/drawing/2014/main" id="{E6BE14F2-F421-44AF-B365-3BF0F1E7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5614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9" name="General Harness-segment-1">
            <a:extLst xmlns:a="http://schemas.openxmlformats.org/drawingml/2006/main">
              <a:ext uri="{FF2B5EF4-FFF2-40B4-BE49-F238E27FC236}">
                <a16:creationId xmlns:a16="http://schemas.microsoft.com/office/drawing/2014/main" id="{5F18F17B-1C91-4191-9461-076A146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6811743"/>
            <a:ext cx="422275" cy="1986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0" name="General Harness-segment-2">
            <a:extLst xmlns:a="http://schemas.openxmlformats.org/drawingml/2006/main">
              <a:ext uri="{FF2B5EF4-FFF2-40B4-BE49-F238E27FC236}">
                <a16:creationId xmlns:a16="http://schemas.microsoft.com/office/drawing/2014/main" id="{20EDD438-DEA5-4179-9A91-D6A6DBA2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51025" y="5833685"/>
            <a:ext cx="422275" cy="9780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1" name="General Harness-segment-3">
            <a:extLst xmlns:a="http://schemas.openxmlformats.org/drawingml/2006/main">
              <a:ext uri="{FF2B5EF4-FFF2-40B4-BE49-F238E27FC236}">
                <a16:creationId xmlns:a16="http://schemas.microsoft.com/office/drawing/2014/main" id="{9C280246-9DFC-4BEB-8F9F-5F1EDAE7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73300" y="5216599"/>
            <a:ext cx="422275" cy="617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2" name="General Harness-segment-4">
            <a:extLst xmlns:a="http://schemas.openxmlformats.org/drawingml/2006/main">
              <a:ext uri="{FF2B5EF4-FFF2-40B4-BE49-F238E27FC236}">
                <a16:creationId xmlns:a16="http://schemas.microsoft.com/office/drawing/2014/main" id="{0EB0B90A-C859-4CE4-9E0A-A71A01F6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95575" y="4960486"/>
            <a:ext cx="422275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3" name="General Harness-segment-5">
            <a:extLst xmlns:a="http://schemas.openxmlformats.org/drawingml/2006/main">
              <a:ext uri="{FF2B5EF4-FFF2-40B4-BE49-F238E27FC236}">
                <a16:creationId xmlns:a16="http://schemas.microsoft.com/office/drawing/2014/main" id="{3BB882BB-0BF8-416E-A046-EADDC74F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17850" y="4855627"/>
            <a:ext cx="422275" cy="104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4" name="General Harness-segment-6">
            <a:extLst xmlns:a="http://schemas.openxmlformats.org/drawingml/2006/main">
              <a:ext uri="{FF2B5EF4-FFF2-40B4-BE49-F238E27FC236}">
                <a16:creationId xmlns:a16="http://schemas.microsoft.com/office/drawing/2014/main" id="{37409318-0156-4AB1-9BE7-3CE6982D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4599514"/>
            <a:ext cx="422275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5" name="General Harness-segment-7">
            <a:extLst xmlns:a="http://schemas.openxmlformats.org/drawingml/2006/main">
              <a:ext uri="{FF2B5EF4-FFF2-40B4-BE49-F238E27FC236}">
                <a16:creationId xmlns:a16="http://schemas.microsoft.com/office/drawing/2014/main" id="{1B69C3C5-4D3F-444F-B97F-674E45D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62400" y="4528254"/>
            <a:ext cx="422275" cy="71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6" name="General Harness-segment-8">
            <a:extLst xmlns:a="http://schemas.openxmlformats.org/drawingml/2006/main">
              <a:ext uri="{FF2B5EF4-FFF2-40B4-BE49-F238E27FC236}">
                <a16:creationId xmlns:a16="http://schemas.microsoft.com/office/drawing/2014/main" id="{D3854067-EDA0-491F-8CB8-5C35AC29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452825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7" name="General Harness-segment-9">
            <a:extLst xmlns:a="http://schemas.openxmlformats.org/drawingml/2006/main">
              <a:ext uri="{FF2B5EF4-FFF2-40B4-BE49-F238E27FC236}">
                <a16:creationId xmlns:a16="http://schemas.microsoft.com/office/drawing/2014/main" id="{2D6A98F8-DACD-42D8-9001-B871408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6950" y="4462279"/>
            <a:ext cx="422275" cy="659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8" name="General Harness-segment-10">
            <a:extLst xmlns:a="http://schemas.openxmlformats.org/drawingml/2006/main">
              <a:ext uri="{FF2B5EF4-FFF2-40B4-BE49-F238E27FC236}">
                <a16:creationId xmlns:a16="http://schemas.microsoft.com/office/drawing/2014/main" id="{2D143A9A-7277-424E-B188-A4DEFE0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29225" y="4238542"/>
            <a:ext cx="422275" cy="223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9" name="General Harness-segment-11">
            <a:extLst xmlns:a="http://schemas.openxmlformats.org/drawingml/2006/main">
              <a:ext uri="{FF2B5EF4-FFF2-40B4-BE49-F238E27FC236}">
                <a16:creationId xmlns:a16="http://schemas.microsoft.com/office/drawing/2014/main" id="{878B2987-3857-40A6-B56A-4914B07A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1500" y="4059891"/>
            <a:ext cx="422275" cy="17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0" name="General Harness-segment-12">
            <a:extLst xmlns:a="http://schemas.openxmlformats.org/drawingml/2006/main">
              <a:ext uri="{FF2B5EF4-FFF2-40B4-BE49-F238E27FC236}">
                <a16:creationId xmlns:a16="http://schemas.microsoft.com/office/drawing/2014/main" id="{EA9DB57E-8F5D-4216-9FCF-D12D48C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73775" y="3982428"/>
            <a:ext cx="422275" cy="77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1" name="General Harness-segment-13">
            <a:extLst xmlns:a="http://schemas.openxmlformats.org/drawingml/2006/main">
              <a:ext uri="{FF2B5EF4-FFF2-40B4-BE49-F238E27FC236}">
                <a16:creationId xmlns:a16="http://schemas.microsoft.com/office/drawing/2014/main" id="{A920A07E-BA0A-4455-ABD8-66FF9CDF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3911169"/>
            <a:ext cx="422275" cy="71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2" name="General Harness-segment-14">
            <a:extLst xmlns:a="http://schemas.openxmlformats.org/drawingml/2006/main">
              <a:ext uri="{FF2B5EF4-FFF2-40B4-BE49-F238E27FC236}">
                <a16:creationId xmlns:a16="http://schemas.microsoft.com/office/drawing/2014/main" id="{454D3ADB-291D-4113-8986-F7E773A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325" y="3911169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3" name="General Harness-segment-15">
            <a:extLst xmlns:a="http://schemas.openxmlformats.org/drawingml/2006/main">
              <a:ext uri="{FF2B5EF4-FFF2-40B4-BE49-F238E27FC236}">
                <a16:creationId xmlns:a16="http://schemas.microsoft.com/office/drawing/2014/main" id="{B543D937-2082-4334-8681-DFEA4DD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40600" y="3845193"/>
            <a:ext cx="422275" cy="659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4" name="General Harness-segment-16">
            <a:extLst xmlns:a="http://schemas.openxmlformats.org/drawingml/2006/main">
              <a:ext uri="{FF2B5EF4-FFF2-40B4-BE49-F238E27FC236}">
                <a16:creationId xmlns:a16="http://schemas.microsoft.com/office/drawing/2014/main" id="{9E7360F9-4332-4AA5-A22E-C23E2A5C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62875" y="3672342"/>
            <a:ext cx="422275" cy="172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5" name="General Harness-segment-17">
            <a:extLst xmlns:a="http://schemas.openxmlformats.org/drawingml/2006/main">
              <a:ext uri="{FF2B5EF4-FFF2-40B4-BE49-F238E27FC236}">
                <a16:creationId xmlns:a16="http://schemas.microsoft.com/office/drawing/2014/main" id="{0A1665C0-36D0-4A29-B978-9ED6148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85150" y="3422799"/>
            <a:ext cx="422275" cy="2495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6" name="General Harness-segment-18">
            <a:extLst xmlns:a="http://schemas.openxmlformats.org/drawingml/2006/main">
              <a:ext uri="{FF2B5EF4-FFF2-40B4-BE49-F238E27FC236}">
                <a16:creationId xmlns:a16="http://schemas.microsoft.com/office/drawing/2014/main" id="{8CBD6945-8510-4240-8494-B2FB89B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07425" y="3403232"/>
            <a:ext cx="422275" cy="19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7" name="General Harness-segment-19">
            <a:extLst xmlns:a="http://schemas.openxmlformats.org/drawingml/2006/main">
              <a:ext uri="{FF2B5EF4-FFF2-40B4-BE49-F238E27FC236}">
                <a16:creationId xmlns:a16="http://schemas.microsoft.com/office/drawing/2014/main" id="{0D8CEEA5-2C28-4F4A-A321-378200A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29700" y="3277125"/>
            <a:ext cx="422275" cy="126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8" name="General Harness-segment-20">
            <a:extLst xmlns:a="http://schemas.openxmlformats.org/drawingml/2006/main">
              <a:ext uri="{FF2B5EF4-FFF2-40B4-BE49-F238E27FC236}">
                <a16:creationId xmlns:a16="http://schemas.microsoft.com/office/drawing/2014/main" id="{437F604A-BB7E-4889-A197-1AF4BC7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1975" y="3137493"/>
            <a:ext cx="422275" cy="139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9" name="General Harness-segment-21">
            <a:extLst xmlns:a="http://schemas.openxmlformats.org/drawingml/2006/main">
              <a:ext uri="{FF2B5EF4-FFF2-40B4-BE49-F238E27FC236}">
                <a16:creationId xmlns:a16="http://schemas.microsoft.com/office/drawing/2014/main" id="{42120614-0512-4985-82A9-B8A50A7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74250" y="3081834"/>
            <a:ext cx="422275" cy="556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0" name="General Harness-segment-22">
            <a:extLst xmlns:a="http://schemas.openxmlformats.org/drawingml/2006/main">
              <a:ext uri="{FF2B5EF4-FFF2-40B4-BE49-F238E27FC236}">
                <a16:creationId xmlns:a16="http://schemas.microsoft.com/office/drawing/2014/main" id="{04412696-E275-4303-AEB9-485B0487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96525" y="2992091"/>
            <a:ext cx="422275" cy="89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1" name="General Harness-segment-23">
            <a:extLst xmlns:a="http://schemas.openxmlformats.org/drawingml/2006/main">
              <a:ext uri="{FF2B5EF4-FFF2-40B4-BE49-F238E27FC236}">
                <a16:creationId xmlns:a16="http://schemas.microsoft.com/office/drawing/2014/main" id="{35FE9139-DA3B-4F40-85E9-B36240BF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18800" y="2956236"/>
            <a:ext cx="422275" cy="358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2" name="General Harness-segment-24">
            <a:extLst xmlns:a="http://schemas.openxmlformats.org/drawingml/2006/main">
              <a:ext uri="{FF2B5EF4-FFF2-40B4-BE49-F238E27FC236}">
                <a16:creationId xmlns:a16="http://schemas.microsoft.com/office/drawing/2014/main" id="{B099C27E-EBF6-4DD7-A54F-8C00D447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141075" y="2910571"/>
            <a:ext cx="422275" cy="456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3" name="General Harness-segment-25">
            <a:extLst xmlns:a="http://schemas.openxmlformats.org/drawingml/2006/main">
              <a:ext uri="{FF2B5EF4-FFF2-40B4-BE49-F238E27FC236}">
                <a16:creationId xmlns:a16="http://schemas.microsoft.com/office/drawing/2014/main" id="{AEC628B8-38DB-4C68-BE9B-BDE82A2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63350" y="2856599"/>
            <a:ext cx="422275" cy="539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4" name="General Harness-segment-26">
            <a:extLst xmlns:a="http://schemas.openxmlformats.org/drawingml/2006/main">
              <a:ext uri="{FF2B5EF4-FFF2-40B4-BE49-F238E27FC236}">
                <a16:creationId xmlns:a16="http://schemas.microsoft.com/office/drawing/2014/main" id="{E28FF10D-B7D1-45D2-85B0-BCBE306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85625" y="2676997"/>
            <a:ext cx="422275" cy="1796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5" name="General Harness-segment-27">
            <a:extLst xmlns:a="http://schemas.openxmlformats.org/drawingml/2006/main">
              <a:ext uri="{FF2B5EF4-FFF2-40B4-BE49-F238E27FC236}">
                <a16:creationId xmlns:a16="http://schemas.microsoft.com/office/drawing/2014/main" id="{058AA08A-3E99-43FA-91E0-AB2A488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07900" y="2603108"/>
            <a:ext cx="422275" cy="738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6" name="General Harness-segment-28">
            <a:extLst xmlns:a="http://schemas.openxmlformats.org/drawingml/2006/main">
              <a:ext uri="{FF2B5EF4-FFF2-40B4-BE49-F238E27FC236}">
                <a16:creationId xmlns:a16="http://schemas.microsoft.com/office/drawing/2014/main" id="{12912B94-187C-4175-8C68-7312D50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30175" y="2527616"/>
            <a:ext cx="422275" cy="754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7" name="General Harness-segment-29">
            <a:extLst xmlns:a="http://schemas.openxmlformats.org/drawingml/2006/main">
              <a:ext uri="{FF2B5EF4-FFF2-40B4-BE49-F238E27FC236}">
                <a16:creationId xmlns:a16="http://schemas.microsoft.com/office/drawing/2014/main" id="{BC16AC6B-FF1D-43B3-91F3-297D3D75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52450" y="2412364"/>
            <a:ext cx="422275" cy="115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8" name="General Harness-segment-30">
            <a:extLst xmlns:a="http://schemas.openxmlformats.org/drawingml/2006/main">
              <a:ext uri="{FF2B5EF4-FFF2-40B4-BE49-F238E27FC236}">
                <a16:creationId xmlns:a16="http://schemas.microsoft.com/office/drawing/2014/main" id="{C38C309B-57B8-4A39-A88B-96B6C382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74725" y="2393489"/>
            <a:ext cx="422275" cy="18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9" name="General Harness-marker-0">
            <a:extLst xmlns:a="http://schemas.openxmlformats.org/drawingml/2006/main">
              <a:ext uri="{FF2B5EF4-FFF2-40B4-BE49-F238E27FC236}">
                <a16:creationId xmlns:a16="http://schemas.microsoft.com/office/drawing/2014/main" id="{1D027012-9526-43DC-BFD8-1945F37B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5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0" name="General Harness-marker-3">
            <a:extLst xmlns:a="http://schemas.openxmlformats.org/drawingml/2006/main">
              <a:ext uri="{FF2B5EF4-FFF2-40B4-BE49-F238E27FC236}">
                <a16:creationId xmlns:a16="http://schemas.microsoft.com/office/drawing/2014/main" id="{C533060D-D6C0-458A-8461-0E606CC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15944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1" name="General Harness-marker-6">
            <a:extLst xmlns:a="http://schemas.openxmlformats.org/drawingml/2006/main">
              <a:ext uri="{FF2B5EF4-FFF2-40B4-BE49-F238E27FC236}">
                <a16:creationId xmlns:a16="http://schemas.microsoft.com/office/drawing/2014/main" id="{11BEFF83-F636-44EA-AFB2-0E1688FA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4236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2" name="General Harness-marker-9">
            <a:extLst xmlns:a="http://schemas.openxmlformats.org/drawingml/2006/main">
              <a:ext uri="{FF2B5EF4-FFF2-40B4-BE49-F238E27FC236}">
                <a16:creationId xmlns:a16="http://schemas.microsoft.com/office/drawing/2014/main" id="{4C48E394-A246-4FB3-937E-002AE8FD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40512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3" name="General Harness-marker-12">
            <a:extLst xmlns:a="http://schemas.openxmlformats.org/drawingml/2006/main">
              <a:ext uri="{FF2B5EF4-FFF2-40B4-BE49-F238E27FC236}">
                <a16:creationId xmlns:a16="http://schemas.microsoft.com/office/drawing/2014/main" id="{717193CD-1DEF-443E-A5DE-D55CC7D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52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4" name="General Harness-marker-15">
            <a:extLst xmlns:a="http://schemas.openxmlformats.org/drawingml/2006/main">
              <a:ext uri="{FF2B5EF4-FFF2-40B4-BE49-F238E27FC236}">
                <a16:creationId xmlns:a16="http://schemas.microsoft.com/office/drawing/2014/main" id="{C2BE1D8E-EB17-4AF1-A87C-55CF2A2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8804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5" name="General Harness-marker-18">
            <a:extLst xmlns:a="http://schemas.openxmlformats.org/drawingml/2006/main">
              <a:ext uri="{FF2B5EF4-FFF2-40B4-BE49-F238E27FC236}">
                <a16:creationId xmlns:a16="http://schemas.microsoft.com/office/drawing/2014/main" id="{B5C41600-BD9A-4C1C-AE67-2C05DF9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46082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6" name="General Harness-marker-21">
            <a:extLst xmlns:a="http://schemas.openxmlformats.org/drawingml/2006/main">
              <a:ext uri="{FF2B5EF4-FFF2-40B4-BE49-F238E27FC236}">
                <a16:creationId xmlns:a16="http://schemas.microsoft.com/office/drawing/2014/main" id="{576C9B68-6738-48C7-85EB-5BC8A2A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2468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7" name="General Harness-marker-24">
            <a:extLst xmlns:a="http://schemas.openxmlformats.org/drawingml/2006/main">
              <a:ext uri="{FF2B5EF4-FFF2-40B4-BE49-F238E27FC236}">
                <a16:creationId xmlns:a16="http://schemas.microsoft.com/office/drawing/2014/main" id="{E51BF24F-6B24-4217-B9B3-BF8733C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85342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8" name="General Harness-marker-27">
            <a:extLst xmlns:a="http://schemas.openxmlformats.org/drawingml/2006/main">
              <a:ext uri="{FF2B5EF4-FFF2-40B4-BE49-F238E27FC236}">
                <a16:creationId xmlns:a16="http://schemas.microsoft.com/office/drawing/2014/main" id="{02F2A010-8F9F-4995-B8AA-20EBA9B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254595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9" name="General Harness-marker-30">
            <a:extLst xmlns:a="http://schemas.openxmlformats.org/drawingml/2006/main">
              <a:ext uri="{FF2B5EF4-FFF2-40B4-BE49-F238E27FC236}">
                <a16:creationId xmlns:a16="http://schemas.microsoft.com/office/drawing/2014/main" id="{BAD0D109-9941-4E07-B640-0BD39C8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33633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30" name="General Time-Series Harness-segment-1">
            <a:extLst xmlns:a="http://schemas.openxmlformats.org/drawingml/2006/main">
              <a:ext uri="{FF2B5EF4-FFF2-40B4-BE49-F238E27FC236}">
                <a16:creationId xmlns:a16="http://schemas.microsoft.com/office/drawing/2014/main" id="{9F8EA74A-46FD-4178-84A2-044618FD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10400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1" name="General Time-Series Harness-segment-2">
            <a:extLst xmlns:a="http://schemas.openxmlformats.org/drawingml/2006/main">
              <a:ext uri="{FF2B5EF4-FFF2-40B4-BE49-F238E27FC236}">
                <a16:creationId xmlns:a16="http://schemas.microsoft.com/office/drawing/2014/main" id="{44776866-A8FF-4517-ABC3-9C9110BF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025" y="7010400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2" name="General Time-Series Harness-segment-3">
            <a:extLst xmlns:a="http://schemas.openxmlformats.org/drawingml/2006/main">
              <a:ext uri="{FF2B5EF4-FFF2-40B4-BE49-F238E27FC236}">
                <a16:creationId xmlns:a16="http://schemas.microsoft.com/office/drawing/2014/main" id="{8E56753A-9B97-4B03-B8D4-C4228034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00" y="7010400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3" name="General Time-Series Harness-segment-4">
            <a:extLst xmlns:a="http://schemas.openxmlformats.org/drawingml/2006/main">
              <a:ext uri="{FF2B5EF4-FFF2-40B4-BE49-F238E27FC236}">
                <a16:creationId xmlns:a16="http://schemas.microsoft.com/office/drawing/2014/main" id="{20503B31-8657-4606-9256-5AFA6DF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7010400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4" name="General Time-Series Harness-segment-5">
            <a:extLst xmlns:a="http://schemas.openxmlformats.org/drawingml/2006/main">
              <a:ext uri="{FF2B5EF4-FFF2-40B4-BE49-F238E27FC236}">
                <a16:creationId xmlns:a16="http://schemas.microsoft.com/office/drawing/2014/main" id="{F358EBAD-636A-49AF-9E02-2C257F74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7010400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5" name="General Time-Series Harness-segment-6">
            <a:extLst xmlns:a="http://schemas.openxmlformats.org/drawingml/2006/main">
              <a:ext uri="{FF2B5EF4-FFF2-40B4-BE49-F238E27FC236}">
                <a16:creationId xmlns:a16="http://schemas.microsoft.com/office/drawing/2014/main" id="{F666803C-778D-4BDD-A2E3-D462C577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40125" y="6194657"/>
            <a:ext cx="422275" cy="815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6" name="General Time-Series Harness-segment-7">
            <a:extLst xmlns:a="http://schemas.openxmlformats.org/drawingml/2006/main">
              <a:ext uri="{FF2B5EF4-FFF2-40B4-BE49-F238E27FC236}">
                <a16:creationId xmlns:a16="http://schemas.microsoft.com/office/drawing/2014/main" id="{B5B84249-617B-4D0F-BDB3-82F46F4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9465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7" name="General Time-Series Harness-segment-8">
            <a:extLst xmlns:a="http://schemas.openxmlformats.org/drawingml/2006/main">
              <a:ext uri="{FF2B5EF4-FFF2-40B4-BE49-F238E27FC236}">
                <a16:creationId xmlns:a16="http://schemas.microsoft.com/office/drawing/2014/main" id="{B49B41FA-7F8D-449E-97C3-10197051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619465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8" name="General Time-Series Harness-segment-9">
            <a:extLst xmlns:a="http://schemas.openxmlformats.org/drawingml/2006/main">
              <a:ext uri="{FF2B5EF4-FFF2-40B4-BE49-F238E27FC236}">
                <a16:creationId xmlns:a16="http://schemas.microsoft.com/office/drawing/2014/main" id="{43A5AE43-4565-441F-949D-005A084D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50" y="619465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9" name="General Time-Series Harness-segment-10">
            <a:extLst xmlns:a="http://schemas.openxmlformats.org/drawingml/2006/main">
              <a:ext uri="{FF2B5EF4-FFF2-40B4-BE49-F238E27FC236}">
                <a16:creationId xmlns:a16="http://schemas.microsoft.com/office/drawing/2014/main" id="{98C2069A-694D-4263-B5D0-DE58628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194657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0" name="General Time-Series Harness-segment-11">
            <a:extLst xmlns:a="http://schemas.openxmlformats.org/drawingml/2006/main">
              <a:ext uri="{FF2B5EF4-FFF2-40B4-BE49-F238E27FC236}">
                <a16:creationId xmlns:a16="http://schemas.microsoft.com/office/drawing/2014/main" id="{BFC91E4D-4244-4978-86ED-4BE25FBD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1500" y="5577571"/>
            <a:ext cx="422275" cy="617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1" name="General Time-Series Harness-segment-12">
            <a:extLst xmlns:a="http://schemas.openxmlformats.org/drawingml/2006/main">
              <a:ext uri="{FF2B5EF4-FFF2-40B4-BE49-F238E27FC236}">
                <a16:creationId xmlns:a16="http://schemas.microsoft.com/office/drawing/2014/main" id="{BD4A59D3-FF93-412A-BD91-428EDB9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73775" y="4960486"/>
            <a:ext cx="422275" cy="617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2" name="General Time-Series Harness-segment-13">
            <a:extLst xmlns:a="http://schemas.openxmlformats.org/drawingml/2006/main">
              <a:ext uri="{FF2B5EF4-FFF2-40B4-BE49-F238E27FC236}">
                <a16:creationId xmlns:a16="http://schemas.microsoft.com/office/drawing/2014/main" id="{32FB2BA8-D3EA-4B6C-A9C4-B50A9B11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0486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3" name="General Time-Series Harness-segment-14">
            <a:extLst xmlns:a="http://schemas.openxmlformats.org/drawingml/2006/main">
              <a:ext uri="{FF2B5EF4-FFF2-40B4-BE49-F238E27FC236}">
                <a16:creationId xmlns:a16="http://schemas.microsoft.com/office/drawing/2014/main" id="{E52C40CA-BC41-4E22-9361-C5598F64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18325" y="4761828"/>
            <a:ext cx="422275" cy="1986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4" name="General Time-Series Harness-segment-15">
            <a:extLst xmlns:a="http://schemas.openxmlformats.org/drawingml/2006/main">
              <a:ext uri="{FF2B5EF4-FFF2-40B4-BE49-F238E27FC236}">
                <a16:creationId xmlns:a16="http://schemas.microsoft.com/office/drawing/2014/main" id="{6AD5121F-E2D2-40D3-AA99-121FC844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00" y="4761828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5" name="General Time-Series Harness-segment-16">
            <a:extLst xmlns:a="http://schemas.openxmlformats.org/drawingml/2006/main">
              <a:ext uri="{FF2B5EF4-FFF2-40B4-BE49-F238E27FC236}">
                <a16:creationId xmlns:a16="http://schemas.microsoft.com/office/drawing/2014/main" id="{AF8D58A5-2FB5-4547-BFF5-4CBAAD13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1828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6" name="General Time-Series Harness-segment-17">
            <a:extLst xmlns:a="http://schemas.openxmlformats.org/drawingml/2006/main">
              <a:ext uri="{FF2B5EF4-FFF2-40B4-BE49-F238E27FC236}">
                <a16:creationId xmlns:a16="http://schemas.microsoft.com/office/drawing/2014/main" id="{D89DE598-F32D-4C74-BBBE-F75A576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85150" y="4343400"/>
            <a:ext cx="422275" cy="4184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7" name="General Time-Series Harness-segment-18">
            <a:extLst xmlns:a="http://schemas.openxmlformats.org/drawingml/2006/main">
              <a:ext uri="{FF2B5EF4-FFF2-40B4-BE49-F238E27FC236}">
                <a16:creationId xmlns:a16="http://schemas.microsoft.com/office/drawing/2014/main" id="{BF311D4E-1DED-4E41-A7A5-D498E26A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07425" y="4101307"/>
            <a:ext cx="422275" cy="242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8" name="General Time-Series Harness-segment-19">
            <a:extLst xmlns:a="http://schemas.openxmlformats.org/drawingml/2006/main">
              <a:ext uri="{FF2B5EF4-FFF2-40B4-BE49-F238E27FC236}">
                <a16:creationId xmlns:a16="http://schemas.microsoft.com/office/drawing/2014/main" id="{4398F1E7-93B6-480C-88AD-DFB5A2A3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29700" y="4020317"/>
            <a:ext cx="422275" cy="80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9" name="General Time-Series Harness-segment-20">
            <a:extLst xmlns:a="http://schemas.openxmlformats.org/drawingml/2006/main">
              <a:ext uri="{FF2B5EF4-FFF2-40B4-BE49-F238E27FC236}">
                <a16:creationId xmlns:a16="http://schemas.microsoft.com/office/drawing/2014/main" id="{616F20C4-C7B4-47B6-BEB1-D38675F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1975" y="3877570"/>
            <a:ext cx="422275" cy="1427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0" name="General Time-Series Harness-segment-21">
            <a:extLst xmlns:a="http://schemas.openxmlformats.org/drawingml/2006/main">
              <a:ext uri="{FF2B5EF4-FFF2-40B4-BE49-F238E27FC236}">
                <a16:creationId xmlns:a16="http://schemas.microsoft.com/office/drawing/2014/main" id="{2C4A4196-CEEB-4E3E-BD81-B74FAD67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74250" y="3672342"/>
            <a:ext cx="422275" cy="205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1" name="General Time-Series Harness-segment-22">
            <a:extLst xmlns:a="http://schemas.openxmlformats.org/drawingml/2006/main">
              <a:ext uri="{FF2B5EF4-FFF2-40B4-BE49-F238E27FC236}">
                <a16:creationId xmlns:a16="http://schemas.microsoft.com/office/drawing/2014/main" id="{30B9063E-F7F5-4EEB-AC78-6BF0DD52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672342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2" name="General Time-Series Harness-segment-23">
            <a:extLst xmlns:a="http://schemas.openxmlformats.org/drawingml/2006/main">
              <a:ext uri="{FF2B5EF4-FFF2-40B4-BE49-F238E27FC236}">
                <a16:creationId xmlns:a16="http://schemas.microsoft.com/office/drawing/2014/main" id="{278CC89D-55AD-4991-B1F5-67FC547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800" y="3672342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3" name="General Time-Series Harness-segment-24">
            <a:extLst xmlns:a="http://schemas.openxmlformats.org/drawingml/2006/main">
              <a:ext uri="{FF2B5EF4-FFF2-40B4-BE49-F238E27FC236}">
                <a16:creationId xmlns:a16="http://schemas.microsoft.com/office/drawing/2014/main" id="{5F510A76-4C03-4B43-B367-928B6228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141075" y="3597064"/>
            <a:ext cx="422275" cy="752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4" name="General Time-Series Harness-segment-25">
            <a:extLst xmlns:a="http://schemas.openxmlformats.org/drawingml/2006/main">
              <a:ext uri="{FF2B5EF4-FFF2-40B4-BE49-F238E27FC236}">
                <a16:creationId xmlns:a16="http://schemas.microsoft.com/office/drawing/2014/main" id="{D1E8FEE3-99AC-494F-ACE2-2B49E628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59706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5" name="General Time-Series Harness-segment-26">
            <a:extLst xmlns:a="http://schemas.openxmlformats.org/drawingml/2006/main">
              <a:ext uri="{FF2B5EF4-FFF2-40B4-BE49-F238E27FC236}">
                <a16:creationId xmlns:a16="http://schemas.microsoft.com/office/drawing/2014/main" id="{F8919FB6-2965-4440-94E5-1692F00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85625" y="3365342"/>
            <a:ext cx="422275" cy="2317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6" name="General Time-Series Harness-segment-27">
            <a:extLst xmlns:a="http://schemas.openxmlformats.org/drawingml/2006/main">
              <a:ext uri="{FF2B5EF4-FFF2-40B4-BE49-F238E27FC236}">
                <a16:creationId xmlns:a16="http://schemas.microsoft.com/office/drawing/2014/main" id="{070D690F-826F-4FA5-829D-80000FE0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07900" y="3260484"/>
            <a:ext cx="422275" cy="104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7" name="General Time-Series Harness-segment-28">
            <a:extLst xmlns:a="http://schemas.openxmlformats.org/drawingml/2006/main">
              <a:ext uri="{FF2B5EF4-FFF2-40B4-BE49-F238E27FC236}">
                <a16:creationId xmlns:a16="http://schemas.microsoft.com/office/drawing/2014/main" id="{B6C91843-2FFA-4234-BAD9-39A2B4C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30175" y="3244148"/>
            <a:ext cx="422275" cy="16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8" name="General Time-Series Harness-segment-29">
            <a:extLst xmlns:a="http://schemas.openxmlformats.org/drawingml/2006/main">
              <a:ext uri="{FF2B5EF4-FFF2-40B4-BE49-F238E27FC236}">
                <a16:creationId xmlns:a16="http://schemas.microsoft.com/office/drawing/2014/main" id="{879F80CA-0938-48B9-96AA-2CA7882A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52450" y="3166685"/>
            <a:ext cx="422275" cy="77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9" name="General Time-Series Harness-segment-30">
            <a:extLst xmlns:a="http://schemas.openxmlformats.org/drawingml/2006/main">
              <a:ext uri="{FF2B5EF4-FFF2-40B4-BE49-F238E27FC236}">
                <a16:creationId xmlns:a16="http://schemas.microsoft.com/office/drawing/2014/main" id="{3F833092-76FF-48D6-A486-45976403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74725" y="3055257"/>
            <a:ext cx="422275" cy="1114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60" name="General Time-Series Harness-marker-0">
            <a:extLst xmlns:a="http://schemas.openxmlformats.org/drawingml/2006/main">
              <a:ext uri="{FF2B5EF4-FFF2-40B4-BE49-F238E27FC236}">
                <a16:creationId xmlns:a16="http://schemas.microsoft.com/office/drawing/2014/main" id="{E7C1EA69-6A76-4C56-8F7A-DA0D8CF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1" name="General Time-Series Harness-marker-1">
            <a:extLst xmlns:a="http://schemas.openxmlformats.org/drawingml/2006/main">
              <a:ext uri="{FF2B5EF4-FFF2-40B4-BE49-F238E27FC236}">
                <a16:creationId xmlns:a16="http://schemas.microsoft.com/office/drawing/2014/main" id="{9BFC42F6-6DE9-4564-BCC3-C603B87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925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2" name="General Time-Series Harness-marker-2">
            <a:extLst xmlns:a="http://schemas.openxmlformats.org/drawingml/2006/main">
              <a:ext uri="{FF2B5EF4-FFF2-40B4-BE49-F238E27FC236}">
                <a16:creationId xmlns:a16="http://schemas.microsoft.com/office/drawing/2014/main" id="{E03C5790-FEDE-4520-A072-51CB249A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3" name="General Time-Series Harness-marker-3">
            <a:extLst xmlns:a="http://schemas.openxmlformats.org/drawingml/2006/main">
              <a:ext uri="{FF2B5EF4-FFF2-40B4-BE49-F238E27FC236}">
                <a16:creationId xmlns:a16="http://schemas.microsoft.com/office/drawing/2014/main" id="{FE26C653-B240-4105-9A2F-A8DD1862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4" name="General Time-Series Harness-marker-4">
            <a:extLst xmlns:a="http://schemas.openxmlformats.org/drawingml/2006/main">
              <a:ext uri="{FF2B5EF4-FFF2-40B4-BE49-F238E27FC236}">
                <a16:creationId xmlns:a16="http://schemas.microsoft.com/office/drawing/2014/main" id="{800AC721-04F2-4A76-BDFE-0C2FD8DA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0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5" name="General Time-Series Harness-marker-5">
            <a:extLst xmlns:a="http://schemas.openxmlformats.org/drawingml/2006/main">
              <a:ext uri="{FF2B5EF4-FFF2-40B4-BE49-F238E27FC236}">
                <a16:creationId xmlns:a16="http://schemas.microsoft.com/office/drawing/2014/main" id="{20603E73-D76D-42CD-ADE6-E73E33A0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025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6" name="General Time-Series Harness-marker-6">
            <a:extLst xmlns:a="http://schemas.openxmlformats.org/drawingml/2006/main">
              <a:ext uri="{FF2B5EF4-FFF2-40B4-BE49-F238E27FC236}">
                <a16:creationId xmlns:a16="http://schemas.microsoft.com/office/drawing/2014/main" id="{54A45218-3136-47A2-A0F7-E6435B40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7" name="General Time-Series Harness-marker-7">
            <a:extLst xmlns:a="http://schemas.openxmlformats.org/drawingml/2006/main">
              <a:ext uri="{FF2B5EF4-FFF2-40B4-BE49-F238E27FC236}">
                <a16:creationId xmlns:a16="http://schemas.microsoft.com/office/drawing/2014/main" id="{605FE2AA-3914-401D-9393-757A389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8" name="General Time-Series Harness-marker-8">
            <a:extLst xmlns:a="http://schemas.openxmlformats.org/drawingml/2006/main">
              <a:ext uri="{FF2B5EF4-FFF2-40B4-BE49-F238E27FC236}">
                <a16:creationId xmlns:a16="http://schemas.microsoft.com/office/drawing/2014/main" id="{93541CB6-D7D5-4CBB-9B35-E94734D6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50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9" name="General Time-Series Harness-marker-9">
            <a:extLst xmlns:a="http://schemas.openxmlformats.org/drawingml/2006/main">
              <a:ext uri="{FF2B5EF4-FFF2-40B4-BE49-F238E27FC236}">
                <a16:creationId xmlns:a16="http://schemas.microsoft.com/office/drawing/2014/main" id="{0FC64563-1A2C-42E3-A2FD-799F179B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0" name="General Time-Series Harness-marker-10">
            <a:extLst xmlns:a="http://schemas.openxmlformats.org/drawingml/2006/main">
              <a:ext uri="{FF2B5EF4-FFF2-40B4-BE49-F238E27FC236}">
                <a16:creationId xmlns:a16="http://schemas.microsoft.com/office/drawing/2014/main" id="{BE124439-4D42-4D33-A57C-708BB1E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400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1" name="General Time-Series Harness-marker-11">
            <a:extLst xmlns:a="http://schemas.openxmlformats.org/drawingml/2006/main">
              <a:ext uri="{FF2B5EF4-FFF2-40B4-BE49-F238E27FC236}">
                <a16:creationId xmlns:a16="http://schemas.microsoft.com/office/drawing/2014/main" id="{BA8E8B6B-648C-4BCE-A00F-E836E2A8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675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2" name="General Time-Series Harness-marker-12">
            <a:extLst xmlns:a="http://schemas.openxmlformats.org/drawingml/2006/main">
              <a:ext uri="{FF2B5EF4-FFF2-40B4-BE49-F238E27FC236}">
                <a16:creationId xmlns:a16="http://schemas.microsoft.com/office/drawing/2014/main" id="{30B48ABA-5839-44E5-AB28-A778DE90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22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3" name="General Time-Series Harness-marker-13">
            <a:extLst xmlns:a="http://schemas.openxmlformats.org/drawingml/2006/main">
              <a:ext uri="{FF2B5EF4-FFF2-40B4-BE49-F238E27FC236}">
                <a16:creationId xmlns:a16="http://schemas.microsoft.com/office/drawing/2014/main" id="{E2FBDF8E-9DB3-4738-AC6E-D03690DB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225" y="4922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4" name="General Time-Series Harness-marker-14">
            <a:extLst xmlns:a="http://schemas.openxmlformats.org/drawingml/2006/main">
              <a:ext uri="{FF2B5EF4-FFF2-40B4-BE49-F238E27FC236}">
                <a16:creationId xmlns:a16="http://schemas.microsoft.com/office/drawing/2014/main" id="{F686EF2B-AA03-4B7C-BFCA-7C4D05E2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47237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5" name="General Time-Series Harness-marker-15">
            <a:extLst xmlns:a="http://schemas.openxmlformats.org/drawingml/2006/main">
              <a:ext uri="{FF2B5EF4-FFF2-40B4-BE49-F238E27FC236}">
                <a16:creationId xmlns:a16="http://schemas.microsoft.com/office/drawing/2014/main" id="{B4044AF2-72DE-4D38-9507-6E97AC5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7237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6" name="General Time-Series Harness-marker-16">
            <a:extLst xmlns:a="http://schemas.openxmlformats.org/drawingml/2006/main">
              <a:ext uri="{FF2B5EF4-FFF2-40B4-BE49-F238E27FC236}">
                <a16:creationId xmlns:a16="http://schemas.microsoft.com/office/drawing/2014/main" id="{A933ECA2-CF54-4F52-BED6-9500E690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47237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7" name="General Time-Series Harness-marker-17">
            <a:extLst xmlns:a="http://schemas.openxmlformats.org/drawingml/2006/main">
              <a:ext uri="{FF2B5EF4-FFF2-40B4-BE49-F238E27FC236}">
                <a16:creationId xmlns:a16="http://schemas.microsoft.com/office/drawing/2014/main" id="{B2B6BCD7-3351-40E1-BDEC-0AF0858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325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8" name="General Time-Series Harness-marker-18">
            <a:extLst xmlns:a="http://schemas.openxmlformats.org/drawingml/2006/main">
              <a:ext uri="{FF2B5EF4-FFF2-40B4-BE49-F238E27FC236}">
                <a16:creationId xmlns:a16="http://schemas.microsoft.com/office/drawing/2014/main" id="{4A3AE465-3A74-4E0F-9766-D5F17F78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32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9" name="General Time-Series Harness-marker-19">
            <a:extLst xmlns:a="http://schemas.openxmlformats.org/drawingml/2006/main">
              <a:ext uri="{FF2B5EF4-FFF2-40B4-BE49-F238E27FC236}">
                <a16:creationId xmlns:a16="http://schemas.microsoft.com/office/drawing/2014/main" id="{AF4ECD06-FCF9-43ED-893A-5BEB4D31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3982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0" name="General Time-Series Harness-marker-20">
            <a:extLst xmlns:a="http://schemas.openxmlformats.org/drawingml/2006/main">
              <a:ext uri="{FF2B5EF4-FFF2-40B4-BE49-F238E27FC236}">
                <a16:creationId xmlns:a16="http://schemas.microsoft.com/office/drawing/2014/main" id="{0193682E-ECAF-42D7-B58F-F672E49F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50" y="3839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1" name="General Time-Series Harness-marker-21">
            <a:extLst xmlns:a="http://schemas.openxmlformats.org/drawingml/2006/main">
              <a:ext uri="{FF2B5EF4-FFF2-40B4-BE49-F238E27FC236}">
                <a16:creationId xmlns:a16="http://schemas.microsoft.com/office/drawing/2014/main" id="{A892ED3C-71BD-4A3C-96A8-F5637A7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63424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2" name="General Time-Series Harness-marker-22">
            <a:extLst xmlns:a="http://schemas.openxmlformats.org/drawingml/2006/main">
              <a:ext uri="{FF2B5EF4-FFF2-40B4-BE49-F238E27FC236}">
                <a16:creationId xmlns:a16="http://schemas.microsoft.com/office/drawing/2014/main" id="{42061F03-E9EF-4C22-A78B-5E071CA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63424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3" name="General Time-Series Harness-marker-23">
            <a:extLst xmlns:a="http://schemas.openxmlformats.org/drawingml/2006/main">
              <a:ext uri="{FF2B5EF4-FFF2-40B4-BE49-F238E27FC236}">
                <a16:creationId xmlns:a16="http://schemas.microsoft.com/office/drawing/2014/main" id="{7AC05B60-3F04-4EF8-815A-0910B01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975" y="363424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4" name="General Time-Series Harness-marker-24">
            <a:extLst xmlns:a="http://schemas.openxmlformats.org/drawingml/2006/main">
              <a:ext uri="{FF2B5EF4-FFF2-40B4-BE49-F238E27FC236}">
                <a16:creationId xmlns:a16="http://schemas.microsoft.com/office/drawing/2014/main" id="{51131AF9-F8FC-41BC-8D20-C469BF78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589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5" name="General Time-Series Harness-marker-25">
            <a:extLst xmlns:a="http://schemas.openxmlformats.org/drawingml/2006/main">
              <a:ext uri="{FF2B5EF4-FFF2-40B4-BE49-F238E27FC236}">
                <a16:creationId xmlns:a16="http://schemas.microsoft.com/office/drawing/2014/main" id="{A4E8BE01-FDA4-4C17-9FAC-5074FDB4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525" y="35589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6" name="General Time-Series Harness-marker-26">
            <a:extLst xmlns:a="http://schemas.openxmlformats.org/drawingml/2006/main">
              <a:ext uri="{FF2B5EF4-FFF2-40B4-BE49-F238E27FC236}">
                <a16:creationId xmlns:a16="http://schemas.microsoft.com/office/drawing/2014/main" id="{D2EB4A94-9024-400D-B4D1-B06839C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332724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7" name="General Time-Series Harness-marker-27">
            <a:extLst xmlns:a="http://schemas.openxmlformats.org/drawingml/2006/main">
              <a:ext uri="{FF2B5EF4-FFF2-40B4-BE49-F238E27FC236}">
                <a16:creationId xmlns:a16="http://schemas.microsoft.com/office/drawing/2014/main" id="{3BFC4981-1D96-4EB5-9D86-C844E89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32223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8" name="General Time-Series Harness-marker-28">
            <a:extLst xmlns:a="http://schemas.openxmlformats.org/drawingml/2006/main">
              <a:ext uri="{FF2B5EF4-FFF2-40B4-BE49-F238E27FC236}">
                <a16:creationId xmlns:a16="http://schemas.microsoft.com/office/drawing/2014/main" id="{FEE7AA2F-601E-49F8-B7EF-E71A604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350" y="32060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9" name="General Time-Series Harness-marker-29">
            <a:extLst xmlns:a="http://schemas.openxmlformats.org/drawingml/2006/main">
              <a:ext uri="{FF2B5EF4-FFF2-40B4-BE49-F238E27FC236}">
                <a16:creationId xmlns:a16="http://schemas.microsoft.com/office/drawing/2014/main" id="{112E177E-0C82-420A-B510-F1A4445D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625" y="31285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90" name="General Time-Series Harness-marker-30">
            <a:extLst xmlns:a="http://schemas.openxmlformats.org/drawingml/2006/main">
              <a:ext uri="{FF2B5EF4-FFF2-40B4-BE49-F238E27FC236}">
                <a16:creationId xmlns:a16="http://schemas.microsoft.com/office/drawing/2014/main" id="{2DF40632-B4CA-4ADE-89D4-E49FD1E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0171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91" name="Task-Specific Harness-segment-1">
            <a:extLst xmlns:a="http://schemas.openxmlformats.org/drawingml/2006/main">
              <a:ext uri="{FF2B5EF4-FFF2-40B4-BE49-F238E27FC236}">
                <a16:creationId xmlns:a16="http://schemas.microsoft.com/office/drawing/2014/main" id="{96AEFDFC-85D1-4AF5-A22B-2964B3CE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4101307"/>
            <a:ext cx="422275" cy="11152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2" name="Task-Specific Harness-segment-2">
            <a:extLst xmlns:a="http://schemas.openxmlformats.org/drawingml/2006/main">
              <a:ext uri="{FF2B5EF4-FFF2-40B4-BE49-F238E27FC236}">
                <a16:creationId xmlns:a16="http://schemas.microsoft.com/office/drawing/2014/main" id="{9749785C-F317-4E90-A868-26D22AF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51025" y="3845193"/>
            <a:ext cx="422275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3" name="Task-Specific Harness-segment-3">
            <a:extLst xmlns:a="http://schemas.openxmlformats.org/drawingml/2006/main">
              <a:ext uri="{FF2B5EF4-FFF2-40B4-BE49-F238E27FC236}">
                <a16:creationId xmlns:a16="http://schemas.microsoft.com/office/drawing/2014/main" id="{6D069FCF-9729-44F1-83FA-AFFE4AB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00" y="3845193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4" name="Task-Specific Harness-segment-4">
            <a:extLst xmlns:a="http://schemas.openxmlformats.org/drawingml/2006/main">
              <a:ext uri="{FF2B5EF4-FFF2-40B4-BE49-F238E27FC236}">
                <a16:creationId xmlns:a16="http://schemas.microsoft.com/office/drawing/2014/main" id="{D06DCAFD-9454-4638-8B45-A3ACD92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95575" y="3726314"/>
            <a:ext cx="422275" cy="118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5" name="Task-Specific Harness-segment-5">
            <a:extLst xmlns:a="http://schemas.openxmlformats.org/drawingml/2006/main">
              <a:ext uri="{FF2B5EF4-FFF2-40B4-BE49-F238E27FC236}">
                <a16:creationId xmlns:a16="http://schemas.microsoft.com/office/drawing/2014/main" id="{753982D5-081B-4A72-BC50-DAE381B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17850" y="3597064"/>
            <a:ext cx="422275" cy="129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6" name="Task-Specific Harness-segment-6">
            <a:extLst xmlns:a="http://schemas.openxmlformats.org/drawingml/2006/main">
              <a:ext uri="{FF2B5EF4-FFF2-40B4-BE49-F238E27FC236}">
                <a16:creationId xmlns:a16="http://schemas.microsoft.com/office/drawing/2014/main" id="{F72937CE-4E17-49CA-9371-279BE400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25" y="3597064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7" name="Task-Specific Harness-segment-7">
            <a:extLst xmlns:a="http://schemas.openxmlformats.org/drawingml/2006/main">
              <a:ext uri="{FF2B5EF4-FFF2-40B4-BE49-F238E27FC236}">
                <a16:creationId xmlns:a16="http://schemas.microsoft.com/office/drawing/2014/main" id="{E39E256F-89C3-4D6D-8EB5-80CAD5D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62400" y="3346986"/>
            <a:ext cx="422275" cy="250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8" name="Task-Specific Harness-segment-8">
            <a:extLst xmlns:a="http://schemas.openxmlformats.org/drawingml/2006/main">
              <a:ext uri="{FF2B5EF4-FFF2-40B4-BE49-F238E27FC236}">
                <a16:creationId xmlns:a16="http://schemas.microsoft.com/office/drawing/2014/main" id="{98D5B6BA-489C-4A42-B36B-8936CAD8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84675" y="3228107"/>
            <a:ext cx="422275" cy="118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9" name="Task-Specific Harness-segment-9">
            <a:extLst xmlns:a="http://schemas.openxmlformats.org/drawingml/2006/main">
              <a:ext uri="{FF2B5EF4-FFF2-40B4-BE49-F238E27FC236}">
                <a16:creationId xmlns:a16="http://schemas.microsoft.com/office/drawing/2014/main" id="{CAB9B541-B5D9-446A-A38D-BEBD2E77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06950" y="3095426"/>
            <a:ext cx="422275" cy="132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0" name="Task-Specific Harness-segment-10">
            <a:extLst xmlns:a="http://schemas.openxmlformats.org/drawingml/2006/main">
              <a:ext uri="{FF2B5EF4-FFF2-40B4-BE49-F238E27FC236}">
                <a16:creationId xmlns:a16="http://schemas.microsoft.com/office/drawing/2014/main" id="{204D76ED-B798-4D05-AA1E-239F77BC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29225" y="2825720"/>
            <a:ext cx="422275" cy="2697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1" name="Task-Specific Harness-segment-11">
            <a:extLst xmlns:a="http://schemas.openxmlformats.org/drawingml/2006/main">
              <a:ext uri="{FF2B5EF4-FFF2-40B4-BE49-F238E27FC236}">
                <a16:creationId xmlns:a16="http://schemas.microsoft.com/office/drawing/2014/main" id="{852306A9-4B3C-4F97-806A-978B8B00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1500" y="2748257"/>
            <a:ext cx="422275" cy="77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2" name="Task-Specific Harness-segment-12">
            <a:extLst xmlns:a="http://schemas.openxmlformats.org/drawingml/2006/main">
              <a:ext uri="{FF2B5EF4-FFF2-40B4-BE49-F238E27FC236}">
                <a16:creationId xmlns:a16="http://schemas.microsoft.com/office/drawing/2014/main" id="{E7615D9E-68C7-4546-A35B-211EDCC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73775" y="2542211"/>
            <a:ext cx="422275" cy="206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3" name="Task-Specific Harness-segment-13">
            <a:extLst xmlns:a="http://schemas.openxmlformats.org/drawingml/2006/main">
              <a:ext uri="{FF2B5EF4-FFF2-40B4-BE49-F238E27FC236}">
                <a16:creationId xmlns:a16="http://schemas.microsoft.com/office/drawing/2014/main" id="{3E729293-4F7A-48B2-BC00-E4532F37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2471518"/>
            <a:ext cx="422275" cy="706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4" name="Task-Specific Harness-segment-14">
            <a:extLst xmlns:a="http://schemas.openxmlformats.org/drawingml/2006/main">
              <a:ext uri="{FF2B5EF4-FFF2-40B4-BE49-F238E27FC236}">
                <a16:creationId xmlns:a16="http://schemas.microsoft.com/office/drawing/2014/main" id="{BDE59B09-6496-4C27-96F3-BBDEA42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325" y="2471518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5" name="Task-Specific Harness-segment-15">
            <a:extLst xmlns:a="http://schemas.openxmlformats.org/drawingml/2006/main">
              <a:ext uri="{FF2B5EF4-FFF2-40B4-BE49-F238E27FC236}">
                <a16:creationId xmlns:a16="http://schemas.microsoft.com/office/drawing/2014/main" id="{5B3D6BE5-1AE8-4EA0-A943-0F5F915E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40600" y="2293486"/>
            <a:ext cx="422275" cy="178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6" name="Task-Specific Harness-segment-16">
            <a:extLst xmlns:a="http://schemas.openxmlformats.org/drawingml/2006/main">
              <a:ext uri="{FF2B5EF4-FFF2-40B4-BE49-F238E27FC236}">
                <a16:creationId xmlns:a16="http://schemas.microsoft.com/office/drawing/2014/main" id="{B93A2BC4-A22C-419F-88D9-DA9F7D69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62875" y="2149914"/>
            <a:ext cx="422275" cy="143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7" name="Task-Specific Harness-segment-17">
            <a:extLst xmlns:a="http://schemas.openxmlformats.org/drawingml/2006/main">
              <a:ext uri="{FF2B5EF4-FFF2-40B4-BE49-F238E27FC236}">
                <a16:creationId xmlns:a16="http://schemas.microsoft.com/office/drawing/2014/main" id="{AEC611C4-A9EA-45E1-B578-B637A90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85150" y="2026313"/>
            <a:ext cx="422275" cy="1236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8" name="Task-Specific Harness-segment-18">
            <a:extLst xmlns:a="http://schemas.openxmlformats.org/drawingml/2006/main">
              <a:ext uri="{FF2B5EF4-FFF2-40B4-BE49-F238E27FC236}">
                <a16:creationId xmlns:a16="http://schemas.microsoft.com/office/drawing/2014/main" id="{E7DC6BFC-CA15-4EBC-ACAE-D214EA2A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07425" y="2005940"/>
            <a:ext cx="422275" cy="203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9" name="Task-Specific Harness-segment-19">
            <a:extLst xmlns:a="http://schemas.openxmlformats.org/drawingml/2006/main">
              <a:ext uri="{FF2B5EF4-FFF2-40B4-BE49-F238E27FC236}">
                <a16:creationId xmlns:a16="http://schemas.microsoft.com/office/drawing/2014/main" id="{A3325CB3-746A-4E49-B21D-02DC0693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29700" y="1914157"/>
            <a:ext cx="422275" cy="917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0" name="Task-Specific Harness-segment-20">
            <a:extLst xmlns:a="http://schemas.openxmlformats.org/drawingml/2006/main">
              <a:ext uri="{FF2B5EF4-FFF2-40B4-BE49-F238E27FC236}">
                <a16:creationId xmlns:a16="http://schemas.microsoft.com/office/drawing/2014/main" id="{18F9739A-C16C-4E65-8C0D-38F7091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51975" y="1798464"/>
            <a:ext cx="422275" cy="1156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1" name="Task-Specific Harness-segment-21">
            <a:extLst xmlns:a="http://schemas.openxmlformats.org/drawingml/2006/main">
              <a:ext uri="{FF2B5EF4-FFF2-40B4-BE49-F238E27FC236}">
                <a16:creationId xmlns:a16="http://schemas.microsoft.com/office/drawing/2014/main" id="{E930D157-906A-4A73-9448-11BBB19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74250" y="1767113"/>
            <a:ext cx="422275" cy="313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2" name="Task-Specific Harness-segment-22">
            <a:extLst xmlns:a="http://schemas.openxmlformats.org/drawingml/2006/main">
              <a:ext uri="{FF2B5EF4-FFF2-40B4-BE49-F238E27FC236}">
                <a16:creationId xmlns:a16="http://schemas.microsoft.com/office/drawing/2014/main" id="{BEB38779-A0D7-46FA-B8EE-C56402FC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96525" y="1659862"/>
            <a:ext cx="422275" cy="107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3" name="Task-Specific Harness-segment-23">
            <a:extLst xmlns:a="http://schemas.openxmlformats.org/drawingml/2006/main">
              <a:ext uri="{FF2B5EF4-FFF2-40B4-BE49-F238E27FC236}">
                <a16:creationId xmlns:a16="http://schemas.microsoft.com/office/drawing/2014/main" id="{50B22333-8DF9-4D4C-96D9-6F6E44E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18800" y="1516407"/>
            <a:ext cx="422275" cy="1434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4" name="Task-Specific Harness-segment-24">
            <a:extLst xmlns:a="http://schemas.openxmlformats.org/drawingml/2006/main">
              <a:ext uri="{FF2B5EF4-FFF2-40B4-BE49-F238E27FC236}">
                <a16:creationId xmlns:a16="http://schemas.microsoft.com/office/drawing/2014/main" id="{00264078-F695-4D0D-9C7C-B212C029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141075" y="1479971"/>
            <a:ext cx="422275" cy="36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5" name="Task-Specific Harness-segment-25">
            <a:extLst xmlns:a="http://schemas.openxmlformats.org/drawingml/2006/main">
              <a:ext uri="{FF2B5EF4-FFF2-40B4-BE49-F238E27FC236}">
                <a16:creationId xmlns:a16="http://schemas.microsoft.com/office/drawing/2014/main" id="{1F2168FE-BD6D-4571-891C-29187D8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563350" y="1430077"/>
            <a:ext cx="422275" cy="498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6" name="Task-Specific Harness-segment-26">
            <a:extLst xmlns:a="http://schemas.openxmlformats.org/drawingml/2006/main">
              <a:ext uri="{FF2B5EF4-FFF2-40B4-BE49-F238E27FC236}">
                <a16:creationId xmlns:a16="http://schemas.microsoft.com/office/drawing/2014/main" id="{E225BDD2-ADCA-4049-82B5-D70F35DB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85625" y="1351384"/>
            <a:ext cx="422275" cy="786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7" name="Task-Specific Harness-segment-27">
            <a:extLst xmlns:a="http://schemas.openxmlformats.org/drawingml/2006/main">
              <a:ext uri="{FF2B5EF4-FFF2-40B4-BE49-F238E27FC236}">
                <a16:creationId xmlns:a16="http://schemas.microsoft.com/office/drawing/2014/main" id="{8BD1F094-69A2-4F74-8E02-7A41ABF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07900" y="1228892"/>
            <a:ext cx="422275" cy="1224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8" name="Task-Specific Harness-segment-28">
            <a:extLst xmlns:a="http://schemas.openxmlformats.org/drawingml/2006/main">
              <a:ext uri="{FF2B5EF4-FFF2-40B4-BE49-F238E27FC236}">
                <a16:creationId xmlns:a16="http://schemas.microsoft.com/office/drawing/2014/main" id="{D8FDD07A-0E14-419A-A4C5-9D2902C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30175" y="1167133"/>
            <a:ext cx="422275" cy="61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9" name="Task-Specific Harness-segment-29">
            <a:extLst xmlns:a="http://schemas.openxmlformats.org/drawingml/2006/main">
              <a:ext uri="{FF2B5EF4-FFF2-40B4-BE49-F238E27FC236}">
                <a16:creationId xmlns:a16="http://schemas.microsoft.com/office/drawing/2014/main" id="{A4B66EF6-172D-45CF-AF0E-6E1D3BF3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52450" y="1026540"/>
            <a:ext cx="422275" cy="140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20" name="Task-Specific Harness-segment-30">
            <a:extLst xmlns:a="http://schemas.openxmlformats.org/drawingml/2006/main">
              <a:ext uri="{FF2B5EF4-FFF2-40B4-BE49-F238E27FC236}">
                <a16:creationId xmlns:a16="http://schemas.microsoft.com/office/drawing/2014/main" id="{65CE1297-C244-49A3-99D1-89AC6FF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4725" y="1026540"/>
            <a:ext cx="42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21" name="Task-Specific Harness-marker-0">
            <a:extLst xmlns:a="http://schemas.openxmlformats.org/drawingml/2006/main">
              <a:ext uri="{FF2B5EF4-FFF2-40B4-BE49-F238E27FC236}">
                <a16:creationId xmlns:a16="http://schemas.microsoft.com/office/drawing/2014/main" id="{07530EE8-9096-47A9-942E-B19DEB71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7849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2" name="Task-Specific Harness-marker-1">
            <a:extLst xmlns:a="http://schemas.openxmlformats.org/drawingml/2006/main">
              <a:ext uri="{FF2B5EF4-FFF2-40B4-BE49-F238E27FC236}">
                <a16:creationId xmlns:a16="http://schemas.microsoft.com/office/drawing/2014/main" id="{55C56F97-6216-48AE-8C92-FAD9DC6B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925" y="40632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3" name="Task-Specific Harness-marker-2">
            <a:extLst xmlns:a="http://schemas.openxmlformats.org/drawingml/2006/main">
              <a:ext uri="{FF2B5EF4-FFF2-40B4-BE49-F238E27FC236}">
                <a16:creationId xmlns:a16="http://schemas.microsoft.com/office/drawing/2014/main" id="{1BB88FF9-202B-492E-841E-A1FE0CBF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38070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4" name="Task-Specific Harness-marker-3">
            <a:extLst xmlns:a="http://schemas.openxmlformats.org/drawingml/2006/main">
              <a:ext uri="{FF2B5EF4-FFF2-40B4-BE49-F238E27FC236}">
                <a16:creationId xmlns:a16="http://schemas.microsoft.com/office/drawing/2014/main" id="{324482C3-7DA3-4957-9BC7-83442CBF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8070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5" name="Task-Specific Harness-marker-4">
            <a:extLst xmlns:a="http://schemas.openxmlformats.org/drawingml/2006/main">
              <a:ext uri="{FF2B5EF4-FFF2-40B4-BE49-F238E27FC236}">
                <a16:creationId xmlns:a16="http://schemas.microsoft.com/office/drawing/2014/main" id="{11CB3005-E896-4738-A7F2-DC8E6FE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0" y="36882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6" name="Task-Specific Harness-marker-5">
            <a:extLst xmlns:a="http://schemas.openxmlformats.org/drawingml/2006/main">
              <a:ext uri="{FF2B5EF4-FFF2-40B4-BE49-F238E27FC236}">
                <a16:creationId xmlns:a16="http://schemas.microsoft.com/office/drawing/2014/main" id="{ECA152C9-3B4D-43CC-8CE1-D7A49C00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025" y="35589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7" name="Task-Specific Harness-marker-6">
            <a:extLst xmlns:a="http://schemas.openxmlformats.org/drawingml/2006/main">
              <a:ext uri="{FF2B5EF4-FFF2-40B4-BE49-F238E27FC236}">
                <a16:creationId xmlns:a16="http://schemas.microsoft.com/office/drawing/2014/main" id="{FD1D2F53-887A-4308-AD43-F1EF3C9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89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8" name="Task-Specific Harness-marker-7">
            <a:extLst xmlns:a="http://schemas.openxmlformats.org/drawingml/2006/main">
              <a:ext uri="{FF2B5EF4-FFF2-40B4-BE49-F238E27FC236}">
                <a16:creationId xmlns:a16="http://schemas.microsoft.com/office/drawing/2014/main" id="{631EE1E1-15B0-425D-AE33-C9291B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75" y="33088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9" name="Task-Specific Harness-marker-8">
            <a:extLst xmlns:a="http://schemas.openxmlformats.org/drawingml/2006/main">
              <a:ext uri="{FF2B5EF4-FFF2-40B4-BE49-F238E27FC236}">
                <a16:creationId xmlns:a16="http://schemas.microsoft.com/office/drawing/2014/main" id="{D7CAB1FE-9211-449A-8183-2DE1101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50" y="31900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0" name="Task-Specific Harness-marker-9">
            <a:extLst xmlns:a="http://schemas.openxmlformats.org/drawingml/2006/main">
              <a:ext uri="{FF2B5EF4-FFF2-40B4-BE49-F238E27FC236}">
                <a16:creationId xmlns:a16="http://schemas.microsoft.com/office/drawing/2014/main" id="{97694A63-08FD-42DE-A80A-7416FD3C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5732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1" name="Task-Specific Harness-marker-10">
            <a:extLst xmlns:a="http://schemas.openxmlformats.org/drawingml/2006/main">
              <a:ext uri="{FF2B5EF4-FFF2-40B4-BE49-F238E27FC236}">
                <a16:creationId xmlns:a16="http://schemas.microsoft.com/office/drawing/2014/main" id="{D512C60E-8101-4AFE-8043-461F8E34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400" y="27876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2" name="Task-Specific Harness-marker-11">
            <a:extLst xmlns:a="http://schemas.openxmlformats.org/drawingml/2006/main">
              <a:ext uri="{FF2B5EF4-FFF2-40B4-BE49-F238E27FC236}">
                <a16:creationId xmlns:a16="http://schemas.microsoft.com/office/drawing/2014/main" id="{0EEEB1F0-5430-4560-A2E6-0FAF15A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675" y="27101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3" name="Task-Specific Harness-marker-12">
            <a:extLst xmlns:a="http://schemas.openxmlformats.org/drawingml/2006/main">
              <a:ext uri="{FF2B5EF4-FFF2-40B4-BE49-F238E27FC236}">
                <a16:creationId xmlns:a16="http://schemas.microsoft.com/office/drawing/2014/main" id="{1232D698-401A-4E49-847B-061B93E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41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4" name="Task-Specific Harness-marker-13">
            <a:extLst xmlns:a="http://schemas.openxmlformats.org/drawingml/2006/main">
              <a:ext uri="{FF2B5EF4-FFF2-40B4-BE49-F238E27FC236}">
                <a16:creationId xmlns:a16="http://schemas.microsoft.com/office/drawing/2014/main" id="{5E78AE16-35AC-4723-A667-454F407A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225" y="24334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5" name="Task-Specific Harness-marker-14">
            <a:extLst xmlns:a="http://schemas.openxmlformats.org/drawingml/2006/main">
              <a:ext uri="{FF2B5EF4-FFF2-40B4-BE49-F238E27FC236}">
                <a16:creationId xmlns:a16="http://schemas.microsoft.com/office/drawing/2014/main" id="{1CFEEB9F-79AA-4441-A776-585CD529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43341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6" name="Task-Specific Harness-marker-15">
            <a:extLst xmlns:a="http://schemas.openxmlformats.org/drawingml/2006/main">
              <a:ext uri="{FF2B5EF4-FFF2-40B4-BE49-F238E27FC236}">
                <a16:creationId xmlns:a16="http://schemas.microsoft.com/office/drawing/2014/main" id="{2BE268F2-4FA3-4F09-90D7-45069227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255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7" name="Task-Specific Harness-marker-16">
            <a:extLst xmlns:a="http://schemas.openxmlformats.org/drawingml/2006/main">
              <a:ext uri="{FF2B5EF4-FFF2-40B4-BE49-F238E27FC236}">
                <a16:creationId xmlns:a16="http://schemas.microsoft.com/office/drawing/2014/main" id="{18DC5B4A-3653-4FAC-A511-44579FB9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1118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8" name="Task-Specific Harness-marker-17">
            <a:extLst xmlns:a="http://schemas.openxmlformats.org/drawingml/2006/main">
              <a:ext uri="{FF2B5EF4-FFF2-40B4-BE49-F238E27FC236}">
                <a16:creationId xmlns:a16="http://schemas.microsoft.com/office/drawing/2014/main" id="{2B2A8134-543C-4AE9-B2A0-CA91344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325" y="19882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9" name="Task-Specific Harness-marker-18">
            <a:extLst xmlns:a="http://schemas.openxmlformats.org/drawingml/2006/main">
              <a:ext uri="{FF2B5EF4-FFF2-40B4-BE49-F238E27FC236}">
                <a16:creationId xmlns:a16="http://schemas.microsoft.com/office/drawing/2014/main" id="{40FAB0BB-E961-42A2-86C0-BEBF1C4F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78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0" name="Task-Specific Harness-marker-19">
            <a:extLst xmlns:a="http://schemas.openxmlformats.org/drawingml/2006/main">
              <a:ext uri="{FF2B5EF4-FFF2-40B4-BE49-F238E27FC236}">
                <a16:creationId xmlns:a16="http://schemas.microsoft.com/office/drawing/2014/main" id="{7884FD03-887C-4E5E-BDEA-AB6429D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18760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1" name="Task-Specific Harness-marker-20">
            <a:extLst xmlns:a="http://schemas.openxmlformats.org/drawingml/2006/main">
              <a:ext uri="{FF2B5EF4-FFF2-40B4-BE49-F238E27FC236}">
                <a16:creationId xmlns:a16="http://schemas.microsoft.com/office/drawing/2014/main" id="{E5407AF9-E580-4736-9CAC-F56C2B24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50" y="17603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2" name="Task-Specific Harness-marker-21">
            <a:extLst xmlns:a="http://schemas.openxmlformats.org/drawingml/2006/main">
              <a:ext uri="{FF2B5EF4-FFF2-40B4-BE49-F238E27FC236}">
                <a16:creationId xmlns:a16="http://schemas.microsoft.com/office/drawing/2014/main" id="{A5065E0A-57E3-4F9E-8E29-AC43DFB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7290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3" name="Task-Specific Harness-marker-22">
            <a:extLst xmlns:a="http://schemas.openxmlformats.org/drawingml/2006/main">
              <a:ext uri="{FF2B5EF4-FFF2-40B4-BE49-F238E27FC236}">
                <a16:creationId xmlns:a16="http://schemas.microsoft.com/office/drawing/2014/main" id="{B0E6E96A-1619-4F84-8279-FC6D5D5E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162176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4" name="Task-Specific Harness-marker-23">
            <a:extLst xmlns:a="http://schemas.openxmlformats.org/drawingml/2006/main">
              <a:ext uri="{FF2B5EF4-FFF2-40B4-BE49-F238E27FC236}">
                <a16:creationId xmlns:a16="http://schemas.microsoft.com/office/drawing/2014/main" id="{C55A34C9-3AFE-4C51-A438-B3C37E13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975" y="14783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5" name="Task-Specific Harness-marker-24">
            <a:extLst xmlns:a="http://schemas.openxmlformats.org/drawingml/2006/main">
              <a:ext uri="{FF2B5EF4-FFF2-40B4-BE49-F238E27FC236}">
                <a16:creationId xmlns:a16="http://schemas.microsoft.com/office/drawing/2014/main" id="{B54EA8F1-2551-40BF-8D2E-881B693A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4418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6" name="Task-Specific Harness-marker-25">
            <a:extLst xmlns:a="http://schemas.openxmlformats.org/drawingml/2006/main">
              <a:ext uri="{FF2B5EF4-FFF2-40B4-BE49-F238E27FC236}">
                <a16:creationId xmlns:a16="http://schemas.microsoft.com/office/drawing/2014/main" id="{EC2AF928-E90B-405B-AC6B-5A045A8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7525" y="139197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7" name="Task-Specific Harness-marker-26">
            <a:extLst xmlns:a="http://schemas.openxmlformats.org/drawingml/2006/main">
              <a:ext uri="{FF2B5EF4-FFF2-40B4-BE49-F238E27FC236}">
                <a16:creationId xmlns:a16="http://schemas.microsoft.com/office/drawing/2014/main" id="{508842BD-F304-4775-800F-8123286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800" y="13132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8" name="Task-Specific Harness-marker-27">
            <a:extLst xmlns:a="http://schemas.openxmlformats.org/drawingml/2006/main">
              <a:ext uri="{FF2B5EF4-FFF2-40B4-BE49-F238E27FC236}">
                <a16:creationId xmlns:a16="http://schemas.microsoft.com/office/drawing/2014/main" id="{5EC2E1BC-658C-43A6-980E-2912E37F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11907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9" name="Task-Specific Harness-marker-28">
            <a:extLst xmlns:a="http://schemas.openxmlformats.org/drawingml/2006/main">
              <a:ext uri="{FF2B5EF4-FFF2-40B4-BE49-F238E27FC236}">
                <a16:creationId xmlns:a16="http://schemas.microsoft.com/office/drawing/2014/main" id="{7907F4EA-EDEB-461D-A17F-058BB16B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4350" y="11290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50" name="Task-Specific Harness-marker-29">
            <a:extLst xmlns:a="http://schemas.openxmlformats.org/drawingml/2006/main">
              <a:ext uri="{FF2B5EF4-FFF2-40B4-BE49-F238E27FC236}">
                <a16:creationId xmlns:a16="http://schemas.microsoft.com/office/drawing/2014/main" id="{DEB15D94-347C-4984-BD8C-EFF7E518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625" y="9884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51" name="Task-Specific Harness-marker-30">
            <a:extLst xmlns:a="http://schemas.openxmlformats.org/drawingml/2006/main">
              <a:ext uri="{FF2B5EF4-FFF2-40B4-BE49-F238E27FC236}">
                <a16:creationId xmlns:a16="http://schemas.microsoft.com/office/drawing/2014/main" id="{33332E01-DBD2-4203-A75E-5C493C9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884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52" name="legend-line-LLM-side">
            <a:extLst xmlns:a="http://schemas.openxmlformats.org/drawingml/2006/main">
              <a:ext uri="{FF2B5EF4-FFF2-40B4-BE49-F238E27FC236}">
                <a16:creationId xmlns:a16="http://schemas.microsoft.com/office/drawing/2014/main" id="{65FA743A-F1C7-4456-A161-ACE11AC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253" name="legend-text-LLM-side">
            <a:extLst xmlns:a="http://schemas.openxmlformats.org/drawingml/2006/main">
              <a:ext uri="{FF2B5EF4-FFF2-40B4-BE49-F238E27FC236}">
                <a16:creationId xmlns:a16="http://schemas.microsoft.com/office/drawing/2014/main" id="{ADD1AD55-286E-43A5-A765-6F25EED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LLM-side</a:t>
            </a:r>
          </a:p>
        </p:txBody>
      </p:sp>
      <p:sp>
        <p:nvSpPr>
          <p:cNvPr id="254" name="legend-line-General Harness">
            <a:extLst xmlns:a="http://schemas.openxmlformats.org/drawingml/2006/main">
              <a:ext uri="{FF2B5EF4-FFF2-40B4-BE49-F238E27FC236}">
                <a16:creationId xmlns:a16="http://schemas.microsoft.com/office/drawing/2014/main" id="{D7E023EE-7DC1-41EC-A8FD-9862DB54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567D"/>
            </a:solidFill>
            <a:prstDash val="dash"/>
          </a:ln>
        </p:spPr>
      </p:sp>
      <p:sp>
        <p:nvSpPr>
          <p:cNvPr id="255" name="legend-text-General Harness">
            <a:extLst xmlns:a="http://schemas.openxmlformats.org/drawingml/2006/main">
              <a:ext uri="{FF2B5EF4-FFF2-40B4-BE49-F238E27FC236}">
                <a16:creationId xmlns:a16="http://schemas.microsoft.com/office/drawing/2014/main" id="{200A1C82-89F1-4C28-AC97-73EC476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256" name="legend-line-General Time-Series Harness">
            <a:extLst xmlns:a="http://schemas.openxmlformats.org/drawingml/2006/main">
              <a:ext uri="{FF2B5EF4-FFF2-40B4-BE49-F238E27FC236}">
                <a16:creationId xmlns:a16="http://schemas.microsoft.com/office/drawing/2014/main" id="{EEC1AA6D-6696-44F0-8250-A49B304F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257" name="legend-text-General Time-Series Harness">
            <a:extLst xmlns:a="http://schemas.openxmlformats.org/drawingml/2006/main">
              <a:ext uri="{FF2B5EF4-FFF2-40B4-BE49-F238E27FC236}">
                <a16:creationId xmlns:a16="http://schemas.microsoft.com/office/drawing/2014/main" id="{7AE35D91-F299-4D9D-A389-78DD461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258" name="legend-line-Task-Specific Harness">
            <a:extLst xmlns:a="http://schemas.openxmlformats.org/drawingml/2006/main">
              <a:ext uri="{FF2B5EF4-FFF2-40B4-BE49-F238E27FC236}">
                <a16:creationId xmlns:a16="http://schemas.microsoft.com/office/drawing/2014/main" id="{1BD07B10-2CDA-47A4-BFCE-E2A33F6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59" name="legend-text-Task-Specific Harness">
            <a:extLst xmlns:a="http://schemas.openxmlformats.org/drawingml/2006/main">
              <a:ext uri="{FF2B5EF4-FFF2-40B4-BE49-F238E27FC236}">
                <a16:creationId xmlns:a16="http://schemas.microsoft.com/office/drawing/2014/main" id="{EE0E7049-C4B1-4806-978B-7BD3084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260" name="counting-note">
            <a:extLst xmlns:a="http://schemas.openxmlformats.org/drawingml/2006/main">
              <a:ext uri="{FF2B5EF4-FFF2-40B4-BE49-F238E27FC236}">
                <a16:creationId xmlns:a16="http://schemas.microsoft.com/office/drawing/2014/main" id="{C77F7766-B44F-45C0-AB71-7CBC00A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581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Module-level counting rule: one paper may contribute several components, and each component is counted at its deepest applicable Harness layer.</a:t>
            </a:r>
          </a:p>
        </p:txBody>
      </p:sp>
    </p:spTree>
    <p:extLst>
      <p:ext uri="{BB962C8B-B14F-4D97-AF65-F5344CB8AC3E}">
        <p14:creationId xmlns:p14="http://schemas.microsoft.com/office/powerpoint/2010/main" val="1617007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2026-10-09T00:37:59.6570000Z</dcterms:created>
  <dcterms:modified xsi:type="dcterms:W3CDTF">2026-10-09T00:37:59.6570000Z</dcterms:modified>
</coreProperties>
</file>