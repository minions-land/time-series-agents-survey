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0480000" cy="153162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Complete figure — ungroup to edit modules"/>
          <p:cNvGrpSpPr/>
          <p:nvPr/>
        </p:nvGrpSpPr>
        <p:grpSpPr>
          <a:xfrm>
            <a:off x="372070" y="431602"/>
            <a:ext cx="29750743" cy="14589323"/>
            <a:chOff x="372070" y="431602"/>
            <a:chExt cx="29750743" cy="14589323"/>
          </a:xfrm>
        </p:grpSpPr>
        <p:sp>
          <p:nvSpPr>
            <p:cNvPr id="3" name="harness-container"/>
            <p:cNvSpPr/>
            <p:nvPr/>
          </p:nvSpPr>
          <p:spPr>
            <a:xfrm>
              <a:off x="5789414" y="2202656"/>
              <a:ext cx="13960078" cy="11444883"/>
            </a:xfrm>
            <a:prstGeom prst="roundRect">
              <a:avLst>
                <a:gd name="adj" fmla="val 4291"/>
              </a:avLst>
            </a:prstGeom>
            <a:solidFill>
              <a:srgbClr val="F1F7F3"/>
            </a:solidFill>
            <a:ln w="59531">
              <a:solidFill>
                <a:srgbClr val="81AB98"/>
              </a:solidFill>
            </a:ln>
          </p:spPr>
          <p:txBody>
            <a:bodyPr/>
            <a:lstStyle/>
            <a:p/>
          </p:txBody>
        </p:sp>
        <p:grpSp>
          <p:nvGrpSpPr>
            <p:cNvPr id="1044" name="Input sources and availability legend"/>
            <p:cNvGrpSpPr/>
            <p:nvPr/>
          </p:nvGrpSpPr>
          <p:grpSpPr>
            <a:xfrm>
              <a:off x="372070" y="431602"/>
              <a:ext cx="4941094" cy="12828983"/>
              <a:chOff x="372070" y="431602"/>
              <a:chExt cx="4941094" cy="12828983"/>
            </a:xfrm>
          </p:grpSpPr>
          <p:sp>
            <p:nvSpPr>
              <p:cNvPr id="2" name="sources-box"/>
              <p:cNvSpPr/>
              <p:nvPr/>
            </p:nvSpPr>
            <p:spPr>
              <a:xfrm>
                <a:off x="372070" y="2664023"/>
                <a:ext cx="4063008" cy="10596562"/>
              </a:xfrm>
              <a:prstGeom prst="roundRect">
                <a:avLst>
                  <a:gd name="adj" fmla="val 8791"/>
                </a:avLst>
              </a:prstGeom>
              <a:solidFill>
                <a:srgbClr val="F4F4F3"/>
              </a:solidFill>
              <a:ln w="44648">
                <a:solidFill>
                  <a:srgbClr val="9EA1A7"/>
                </a:solidFill>
              </a:ln>
            </p:spPr>
            <p:txBody>
              <a:bodyPr/>
              <a:lstStyle/>
              <a:p/>
            </p:txBody>
          </p:sp>
          <p:grpSp>
            <p:nvGrpSpPr>
              <p:cNvPr id="1009" name="source-series-glyph — editable vector components"/>
              <p:cNvGrpSpPr/>
              <p:nvPr/>
            </p:nvGrpSpPr>
            <p:grpSpPr>
              <a:xfrm>
                <a:off x="523623" y="3876973"/>
                <a:ext cx="991698" cy="357188"/>
                <a:chOff x="523623" y="3876973"/>
                <a:chExt cx="991698" cy="357188"/>
              </a:xfrm>
            </p:grpSpPr>
            <p:sp>
              <p:nvSpPr>
                <p:cNvPr id="1008" name="source-series-glyph-strokes"/>
                <p:cNvSpPr/>
                <p:nvPr/>
              </p:nvSpPr>
              <p:spPr>
                <a:xfrm>
                  <a:off x="523623" y="3876973"/>
                  <a:ext cx="991698" cy="357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00" h="128000">
                      <a:moveTo>
                        <a:pt x="38000" y="102500"/>
                      </a:moveTo>
                      <a:lnTo>
                        <a:pt x="32000" y="102500"/>
                      </a:lnTo>
                      <a:lnTo>
                        <a:pt x="28000" y="99500"/>
                      </a:lnTo>
                      <a:lnTo>
                        <a:pt x="24500" y="95000"/>
                      </a:lnTo>
                      <a:lnTo>
                        <a:pt x="24500" y="89000"/>
                      </a:lnTo>
                      <a:lnTo>
                        <a:pt x="28000" y="83500"/>
                      </a:lnTo>
                      <a:lnTo>
                        <a:pt x="47000" y="68500"/>
                      </a:lnTo>
                      <a:lnTo>
                        <a:pt x="59000" y="57500"/>
                      </a:lnTo>
                      <a:lnTo>
                        <a:pt x="64000" y="55500"/>
                      </a:lnTo>
                      <a:lnTo>
                        <a:pt x="68000" y="55500"/>
                      </a:lnTo>
                      <a:lnTo>
                        <a:pt x="72000" y="57500"/>
                      </a:lnTo>
                      <a:lnTo>
                        <a:pt x="81000" y="66500"/>
                      </a:lnTo>
                      <a:lnTo>
                        <a:pt x="83000" y="66500"/>
                      </a:lnTo>
                      <a:lnTo>
                        <a:pt x="101500" y="46000"/>
                      </a:lnTo>
                      <a:lnTo>
                        <a:pt x="101500" y="45000"/>
                      </a:lnTo>
                      <a:lnTo>
                        <a:pt x="109000" y="37500"/>
                      </a:lnTo>
                      <a:lnTo>
                        <a:pt x="112000" y="36500"/>
                      </a:lnTo>
                      <a:lnTo>
                        <a:pt x="117000" y="36500"/>
                      </a:lnTo>
                      <a:lnTo>
                        <a:pt x="119000" y="37500"/>
                      </a:lnTo>
                      <a:lnTo>
                        <a:pt x="133000" y="50500"/>
                      </a:lnTo>
                      <a:lnTo>
                        <a:pt x="134000" y="50500"/>
                      </a:lnTo>
                      <a:lnTo>
                        <a:pt x="147500" y="36000"/>
                      </a:lnTo>
                      <a:lnTo>
                        <a:pt x="147500" y="35000"/>
                      </a:lnTo>
                      <a:lnTo>
                        <a:pt x="149000" y="34500"/>
                      </a:lnTo>
                      <a:lnTo>
                        <a:pt x="156000" y="26500"/>
                      </a:lnTo>
                      <a:lnTo>
                        <a:pt x="160000" y="24500"/>
                      </a:lnTo>
                      <a:lnTo>
                        <a:pt x="167000" y="24500"/>
                      </a:lnTo>
                      <a:lnTo>
                        <a:pt x="169000" y="25500"/>
                      </a:lnTo>
                      <a:lnTo>
                        <a:pt x="202000" y="59500"/>
                      </a:lnTo>
                      <a:lnTo>
                        <a:pt x="203000" y="59500"/>
                      </a:lnTo>
                      <a:lnTo>
                        <a:pt x="220000" y="42500"/>
                      </a:lnTo>
                      <a:lnTo>
                        <a:pt x="223000" y="42500"/>
                      </a:lnTo>
                      <a:lnTo>
                        <a:pt x="224000" y="41500"/>
                      </a:lnTo>
                      <a:lnTo>
                        <a:pt x="231000" y="43500"/>
                      </a:lnTo>
                      <a:lnTo>
                        <a:pt x="242000" y="54500"/>
                      </a:lnTo>
                      <a:lnTo>
                        <a:pt x="243000" y="54500"/>
                      </a:lnTo>
                      <a:lnTo>
                        <a:pt x="268000" y="29500"/>
                      </a:lnTo>
                      <a:lnTo>
                        <a:pt x="270000" y="28500"/>
                      </a:lnTo>
                      <a:lnTo>
                        <a:pt x="275000" y="28500"/>
                      </a:lnTo>
                      <a:lnTo>
                        <a:pt x="278000" y="29500"/>
                      </a:lnTo>
                      <a:lnTo>
                        <a:pt x="284000" y="35500"/>
                      </a:lnTo>
                      <a:lnTo>
                        <a:pt x="285000" y="35500"/>
                      </a:lnTo>
                      <a:lnTo>
                        <a:pt x="304500" y="56000"/>
                      </a:lnTo>
                      <a:lnTo>
                        <a:pt x="306500" y="59000"/>
                      </a:lnTo>
                      <a:lnTo>
                        <a:pt x="306500" y="62000"/>
                      </a:lnTo>
                      <a:lnTo>
                        <a:pt x="307500" y="63000"/>
                      </a:lnTo>
                      <a:lnTo>
                        <a:pt x="305500" y="70000"/>
                      </a:lnTo>
                      <a:lnTo>
                        <a:pt x="302000" y="73500"/>
                      </a:lnTo>
                      <a:lnTo>
                        <a:pt x="294000" y="74500"/>
                      </a:lnTo>
                      <a:lnTo>
                        <a:pt x="292000" y="73500"/>
                      </a:lnTo>
                      <a:lnTo>
                        <a:pt x="273000" y="54500"/>
                      </a:lnTo>
                      <a:lnTo>
                        <a:pt x="258500" y="70000"/>
                      </a:lnTo>
                      <a:lnTo>
                        <a:pt x="247000" y="80500"/>
                      </a:lnTo>
                      <a:lnTo>
                        <a:pt x="239000" y="80500"/>
                      </a:lnTo>
                      <a:lnTo>
                        <a:pt x="237000" y="79500"/>
                      </a:lnTo>
                      <a:lnTo>
                        <a:pt x="225000" y="67500"/>
                      </a:lnTo>
                      <a:lnTo>
                        <a:pt x="222000" y="69500"/>
                      </a:lnTo>
                      <a:lnTo>
                        <a:pt x="221500" y="71000"/>
                      </a:lnTo>
                      <a:lnTo>
                        <a:pt x="210000" y="82500"/>
                      </a:lnTo>
                      <a:lnTo>
                        <a:pt x="207000" y="84500"/>
                      </a:lnTo>
                      <a:lnTo>
                        <a:pt x="201000" y="85500"/>
                      </a:lnTo>
                      <a:lnTo>
                        <a:pt x="196000" y="83500"/>
                      </a:lnTo>
                      <a:lnTo>
                        <a:pt x="163000" y="49500"/>
                      </a:lnTo>
                      <a:lnTo>
                        <a:pt x="145500" y="68000"/>
                      </a:lnTo>
                      <a:lnTo>
                        <a:pt x="145500" y="69000"/>
                      </a:lnTo>
                      <a:lnTo>
                        <a:pt x="137000" y="76500"/>
                      </a:lnTo>
                      <a:lnTo>
                        <a:pt x="131000" y="76500"/>
                      </a:lnTo>
                      <a:lnTo>
                        <a:pt x="129000" y="75500"/>
                      </a:lnTo>
                      <a:lnTo>
                        <a:pt x="115000" y="62500"/>
                      </a:lnTo>
                      <a:lnTo>
                        <a:pt x="105500" y="72000"/>
                      </a:lnTo>
                      <a:lnTo>
                        <a:pt x="90000" y="90500"/>
                      </a:lnTo>
                      <a:lnTo>
                        <a:pt x="86000" y="92500"/>
                      </a:lnTo>
                      <a:lnTo>
                        <a:pt x="80000" y="92500"/>
                      </a:lnTo>
                      <a:lnTo>
                        <a:pt x="70000" y="83500"/>
                      </a:lnTo>
                      <a:lnTo>
                        <a:pt x="65000" y="80500"/>
                      </a:lnTo>
                      <a:close/>
                    </a:path>
                  </a:pathLst>
                </a:custGeom>
                <a:solidFill>
                  <a:srgbClr val="306C55"/>
                </a:solidFill>
                <a:ln>
                  <a:noFill/>
                </a:ln>
              </p:spPr>
            </p:sp>
          </p:grpSp>
          <p:grpSp>
            <p:nvGrpSpPr>
              <p:cNvPr id="1012" name="available-check — editable vector components"/>
              <p:cNvGrpSpPr/>
              <p:nvPr/>
            </p:nvGrpSpPr>
            <p:grpSpPr>
              <a:xfrm>
                <a:off x="656362" y="5954644"/>
                <a:ext cx="741103" cy="741103"/>
                <a:chOff x="656362" y="5954644"/>
                <a:chExt cx="741103" cy="741103"/>
              </a:xfrm>
            </p:grpSpPr>
            <p:sp>
              <p:nvSpPr>
                <p:cNvPr id="1010" name="available-check-interior"/>
                <p:cNvSpPr/>
                <p:nvPr/>
              </p:nvSpPr>
              <p:spPr>
                <a:xfrm>
                  <a:off x="656362" y="5954644"/>
                  <a:ext cx="741103" cy="741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000" h="244000">
                      <a:moveTo>
                        <a:pt x="130000" y="200500"/>
                      </a:moveTo>
                      <a:lnTo>
                        <a:pt x="112000" y="200500"/>
                      </a:lnTo>
                      <a:lnTo>
                        <a:pt x="111000" y="199500"/>
                      </a:lnTo>
                      <a:lnTo>
                        <a:pt x="101000" y="198500"/>
                      </a:lnTo>
                      <a:lnTo>
                        <a:pt x="86000" y="192500"/>
                      </a:lnTo>
                      <a:lnTo>
                        <a:pt x="71000" y="182500"/>
                      </a:lnTo>
                      <a:lnTo>
                        <a:pt x="61500" y="173000"/>
                      </a:lnTo>
                      <a:lnTo>
                        <a:pt x="54500" y="163000"/>
                      </a:lnTo>
                      <a:lnTo>
                        <a:pt x="46500" y="145000"/>
                      </a:lnTo>
                      <a:lnTo>
                        <a:pt x="45500" y="136000"/>
                      </a:lnTo>
                      <a:lnTo>
                        <a:pt x="44500" y="135000"/>
                      </a:lnTo>
                      <a:lnTo>
                        <a:pt x="44500" y="130000"/>
                      </a:lnTo>
                      <a:lnTo>
                        <a:pt x="43500" y="129000"/>
                      </a:lnTo>
                      <a:lnTo>
                        <a:pt x="43500" y="116000"/>
                      </a:lnTo>
                      <a:lnTo>
                        <a:pt x="44500" y="115000"/>
                      </a:lnTo>
                      <a:lnTo>
                        <a:pt x="44500" y="109000"/>
                      </a:lnTo>
                      <a:lnTo>
                        <a:pt x="45500" y="108000"/>
                      </a:lnTo>
                      <a:lnTo>
                        <a:pt x="46500" y="100000"/>
                      </a:lnTo>
                      <a:lnTo>
                        <a:pt x="51500" y="87000"/>
                      </a:lnTo>
                      <a:lnTo>
                        <a:pt x="60500" y="73000"/>
                      </a:lnTo>
                      <a:lnTo>
                        <a:pt x="73000" y="60500"/>
                      </a:lnTo>
                      <a:lnTo>
                        <a:pt x="85000" y="52500"/>
                      </a:lnTo>
                      <a:lnTo>
                        <a:pt x="96000" y="47500"/>
                      </a:lnTo>
                      <a:lnTo>
                        <a:pt x="106000" y="45500"/>
                      </a:lnTo>
                      <a:lnTo>
                        <a:pt x="107000" y="44500"/>
                      </a:lnTo>
                      <a:lnTo>
                        <a:pt x="111000" y="44500"/>
                      </a:lnTo>
                      <a:lnTo>
                        <a:pt x="112000" y="43500"/>
                      </a:lnTo>
                      <a:lnTo>
                        <a:pt x="133000" y="43500"/>
                      </a:lnTo>
                      <a:lnTo>
                        <a:pt x="134000" y="44500"/>
                      </a:lnTo>
                      <a:lnTo>
                        <a:pt x="143000" y="45500"/>
                      </a:lnTo>
                      <a:lnTo>
                        <a:pt x="152000" y="49500"/>
                      </a:lnTo>
                      <a:lnTo>
                        <a:pt x="154000" y="49500"/>
                      </a:lnTo>
                      <a:lnTo>
                        <a:pt x="169000" y="58500"/>
                      </a:lnTo>
                      <a:lnTo>
                        <a:pt x="180500" y="69000"/>
                      </a:lnTo>
                      <a:lnTo>
                        <a:pt x="191500" y="85000"/>
                      </a:lnTo>
                      <a:lnTo>
                        <a:pt x="191500" y="87000"/>
                      </a:lnTo>
                      <a:lnTo>
                        <a:pt x="196500" y="98000"/>
                      </a:lnTo>
                      <a:lnTo>
                        <a:pt x="196500" y="101000"/>
                      </a:lnTo>
                      <a:lnTo>
                        <a:pt x="198500" y="106000"/>
                      </a:lnTo>
                      <a:lnTo>
                        <a:pt x="198500" y="112000"/>
                      </a:lnTo>
                      <a:lnTo>
                        <a:pt x="199500" y="113000"/>
                      </a:lnTo>
                      <a:lnTo>
                        <a:pt x="199500" y="130000"/>
                      </a:lnTo>
                      <a:lnTo>
                        <a:pt x="198500" y="131000"/>
                      </a:lnTo>
                      <a:lnTo>
                        <a:pt x="198500" y="136000"/>
                      </a:lnTo>
                      <a:lnTo>
                        <a:pt x="197500" y="137000"/>
                      </a:lnTo>
                      <a:lnTo>
                        <a:pt x="196500" y="144000"/>
                      </a:lnTo>
                      <a:lnTo>
                        <a:pt x="189500" y="160000"/>
                      </a:lnTo>
                      <a:lnTo>
                        <a:pt x="183500" y="169000"/>
                      </a:lnTo>
                      <a:lnTo>
                        <a:pt x="175000" y="178500"/>
                      </a:lnTo>
                      <a:lnTo>
                        <a:pt x="159000" y="190500"/>
                      </a:lnTo>
                      <a:lnTo>
                        <a:pt x="149000" y="195500"/>
                      </a:lnTo>
                      <a:lnTo>
                        <a:pt x="140000" y="198500"/>
                      </a:lnTo>
                      <a:lnTo>
                        <a:pt x="137000" y="198500"/>
                      </a:lnTo>
                      <a:lnTo>
                        <a:pt x="136000" y="199500"/>
                      </a:lnTo>
                      <a:lnTo>
                        <a:pt x="131000" y="199500"/>
                      </a:lnTo>
                      <a:close/>
                      <a:moveTo>
                        <a:pt x="110500" y="172000"/>
                      </a:moveTo>
                      <a:lnTo>
                        <a:pt x="113000" y="171500"/>
                      </a:lnTo>
                      <a:lnTo>
                        <a:pt x="119500" y="165000"/>
                      </a:lnTo>
                      <a:lnTo>
                        <a:pt x="137500" y="141000"/>
                      </a:lnTo>
                      <a:lnTo>
                        <a:pt x="152500" y="123000"/>
                      </a:lnTo>
                      <a:lnTo>
                        <a:pt x="155500" y="118000"/>
                      </a:lnTo>
                      <a:lnTo>
                        <a:pt x="174500" y="95000"/>
                      </a:lnTo>
                      <a:lnTo>
                        <a:pt x="176500" y="90000"/>
                      </a:lnTo>
                      <a:lnTo>
                        <a:pt x="176500" y="86000"/>
                      </a:lnTo>
                      <a:lnTo>
                        <a:pt x="174500" y="82000"/>
                      </a:lnTo>
                      <a:lnTo>
                        <a:pt x="171000" y="78500"/>
                      </a:lnTo>
                      <a:lnTo>
                        <a:pt x="169000" y="77500"/>
                      </a:lnTo>
                      <a:lnTo>
                        <a:pt x="162000" y="77500"/>
                      </a:lnTo>
                      <a:lnTo>
                        <a:pt x="156500" y="81000"/>
                      </a:lnTo>
                      <a:lnTo>
                        <a:pt x="149500" y="91000"/>
                      </a:lnTo>
                      <a:lnTo>
                        <a:pt x="144500" y="96000"/>
                      </a:lnTo>
                      <a:lnTo>
                        <a:pt x="141500" y="101000"/>
                      </a:lnTo>
                      <a:lnTo>
                        <a:pt x="126500" y="119000"/>
                      </a:lnTo>
                      <a:lnTo>
                        <a:pt x="123500" y="124000"/>
                      </a:lnTo>
                      <a:lnTo>
                        <a:pt x="115500" y="133000"/>
                      </a:lnTo>
                      <a:lnTo>
                        <a:pt x="112500" y="138000"/>
                      </a:lnTo>
                      <a:lnTo>
                        <a:pt x="108000" y="142500"/>
                      </a:lnTo>
                      <a:lnTo>
                        <a:pt x="107000" y="142500"/>
                      </a:lnTo>
                      <a:lnTo>
                        <a:pt x="99500" y="135000"/>
                      </a:lnTo>
                      <a:lnTo>
                        <a:pt x="85500" y="118000"/>
                      </a:lnTo>
                      <a:lnTo>
                        <a:pt x="80000" y="113500"/>
                      </a:lnTo>
                      <a:lnTo>
                        <a:pt x="77000" y="113500"/>
                      </a:lnTo>
                      <a:lnTo>
                        <a:pt x="76000" y="112500"/>
                      </a:lnTo>
                      <a:lnTo>
                        <a:pt x="71000" y="113500"/>
                      </a:lnTo>
                      <a:lnTo>
                        <a:pt x="65500" y="119000"/>
                      </a:lnTo>
                      <a:lnTo>
                        <a:pt x="64500" y="121000"/>
                      </a:lnTo>
                      <a:lnTo>
                        <a:pt x="64500" y="127000"/>
                      </a:lnTo>
                      <a:lnTo>
                        <a:pt x="70500" y="135000"/>
                      </a:lnTo>
                      <a:lnTo>
                        <a:pt x="102000" y="170500"/>
                      </a:lnTo>
                      <a:lnTo>
                        <a:pt x="107000" y="1725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011" name="available-check-strokes"/>
                <p:cNvSpPr/>
                <p:nvPr/>
              </p:nvSpPr>
              <p:spPr>
                <a:xfrm>
                  <a:off x="656362" y="5954644"/>
                  <a:ext cx="741103" cy="741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000" h="244000">
                      <a:moveTo>
                        <a:pt x="125000" y="219500"/>
                      </a:moveTo>
                      <a:lnTo>
                        <a:pt x="106000" y="218500"/>
                      </a:lnTo>
                      <a:lnTo>
                        <a:pt x="105000" y="217500"/>
                      </a:lnTo>
                      <a:lnTo>
                        <a:pt x="100000" y="217500"/>
                      </a:lnTo>
                      <a:lnTo>
                        <a:pt x="99000" y="216500"/>
                      </a:lnTo>
                      <a:lnTo>
                        <a:pt x="89000" y="214500"/>
                      </a:lnTo>
                      <a:lnTo>
                        <a:pt x="82000" y="210500"/>
                      </a:lnTo>
                      <a:lnTo>
                        <a:pt x="80000" y="210500"/>
                      </a:lnTo>
                      <a:lnTo>
                        <a:pt x="74000" y="207500"/>
                      </a:lnTo>
                      <a:lnTo>
                        <a:pt x="57000" y="195500"/>
                      </a:lnTo>
                      <a:lnTo>
                        <a:pt x="42500" y="179000"/>
                      </a:lnTo>
                      <a:lnTo>
                        <a:pt x="31500" y="159000"/>
                      </a:lnTo>
                      <a:lnTo>
                        <a:pt x="27500" y="147000"/>
                      </a:lnTo>
                      <a:lnTo>
                        <a:pt x="27500" y="144000"/>
                      </a:lnTo>
                      <a:lnTo>
                        <a:pt x="26500" y="143000"/>
                      </a:lnTo>
                      <a:lnTo>
                        <a:pt x="25500" y="130000"/>
                      </a:lnTo>
                      <a:lnTo>
                        <a:pt x="24500" y="129000"/>
                      </a:lnTo>
                      <a:lnTo>
                        <a:pt x="24500" y="115000"/>
                      </a:lnTo>
                      <a:lnTo>
                        <a:pt x="25500" y="114000"/>
                      </a:lnTo>
                      <a:lnTo>
                        <a:pt x="25500" y="106000"/>
                      </a:lnTo>
                      <a:lnTo>
                        <a:pt x="26500" y="105000"/>
                      </a:lnTo>
                      <a:lnTo>
                        <a:pt x="27500" y="97000"/>
                      </a:lnTo>
                      <a:lnTo>
                        <a:pt x="30500" y="88000"/>
                      </a:lnTo>
                      <a:lnTo>
                        <a:pt x="32500" y="85000"/>
                      </a:lnTo>
                      <a:lnTo>
                        <a:pt x="32500" y="83000"/>
                      </a:lnTo>
                      <a:lnTo>
                        <a:pt x="38500" y="71000"/>
                      </a:lnTo>
                      <a:lnTo>
                        <a:pt x="45500" y="61000"/>
                      </a:lnTo>
                      <a:lnTo>
                        <a:pt x="61000" y="45500"/>
                      </a:lnTo>
                      <a:lnTo>
                        <a:pt x="74000" y="36500"/>
                      </a:lnTo>
                      <a:lnTo>
                        <a:pt x="96000" y="27500"/>
                      </a:lnTo>
                      <a:lnTo>
                        <a:pt x="104000" y="26500"/>
                      </a:lnTo>
                      <a:lnTo>
                        <a:pt x="105000" y="25500"/>
                      </a:lnTo>
                      <a:lnTo>
                        <a:pt x="110000" y="25500"/>
                      </a:lnTo>
                      <a:lnTo>
                        <a:pt x="111000" y="24500"/>
                      </a:lnTo>
                      <a:lnTo>
                        <a:pt x="134000" y="24500"/>
                      </a:lnTo>
                      <a:lnTo>
                        <a:pt x="135000" y="25500"/>
                      </a:lnTo>
                      <a:lnTo>
                        <a:pt x="140000" y="25500"/>
                      </a:lnTo>
                      <a:lnTo>
                        <a:pt x="141000" y="26500"/>
                      </a:lnTo>
                      <a:lnTo>
                        <a:pt x="148000" y="27500"/>
                      </a:lnTo>
                      <a:lnTo>
                        <a:pt x="160000" y="31500"/>
                      </a:lnTo>
                      <a:lnTo>
                        <a:pt x="175000" y="39500"/>
                      </a:lnTo>
                      <a:lnTo>
                        <a:pt x="182000" y="44500"/>
                      </a:lnTo>
                      <a:lnTo>
                        <a:pt x="188000" y="49500"/>
                      </a:lnTo>
                      <a:lnTo>
                        <a:pt x="198500" y="61000"/>
                      </a:lnTo>
                      <a:lnTo>
                        <a:pt x="206500" y="73000"/>
                      </a:lnTo>
                      <a:lnTo>
                        <a:pt x="211500" y="83000"/>
                      </a:lnTo>
                      <a:lnTo>
                        <a:pt x="214500" y="92000"/>
                      </a:lnTo>
                      <a:lnTo>
                        <a:pt x="214500" y="95000"/>
                      </a:lnTo>
                      <a:lnTo>
                        <a:pt x="216500" y="100000"/>
                      </a:lnTo>
                      <a:lnTo>
                        <a:pt x="216500" y="104000"/>
                      </a:lnTo>
                      <a:lnTo>
                        <a:pt x="217500" y="105000"/>
                      </a:lnTo>
                      <a:lnTo>
                        <a:pt x="217500" y="113000"/>
                      </a:lnTo>
                      <a:lnTo>
                        <a:pt x="218500" y="114000"/>
                      </a:lnTo>
                      <a:lnTo>
                        <a:pt x="218500" y="129000"/>
                      </a:lnTo>
                      <a:lnTo>
                        <a:pt x="217500" y="130000"/>
                      </a:lnTo>
                      <a:lnTo>
                        <a:pt x="217500" y="137000"/>
                      </a:lnTo>
                      <a:lnTo>
                        <a:pt x="216500" y="138000"/>
                      </a:lnTo>
                      <a:lnTo>
                        <a:pt x="216500" y="142000"/>
                      </a:lnTo>
                      <a:lnTo>
                        <a:pt x="215500" y="143000"/>
                      </a:lnTo>
                      <a:lnTo>
                        <a:pt x="214500" y="150000"/>
                      </a:lnTo>
                      <a:lnTo>
                        <a:pt x="205500" y="170000"/>
                      </a:lnTo>
                      <a:lnTo>
                        <a:pt x="196500" y="183000"/>
                      </a:lnTo>
                      <a:lnTo>
                        <a:pt x="181000" y="198500"/>
                      </a:lnTo>
                      <a:lnTo>
                        <a:pt x="171000" y="205500"/>
                      </a:lnTo>
                      <a:lnTo>
                        <a:pt x="155000" y="213500"/>
                      </a:lnTo>
                      <a:lnTo>
                        <a:pt x="149000" y="215500"/>
                      </a:lnTo>
                      <a:lnTo>
                        <a:pt x="146000" y="215500"/>
                      </a:lnTo>
                      <a:lnTo>
                        <a:pt x="141000" y="217500"/>
                      </a:lnTo>
                      <a:lnTo>
                        <a:pt x="136000" y="217500"/>
                      </a:lnTo>
                      <a:lnTo>
                        <a:pt x="135000" y="218500"/>
                      </a:lnTo>
                      <a:lnTo>
                        <a:pt x="126000" y="218500"/>
                      </a:lnTo>
                      <a:close/>
                      <a:moveTo>
                        <a:pt x="131500" y="200000"/>
                      </a:moveTo>
                      <a:lnTo>
                        <a:pt x="141000" y="198500"/>
                      </a:lnTo>
                      <a:lnTo>
                        <a:pt x="152000" y="193500"/>
                      </a:lnTo>
                      <a:lnTo>
                        <a:pt x="154000" y="193500"/>
                      </a:lnTo>
                      <a:lnTo>
                        <a:pt x="168000" y="184500"/>
                      </a:lnTo>
                      <a:lnTo>
                        <a:pt x="174500" y="179000"/>
                      </a:lnTo>
                      <a:lnTo>
                        <a:pt x="183500" y="169000"/>
                      </a:lnTo>
                      <a:lnTo>
                        <a:pt x="189500" y="160000"/>
                      </a:lnTo>
                      <a:lnTo>
                        <a:pt x="196500" y="144000"/>
                      </a:lnTo>
                      <a:lnTo>
                        <a:pt x="196500" y="141000"/>
                      </a:lnTo>
                      <a:lnTo>
                        <a:pt x="198500" y="136000"/>
                      </a:lnTo>
                      <a:lnTo>
                        <a:pt x="198500" y="132000"/>
                      </a:lnTo>
                      <a:lnTo>
                        <a:pt x="199500" y="131000"/>
                      </a:lnTo>
                      <a:lnTo>
                        <a:pt x="199500" y="113000"/>
                      </a:lnTo>
                      <a:lnTo>
                        <a:pt x="198500" y="112000"/>
                      </a:lnTo>
                      <a:lnTo>
                        <a:pt x="198500" y="106000"/>
                      </a:lnTo>
                      <a:lnTo>
                        <a:pt x="197500" y="105000"/>
                      </a:lnTo>
                      <a:lnTo>
                        <a:pt x="196500" y="98000"/>
                      </a:lnTo>
                      <a:lnTo>
                        <a:pt x="190500" y="83000"/>
                      </a:lnTo>
                      <a:lnTo>
                        <a:pt x="180500" y="69000"/>
                      </a:lnTo>
                      <a:lnTo>
                        <a:pt x="168000" y="57500"/>
                      </a:lnTo>
                      <a:lnTo>
                        <a:pt x="154000" y="49500"/>
                      </a:lnTo>
                      <a:lnTo>
                        <a:pt x="152000" y="49500"/>
                      </a:lnTo>
                      <a:lnTo>
                        <a:pt x="143000" y="45500"/>
                      </a:lnTo>
                      <a:lnTo>
                        <a:pt x="134000" y="44500"/>
                      </a:lnTo>
                      <a:lnTo>
                        <a:pt x="133000" y="43500"/>
                      </a:lnTo>
                      <a:lnTo>
                        <a:pt x="112000" y="43500"/>
                      </a:lnTo>
                      <a:lnTo>
                        <a:pt x="111000" y="44500"/>
                      </a:lnTo>
                      <a:lnTo>
                        <a:pt x="107000" y="44500"/>
                      </a:lnTo>
                      <a:lnTo>
                        <a:pt x="106000" y="45500"/>
                      </a:lnTo>
                      <a:lnTo>
                        <a:pt x="96000" y="47500"/>
                      </a:lnTo>
                      <a:lnTo>
                        <a:pt x="83000" y="53500"/>
                      </a:lnTo>
                      <a:lnTo>
                        <a:pt x="73000" y="60500"/>
                      </a:lnTo>
                      <a:lnTo>
                        <a:pt x="60500" y="73000"/>
                      </a:lnTo>
                      <a:lnTo>
                        <a:pt x="51500" y="87000"/>
                      </a:lnTo>
                      <a:lnTo>
                        <a:pt x="46500" y="100000"/>
                      </a:lnTo>
                      <a:lnTo>
                        <a:pt x="45500" y="108000"/>
                      </a:lnTo>
                      <a:lnTo>
                        <a:pt x="44500" y="109000"/>
                      </a:lnTo>
                      <a:lnTo>
                        <a:pt x="44500" y="115000"/>
                      </a:lnTo>
                      <a:lnTo>
                        <a:pt x="43500" y="116000"/>
                      </a:lnTo>
                      <a:lnTo>
                        <a:pt x="43500" y="129000"/>
                      </a:lnTo>
                      <a:lnTo>
                        <a:pt x="44500" y="130000"/>
                      </a:lnTo>
                      <a:lnTo>
                        <a:pt x="44500" y="136000"/>
                      </a:lnTo>
                      <a:lnTo>
                        <a:pt x="45500" y="137000"/>
                      </a:lnTo>
                      <a:lnTo>
                        <a:pt x="46500" y="145000"/>
                      </a:lnTo>
                      <a:lnTo>
                        <a:pt x="54500" y="163000"/>
                      </a:lnTo>
                      <a:lnTo>
                        <a:pt x="61500" y="173000"/>
                      </a:lnTo>
                      <a:lnTo>
                        <a:pt x="71000" y="182500"/>
                      </a:lnTo>
                      <a:lnTo>
                        <a:pt x="84000" y="191500"/>
                      </a:lnTo>
                      <a:lnTo>
                        <a:pt x="101000" y="198500"/>
                      </a:lnTo>
                      <a:lnTo>
                        <a:pt x="105000" y="198500"/>
                      </a:lnTo>
                      <a:lnTo>
                        <a:pt x="111000" y="200500"/>
                      </a:lnTo>
                      <a:close/>
                      <a:moveTo>
                        <a:pt x="110000" y="172500"/>
                      </a:moveTo>
                      <a:lnTo>
                        <a:pt x="107000" y="172500"/>
                      </a:lnTo>
                      <a:lnTo>
                        <a:pt x="102000" y="170500"/>
                      </a:lnTo>
                      <a:lnTo>
                        <a:pt x="65500" y="129000"/>
                      </a:lnTo>
                      <a:lnTo>
                        <a:pt x="64500" y="127000"/>
                      </a:lnTo>
                      <a:lnTo>
                        <a:pt x="64500" y="121000"/>
                      </a:lnTo>
                      <a:lnTo>
                        <a:pt x="65500" y="119000"/>
                      </a:lnTo>
                      <a:lnTo>
                        <a:pt x="72000" y="113500"/>
                      </a:lnTo>
                      <a:lnTo>
                        <a:pt x="80000" y="113500"/>
                      </a:lnTo>
                      <a:lnTo>
                        <a:pt x="84500" y="117000"/>
                      </a:lnTo>
                      <a:lnTo>
                        <a:pt x="90500" y="125000"/>
                      </a:lnTo>
                      <a:lnTo>
                        <a:pt x="98500" y="133000"/>
                      </a:lnTo>
                      <a:lnTo>
                        <a:pt x="106500" y="143000"/>
                      </a:lnTo>
                      <a:lnTo>
                        <a:pt x="108000" y="143500"/>
                      </a:lnTo>
                      <a:lnTo>
                        <a:pt x="130500" y="114000"/>
                      </a:lnTo>
                      <a:lnTo>
                        <a:pt x="134500" y="110000"/>
                      </a:lnTo>
                      <a:lnTo>
                        <a:pt x="137500" y="105000"/>
                      </a:lnTo>
                      <a:lnTo>
                        <a:pt x="153500" y="86000"/>
                      </a:lnTo>
                      <a:lnTo>
                        <a:pt x="156500" y="81000"/>
                      </a:lnTo>
                      <a:lnTo>
                        <a:pt x="162000" y="77500"/>
                      </a:lnTo>
                      <a:lnTo>
                        <a:pt x="168000" y="77500"/>
                      </a:lnTo>
                      <a:lnTo>
                        <a:pt x="172000" y="79500"/>
                      </a:lnTo>
                      <a:lnTo>
                        <a:pt x="176500" y="86000"/>
                      </a:lnTo>
                      <a:lnTo>
                        <a:pt x="176500" y="90000"/>
                      </a:lnTo>
                      <a:lnTo>
                        <a:pt x="174500" y="95000"/>
                      </a:lnTo>
                      <a:lnTo>
                        <a:pt x="166500" y="104000"/>
                      </a:lnTo>
                      <a:lnTo>
                        <a:pt x="163500" y="109000"/>
                      </a:lnTo>
                      <a:lnTo>
                        <a:pt x="155500" y="118000"/>
                      </a:lnTo>
                      <a:lnTo>
                        <a:pt x="152500" y="123000"/>
                      </a:lnTo>
                      <a:lnTo>
                        <a:pt x="144500" y="132000"/>
                      </a:lnTo>
                      <a:lnTo>
                        <a:pt x="119500" y="165000"/>
                      </a:lnTo>
                      <a:lnTo>
                        <a:pt x="113000" y="171500"/>
                      </a:lnTo>
                      <a:close/>
                    </a:path>
                  </a:pathLst>
                </a:custGeom>
                <a:solidFill>
                  <a:srgbClr val="2D8B58"/>
                </a:solidFill>
                <a:ln>
                  <a:noFill/>
                </a:ln>
              </p:spPr>
            </p:sp>
          </p:grpSp>
          <p:grpSp>
            <p:nvGrpSpPr>
              <p:cNvPr id="1015" name="unavailable-cross — editable vector components"/>
              <p:cNvGrpSpPr/>
              <p:nvPr/>
            </p:nvGrpSpPr>
            <p:grpSpPr>
              <a:xfrm>
                <a:off x="656732" y="6952528"/>
                <a:ext cx="740363" cy="739631"/>
                <a:chOff x="656732" y="6952528"/>
                <a:chExt cx="740363" cy="739631"/>
              </a:xfrm>
            </p:grpSpPr>
            <p:sp>
              <p:nvSpPr>
                <p:cNvPr id="1013" name="unavailable-cross-interior"/>
                <p:cNvSpPr/>
                <p:nvPr/>
              </p:nvSpPr>
              <p:spPr>
                <a:xfrm>
                  <a:off x="656732" y="6952528"/>
                  <a:ext cx="740363" cy="739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000" h="246000">
                      <a:moveTo>
                        <a:pt x="131000" y="201500"/>
                      </a:moveTo>
                      <a:lnTo>
                        <a:pt x="112000" y="201500"/>
                      </a:lnTo>
                      <a:lnTo>
                        <a:pt x="111000" y="200500"/>
                      </a:lnTo>
                      <a:lnTo>
                        <a:pt x="101000" y="199500"/>
                      </a:lnTo>
                      <a:lnTo>
                        <a:pt x="86000" y="193500"/>
                      </a:lnTo>
                      <a:lnTo>
                        <a:pt x="73000" y="185500"/>
                      </a:lnTo>
                      <a:lnTo>
                        <a:pt x="59500" y="172000"/>
                      </a:lnTo>
                      <a:lnTo>
                        <a:pt x="54500" y="165000"/>
                      </a:lnTo>
                      <a:lnTo>
                        <a:pt x="48500" y="153000"/>
                      </a:lnTo>
                      <a:lnTo>
                        <a:pt x="45500" y="144000"/>
                      </a:lnTo>
                      <a:lnTo>
                        <a:pt x="45500" y="141000"/>
                      </a:lnTo>
                      <a:lnTo>
                        <a:pt x="44500" y="140000"/>
                      </a:lnTo>
                      <a:lnTo>
                        <a:pt x="44500" y="136000"/>
                      </a:lnTo>
                      <a:lnTo>
                        <a:pt x="43500" y="135000"/>
                      </a:lnTo>
                      <a:lnTo>
                        <a:pt x="43500" y="112000"/>
                      </a:lnTo>
                      <a:lnTo>
                        <a:pt x="44500" y="111000"/>
                      </a:lnTo>
                      <a:lnTo>
                        <a:pt x="44500" y="106000"/>
                      </a:lnTo>
                      <a:lnTo>
                        <a:pt x="49500" y="91000"/>
                      </a:lnTo>
                      <a:lnTo>
                        <a:pt x="60500" y="73000"/>
                      </a:lnTo>
                      <a:lnTo>
                        <a:pt x="72000" y="61500"/>
                      </a:lnTo>
                      <a:lnTo>
                        <a:pt x="82000" y="54500"/>
                      </a:lnTo>
                      <a:lnTo>
                        <a:pt x="94000" y="48500"/>
                      </a:lnTo>
                      <a:lnTo>
                        <a:pt x="100000" y="46500"/>
                      </a:lnTo>
                      <a:lnTo>
                        <a:pt x="103000" y="46500"/>
                      </a:lnTo>
                      <a:lnTo>
                        <a:pt x="104000" y="45500"/>
                      </a:lnTo>
                      <a:lnTo>
                        <a:pt x="107000" y="45500"/>
                      </a:lnTo>
                      <a:lnTo>
                        <a:pt x="108000" y="44500"/>
                      </a:lnTo>
                      <a:lnTo>
                        <a:pt x="113000" y="44500"/>
                      </a:lnTo>
                      <a:lnTo>
                        <a:pt x="114000" y="43500"/>
                      </a:lnTo>
                      <a:lnTo>
                        <a:pt x="133000" y="43500"/>
                      </a:lnTo>
                      <a:lnTo>
                        <a:pt x="134000" y="44500"/>
                      </a:lnTo>
                      <a:lnTo>
                        <a:pt x="139000" y="44500"/>
                      </a:lnTo>
                      <a:lnTo>
                        <a:pt x="140000" y="45500"/>
                      </a:lnTo>
                      <a:lnTo>
                        <a:pt x="147000" y="46500"/>
                      </a:lnTo>
                      <a:lnTo>
                        <a:pt x="162000" y="53500"/>
                      </a:lnTo>
                      <a:lnTo>
                        <a:pt x="171000" y="59500"/>
                      </a:lnTo>
                      <a:lnTo>
                        <a:pt x="184500" y="73000"/>
                      </a:lnTo>
                      <a:lnTo>
                        <a:pt x="190500" y="82000"/>
                      </a:lnTo>
                      <a:lnTo>
                        <a:pt x="197500" y="98000"/>
                      </a:lnTo>
                      <a:lnTo>
                        <a:pt x="197500" y="101000"/>
                      </a:lnTo>
                      <a:lnTo>
                        <a:pt x="199500" y="106000"/>
                      </a:lnTo>
                      <a:lnTo>
                        <a:pt x="199500" y="112000"/>
                      </a:lnTo>
                      <a:lnTo>
                        <a:pt x="200500" y="113000"/>
                      </a:lnTo>
                      <a:lnTo>
                        <a:pt x="200500" y="131000"/>
                      </a:lnTo>
                      <a:lnTo>
                        <a:pt x="199500" y="132000"/>
                      </a:lnTo>
                      <a:lnTo>
                        <a:pt x="198500" y="142000"/>
                      </a:lnTo>
                      <a:lnTo>
                        <a:pt x="191500" y="160000"/>
                      </a:lnTo>
                      <a:lnTo>
                        <a:pt x="182500" y="173000"/>
                      </a:lnTo>
                      <a:lnTo>
                        <a:pt x="172000" y="183500"/>
                      </a:lnTo>
                      <a:lnTo>
                        <a:pt x="157000" y="193500"/>
                      </a:lnTo>
                      <a:lnTo>
                        <a:pt x="141000" y="199500"/>
                      </a:lnTo>
                      <a:lnTo>
                        <a:pt x="132000" y="200500"/>
                      </a:lnTo>
                      <a:close/>
                      <a:moveTo>
                        <a:pt x="164500" y="171000"/>
                      </a:moveTo>
                      <a:lnTo>
                        <a:pt x="169500" y="167000"/>
                      </a:lnTo>
                      <a:lnTo>
                        <a:pt x="171500" y="162000"/>
                      </a:lnTo>
                      <a:lnTo>
                        <a:pt x="169500" y="155000"/>
                      </a:lnTo>
                      <a:lnTo>
                        <a:pt x="137500" y="123000"/>
                      </a:lnTo>
                      <a:lnTo>
                        <a:pt x="137500" y="122000"/>
                      </a:lnTo>
                      <a:lnTo>
                        <a:pt x="170500" y="89000"/>
                      </a:lnTo>
                      <a:lnTo>
                        <a:pt x="171500" y="83000"/>
                      </a:lnTo>
                      <a:lnTo>
                        <a:pt x="169500" y="78000"/>
                      </a:lnTo>
                      <a:lnTo>
                        <a:pt x="164000" y="73500"/>
                      </a:lnTo>
                      <a:lnTo>
                        <a:pt x="156000" y="73500"/>
                      </a:lnTo>
                      <a:lnTo>
                        <a:pt x="154000" y="74500"/>
                      </a:lnTo>
                      <a:lnTo>
                        <a:pt x="122000" y="106500"/>
                      </a:lnTo>
                      <a:lnTo>
                        <a:pt x="121000" y="106500"/>
                      </a:lnTo>
                      <a:lnTo>
                        <a:pt x="89000" y="74500"/>
                      </a:lnTo>
                      <a:lnTo>
                        <a:pt x="87000" y="73500"/>
                      </a:lnTo>
                      <a:lnTo>
                        <a:pt x="79000" y="73500"/>
                      </a:lnTo>
                      <a:lnTo>
                        <a:pt x="77000" y="74500"/>
                      </a:lnTo>
                      <a:lnTo>
                        <a:pt x="72500" y="80000"/>
                      </a:lnTo>
                      <a:lnTo>
                        <a:pt x="72500" y="88000"/>
                      </a:lnTo>
                      <a:lnTo>
                        <a:pt x="73500" y="90000"/>
                      </a:lnTo>
                      <a:lnTo>
                        <a:pt x="105500" y="122000"/>
                      </a:lnTo>
                      <a:lnTo>
                        <a:pt x="105500" y="123000"/>
                      </a:lnTo>
                      <a:lnTo>
                        <a:pt x="72500" y="156000"/>
                      </a:lnTo>
                      <a:lnTo>
                        <a:pt x="71500" y="162000"/>
                      </a:lnTo>
                      <a:lnTo>
                        <a:pt x="73500" y="167000"/>
                      </a:lnTo>
                      <a:lnTo>
                        <a:pt x="79000" y="171500"/>
                      </a:lnTo>
                      <a:lnTo>
                        <a:pt x="87000" y="171500"/>
                      </a:lnTo>
                      <a:lnTo>
                        <a:pt x="89000" y="170500"/>
                      </a:lnTo>
                      <a:lnTo>
                        <a:pt x="121000" y="138500"/>
                      </a:lnTo>
                      <a:lnTo>
                        <a:pt x="122000" y="138500"/>
                      </a:lnTo>
                      <a:lnTo>
                        <a:pt x="154000" y="170500"/>
                      </a:lnTo>
                      <a:lnTo>
                        <a:pt x="156000" y="1715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014" name="unavailable-cross-strokes"/>
                <p:cNvSpPr/>
                <p:nvPr/>
              </p:nvSpPr>
              <p:spPr>
                <a:xfrm>
                  <a:off x="656732" y="6952528"/>
                  <a:ext cx="740363" cy="739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000" h="246000">
                      <a:moveTo>
                        <a:pt x="132000" y="220500"/>
                      </a:moveTo>
                      <a:lnTo>
                        <a:pt x="113000" y="220500"/>
                      </a:lnTo>
                      <a:lnTo>
                        <a:pt x="112000" y="219500"/>
                      </a:lnTo>
                      <a:lnTo>
                        <a:pt x="105000" y="219500"/>
                      </a:lnTo>
                      <a:lnTo>
                        <a:pt x="104000" y="218500"/>
                      </a:lnTo>
                      <a:lnTo>
                        <a:pt x="100000" y="218500"/>
                      </a:lnTo>
                      <a:lnTo>
                        <a:pt x="99000" y="217500"/>
                      </a:lnTo>
                      <a:lnTo>
                        <a:pt x="92000" y="216500"/>
                      </a:lnTo>
                      <a:lnTo>
                        <a:pt x="77000" y="210500"/>
                      </a:lnTo>
                      <a:lnTo>
                        <a:pt x="60000" y="199500"/>
                      </a:lnTo>
                      <a:lnTo>
                        <a:pt x="45500" y="185000"/>
                      </a:lnTo>
                      <a:lnTo>
                        <a:pt x="36500" y="172000"/>
                      </a:lnTo>
                      <a:lnTo>
                        <a:pt x="30500" y="160000"/>
                      </a:lnTo>
                      <a:lnTo>
                        <a:pt x="27500" y="151000"/>
                      </a:lnTo>
                      <a:lnTo>
                        <a:pt x="27500" y="148000"/>
                      </a:lnTo>
                      <a:lnTo>
                        <a:pt x="26500" y="147000"/>
                      </a:lnTo>
                      <a:lnTo>
                        <a:pt x="25500" y="138000"/>
                      </a:lnTo>
                      <a:lnTo>
                        <a:pt x="24500" y="137000"/>
                      </a:lnTo>
                      <a:lnTo>
                        <a:pt x="24500" y="110000"/>
                      </a:lnTo>
                      <a:lnTo>
                        <a:pt x="25500" y="109000"/>
                      </a:lnTo>
                      <a:lnTo>
                        <a:pt x="25500" y="104000"/>
                      </a:lnTo>
                      <a:lnTo>
                        <a:pt x="28500" y="95000"/>
                      </a:lnTo>
                      <a:lnTo>
                        <a:pt x="28500" y="92000"/>
                      </a:lnTo>
                      <a:lnTo>
                        <a:pt x="36500" y="74000"/>
                      </a:lnTo>
                      <a:lnTo>
                        <a:pt x="45500" y="61000"/>
                      </a:lnTo>
                      <a:lnTo>
                        <a:pt x="59000" y="47500"/>
                      </a:lnTo>
                      <a:lnTo>
                        <a:pt x="77000" y="35500"/>
                      </a:lnTo>
                      <a:lnTo>
                        <a:pt x="94000" y="28500"/>
                      </a:lnTo>
                      <a:lnTo>
                        <a:pt x="97000" y="28500"/>
                      </a:lnTo>
                      <a:lnTo>
                        <a:pt x="102000" y="26500"/>
                      </a:lnTo>
                      <a:lnTo>
                        <a:pt x="106000" y="26500"/>
                      </a:lnTo>
                      <a:lnTo>
                        <a:pt x="107000" y="25500"/>
                      </a:lnTo>
                      <a:lnTo>
                        <a:pt x="112000" y="25500"/>
                      </a:lnTo>
                      <a:lnTo>
                        <a:pt x="113000" y="24500"/>
                      </a:lnTo>
                      <a:lnTo>
                        <a:pt x="135000" y="24500"/>
                      </a:lnTo>
                      <a:lnTo>
                        <a:pt x="136000" y="25500"/>
                      </a:lnTo>
                      <a:lnTo>
                        <a:pt x="141000" y="25500"/>
                      </a:lnTo>
                      <a:lnTo>
                        <a:pt x="146000" y="27500"/>
                      </a:lnTo>
                      <a:lnTo>
                        <a:pt x="149000" y="27500"/>
                      </a:lnTo>
                      <a:lnTo>
                        <a:pt x="171000" y="36500"/>
                      </a:lnTo>
                      <a:lnTo>
                        <a:pt x="184000" y="45500"/>
                      </a:lnTo>
                      <a:lnTo>
                        <a:pt x="197500" y="59000"/>
                      </a:lnTo>
                      <a:lnTo>
                        <a:pt x="208500" y="75000"/>
                      </a:lnTo>
                      <a:lnTo>
                        <a:pt x="216500" y="95000"/>
                      </a:lnTo>
                      <a:lnTo>
                        <a:pt x="217500" y="103000"/>
                      </a:lnTo>
                      <a:lnTo>
                        <a:pt x="218500" y="104000"/>
                      </a:lnTo>
                      <a:lnTo>
                        <a:pt x="218500" y="110000"/>
                      </a:lnTo>
                      <a:lnTo>
                        <a:pt x="219500" y="111000"/>
                      </a:lnTo>
                      <a:lnTo>
                        <a:pt x="219500" y="134000"/>
                      </a:lnTo>
                      <a:lnTo>
                        <a:pt x="218500" y="135000"/>
                      </a:lnTo>
                      <a:lnTo>
                        <a:pt x="218500" y="140000"/>
                      </a:lnTo>
                      <a:lnTo>
                        <a:pt x="217500" y="141000"/>
                      </a:lnTo>
                      <a:lnTo>
                        <a:pt x="216500" y="149000"/>
                      </a:lnTo>
                      <a:lnTo>
                        <a:pt x="212500" y="158000"/>
                      </a:lnTo>
                      <a:lnTo>
                        <a:pt x="212500" y="160000"/>
                      </a:lnTo>
                      <a:lnTo>
                        <a:pt x="206500" y="172000"/>
                      </a:lnTo>
                      <a:lnTo>
                        <a:pt x="200500" y="181000"/>
                      </a:lnTo>
                      <a:lnTo>
                        <a:pt x="184000" y="198500"/>
                      </a:lnTo>
                      <a:lnTo>
                        <a:pt x="171000" y="207500"/>
                      </a:lnTo>
                      <a:lnTo>
                        <a:pt x="154000" y="215500"/>
                      </a:lnTo>
                      <a:lnTo>
                        <a:pt x="140000" y="218500"/>
                      </a:lnTo>
                      <a:lnTo>
                        <a:pt x="139000" y="219500"/>
                      </a:lnTo>
                      <a:lnTo>
                        <a:pt x="133000" y="219500"/>
                      </a:lnTo>
                      <a:close/>
                      <a:moveTo>
                        <a:pt x="131500" y="201000"/>
                      </a:moveTo>
                      <a:lnTo>
                        <a:pt x="141000" y="199500"/>
                      </a:lnTo>
                      <a:lnTo>
                        <a:pt x="157000" y="193500"/>
                      </a:lnTo>
                      <a:lnTo>
                        <a:pt x="172000" y="183500"/>
                      </a:lnTo>
                      <a:lnTo>
                        <a:pt x="182500" y="173000"/>
                      </a:lnTo>
                      <a:lnTo>
                        <a:pt x="191500" y="160000"/>
                      </a:lnTo>
                      <a:lnTo>
                        <a:pt x="198500" y="142000"/>
                      </a:lnTo>
                      <a:lnTo>
                        <a:pt x="199500" y="132000"/>
                      </a:lnTo>
                      <a:lnTo>
                        <a:pt x="200500" y="131000"/>
                      </a:lnTo>
                      <a:lnTo>
                        <a:pt x="200500" y="113000"/>
                      </a:lnTo>
                      <a:lnTo>
                        <a:pt x="199500" y="112000"/>
                      </a:lnTo>
                      <a:lnTo>
                        <a:pt x="199500" y="106000"/>
                      </a:lnTo>
                      <a:lnTo>
                        <a:pt x="198500" y="105000"/>
                      </a:lnTo>
                      <a:lnTo>
                        <a:pt x="197500" y="98000"/>
                      </a:lnTo>
                      <a:lnTo>
                        <a:pt x="190500" y="82000"/>
                      </a:lnTo>
                      <a:lnTo>
                        <a:pt x="184500" y="73000"/>
                      </a:lnTo>
                      <a:lnTo>
                        <a:pt x="171000" y="59500"/>
                      </a:lnTo>
                      <a:lnTo>
                        <a:pt x="162000" y="53500"/>
                      </a:lnTo>
                      <a:lnTo>
                        <a:pt x="147000" y="46500"/>
                      </a:lnTo>
                      <a:lnTo>
                        <a:pt x="140000" y="45500"/>
                      </a:lnTo>
                      <a:lnTo>
                        <a:pt x="139000" y="44500"/>
                      </a:lnTo>
                      <a:lnTo>
                        <a:pt x="134000" y="44500"/>
                      </a:lnTo>
                      <a:lnTo>
                        <a:pt x="133000" y="43500"/>
                      </a:lnTo>
                      <a:lnTo>
                        <a:pt x="114000" y="43500"/>
                      </a:lnTo>
                      <a:lnTo>
                        <a:pt x="113000" y="44500"/>
                      </a:lnTo>
                      <a:lnTo>
                        <a:pt x="108000" y="44500"/>
                      </a:lnTo>
                      <a:lnTo>
                        <a:pt x="107000" y="45500"/>
                      </a:lnTo>
                      <a:lnTo>
                        <a:pt x="104000" y="45500"/>
                      </a:lnTo>
                      <a:lnTo>
                        <a:pt x="103000" y="46500"/>
                      </a:lnTo>
                      <a:lnTo>
                        <a:pt x="100000" y="46500"/>
                      </a:lnTo>
                      <a:lnTo>
                        <a:pt x="94000" y="48500"/>
                      </a:lnTo>
                      <a:lnTo>
                        <a:pt x="82000" y="54500"/>
                      </a:lnTo>
                      <a:lnTo>
                        <a:pt x="72000" y="61500"/>
                      </a:lnTo>
                      <a:lnTo>
                        <a:pt x="60500" y="73000"/>
                      </a:lnTo>
                      <a:lnTo>
                        <a:pt x="49500" y="91000"/>
                      </a:lnTo>
                      <a:lnTo>
                        <a:pt x="44500" y="106000"/>
                      </a:lnTo>
                      <a:lnTo>
                        <a:pt x="44500" y="111000"/>
                      </a:lnTo>
                      <a:lnTo>
                        <a:pt x="43500" y="112000"/>
                      </a:lnTo>
                      <a:lnTo>
                        <a:pt x="43500" y="135000"/>
                      </a:lnTo>
                      <a:lnTo>
                        <a:pt x="44500" y="136000"/>
                      </a:lnTo>
                      <a:lnTo>
                        <a:pt x="44500" y="140000"/>
                      </a:lnTo>
                      <a:lnTo>
                        <a:pt x="45500" y="141000"/>
                      </a:lnTo>
                      <a:lnTo>
                        <a:pt x="45500" y="144000"/>
                      </a:lnTo>
                      <a:lnTo>
                        <a:pt x="48500" y="153000"/>
                      </a:lnTo>
                      <a:lnTo>
                        <a:pt x="54500" y="165000"/>
                      </a:lnTo>
                      <a:lnTo>
                        <a:pt x="59500" y="172000"/>
                      </a:lnTo>
                      <a:lnTo>
                        <a:pt x="73000" y="185500"/>
                      </a:lnTo>
                      <a:lnTo>
                        <a:pt x="82000" y="191500"/>
                      </a:lnTo>
                      <a:lnTo>
                        <a:pt x="101000" y="199500"/>
                      </a:lnTo>
                      <a:lnTo>
                        <a:pt x="111000" y="200500"/>
                      </a:lnTo>
                      <a:lnTo>
                        <a:pt x="112000" y="201500"/>
                      </a:lnTo>
                      <a:close/>
                      <a:moveTo>
                        <a:pt x="164000" y="171500"/>
                      </a:moveTo>
                      <a:lnTo>
                        <a:pt x="156000" y="171500"/>
                      </a:lnTo>
                      <a:lnTo>
                        <a:pt x="154000" y="170500"/>
                      </a:lnTo>
                      <a:lnTo>
                        <a:pt x="122000" y="138500"/>
                      </a:lnTo>
                      <a:lnTo>
                        <a:pt x="121000" y="138500"/>
                      </a:lnTo>
                      <a:lnTo>
                        <a:pt x="89000" y="170500"/>
                      </a:lnTo>
                      <a:lnTo>
                        <a:pt x="87000" y="171500"/>
                      </a:lnTo>
                      <a:lnTo>
                        <a:pt x="79000" y="171500"/>
                      </a:lnTo>
                      <a:lnTo>
                        <a:pt x="73500" y="167000"/>
                      </a:lnTo>
                      <a:lnTo>
                        <a:pt x="71500" y="162000"/>
                      </a:lnTo>
                      <a:lnTo>
                        <a:pt x="72500" y="156000"/>
                      </a:lnTo>
                      <a:lnTo>
                        <a:pt x="105500" y="123000"/>
                      </a:lnTo>
                      <a:lnTo>
                        <a:pt x="105500" y="122000"/>
                      </a:lnTo>
                      <a:lnTo>
                        <a:pt x="73500" y="90000"/>
                      </a:lnTo>
                      <a:lnTo>
                        <a:pt x="72500" y="88000"/>
                      </a:lnTo>
                      <a:lnTo>
                        <a:pt x="72500" y="80000"/>
                      </a:lnTo>
                      <a:lnTo>
                        <a:pt x="77000" y="74500"/>
                      </a:lnTo>
                      <a:lnTo>
                        <a:pt x="79000" y="73500"/>
                      </a:lnTo>
                      <a:lnTo>
                        <a:pt x="87000" y="73500"/>
                      </a:lnTo>
                      <a:lnTo>
                        <a:pt x="89000" y="74500"/>
                      </a:lnTo>
                      <a:lnTo>
                        <a:pt x="121000" y="106500"/>
                      </a:lnTo>
                      <a:lnTo>
                        <a:pt x="122000" y="106500"/>
                      </a:lnTo>
                      <a:lnTo>
                        <a:pt x="154000" y="74500"/>
                      </a:lnTo>
                      <a:lnTo>
                        <a:pt x="156000" y="73500"/>
                      </a:lnTo>
                      <a:lnTo>
                        <a:pt x="164000" y="73500"/>
                      </a:lnTo>
                      <a:lnTo>
                        <a:pt x="169500" y="78000"/>
                      </a:lnTo>
                      <a:lnTo>
                        <a:pt x="171500" y="83000"/>
                      </a:lnTo>
                      <a:lnTo>
                        <a:pt x="170500" y="89000"/>
                      </a:lnTo>
                      <a:lnTo>
                        <a:pt x="137500" y="122000"/>
                      </a:lnTo>
                      <a:lnTo>
                        <a:pt x="137500" y="123000"/>
                      </a:lnTo>
                      <a:lnTo>
                        <a:pt x="169500" y="155000"/>
                      </a:lnTo>
                      <a:lnTo>
                        <a:pt x="171500" y="162000"/>
                      </a:lnTo>
                      <a:lnTo>
                        <a:pt x="169500" y="167000"/>
                      </a:lnTo>
                      <a:close/>
                    </a:path>
                  </a:pathLst>
                </a:custGeom>
                <a:solidFill>
                  <a:srgbClr val="B63B2D"/>
                </a:solidFill>
                <a:ln>
                  <a:noFill/>
                </a:ln>
              </p:spPr>
            </p:sp>
          </p:grpSp>
          <p:grpSp>
            <p:nvGrpSpPr>
              <p:cNvPr id="1018" name="source-news — editable vector components"/>
              <p:cNvGrpSpPr/>
              <p:nvPr/>
            </p:nvGrpSpPr>
            <p:grpSpPr>
              <a:xfrm>
                <a:off x="654060" y="8516541"/>
                <a:ext cx="686176" cy="885825"/>
                <a:chOff x="654060" y="8516541"/>
                <a:chExt cx="686176" cy="885825"/>
              </a:xfrm>
            </p:grpSpPr>
            <p:sp>
              <p:nvSpPr>
                <p:cNvPr id="1016" name="source-news-interior"/>
                <p:cNvSpPr/>
                <p:nvPr/>
              </p:nvSpPr>
              <p:spPr>
                <a:xfrm>
                  <a:off x="654060" y="8516541"/>
                  <a:ext cx="686176" cy="88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00" h="248000">
                      <a:moveTo>
                        <a:pt x="176000" y="205500"/>
                      </a:moveTo>
                      <a:lnTo>
                        <a:pt x="41500" y="205000"/>
                      </a:lnTo>
                      <a:lnTo>
                        <a:pt x="42000" y="41500"/>
                      </a:lnTo>
                      <a:lnTo>
                        <a:pt x="132000" y="41500"/>
                      </a:lnTo>
                      <a:lnTo>
                        <a:pt x="176500" y="85000"/>
                      </a:lnTo>
                      <a:close/>
                      <a:moveTo>
                        <a:pt x="145500" y="109000"/>
                      </a:moveTo>
                      <a:lnTo>
                        <a:pt x="147500" y="107000"/>
                      </a:lnTo>
                      <a:lnTo>
                        <a:pt x="147500" y="100000"/>
                      </a:lnTo>
                      <a:lnTo>
                        <a:pt x="144000" y="97500"/>
                      </a:lnTo>
                      <a:lnTo>
                        <a:pt x="74000" y="97500"/>
                      </a:lnTo>
                      <a:lnTo>
                        <a:pt x="70500" y="100000"/>
                      </a:lnTo>
                      <a:lnTo>
                        <a:pt x="69500" y="102000"/>
                      </a:lnTo>
                      <a:lnTo>
                        <a:pt x="69500" y="105000"/>
                      </a:lnTo>
                      <a:lnTo>
                        <a:pt x="73000" y="109500"/>
                      </a:lnTo>
                      <a:close/>
                      <a:moveTo>
                        <a:pt x="145500" y="141000"/>
                      </a:moveTo>
                      <a:lnTo>
                        <a:pt x="147500" y="139000"/>
                      </a:lnTo>
                      <a:lnTo>
                        <a:pt x="147500" y="132000"/>
                      </a:lnTo>
                      <a:lnTo>
                        <a:pt x="144000" y="129500"/>
                      </a:lnTo>
                      <a:lnTo>
                        <a:pt x="73000" y="129500"/>
                      </a:lnTo>
                      <a:lnTo>
                        <a:pt x="69500" y="133000"/>
                      </a:lnTo>
                      <a:lnTo>
                        <a:pt x="69500" y="138000"/>
                      </a:lnTo>
                      <a:lnTo>
                        <a:pt x="73000" y="141500"/>
                      </a:lnTo>
                      <a:close/>
                      <a:moveTo>
                        <a:pt x="145500" y="173000"/>
                      </a:moveTo>
                      <a:lnTo>
                        <a:pt x="147500" y="171000"/>
                      </a:lnTo>
                      <a:lnTo>
                        <a:pt x="147500" y="164000"/>
                      </a:lnTo>
                      <a:lnTo>
                        <a:pt x="144000" y="161500"/>
                      </a:lnTo>
                      <a:lnTo>
                        <a:pt x="73000" y="161500"/>
                      </a:lnTo>
                      <a:lnTo>
                        <a:pt x="69500" y="166000"/>
                      </a:lnTo>
                      <a:lnTo>
                        <a:pt x="69500" y="170000"/>
                      </a:lnTo>
                      <a:lnTo>
                        <a:pt x="73000" y="1735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017" name="source-news-strokes"/>
                <p:cNvSpPr/>
                <p:nvPr/>
              </p:nvSpPr>
              <p:spPr>
                <a:xfrm>
                  <a:off x="654060" y="8516541"/>
                  <a:ext cx="686176" cy="88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00" h="248000">
                      <a:moveTo>
                        <a:pt x="186000" y="222500"/>
                      </a:moveTo>
                      <a:lnTo>
                        <a:pt x="31000" y="222500"/>
                      </a:lnTo>
                      <a:lnTo>
                        <a:pt x="25500" y="218000"/>
                      </a:lnTo>
                      <a:lnTo>
                        <a:pt x="24500" y="216000"/>
                      </a:lnTo>
                      <a:lnTo>
                        <a:pt x="24500" y="31000"/>
                      </a:lnTo>
                      <a:lnTo>
                        <a:pt x="29000" y="24500"/>
                      </a:lnTo>
                      <a:lnTo>
                        <a:pt x="139000" y="24500"/>
                      </a:lnTo>
                      <a:lnTo>
                        <a:pt x="165000" y="49500"/>
                      </a:lnTo>
                      <a:lnTo>
                        <a:pt x="166000" y="49500"/>
                      </a:lnTo>
                      <a:lnTo>
                        <a:pt x="192500" y="77000"/>
                      </a:lnTo>
                      <a:lnTo>
                        <a:pt x="193500" y="79000"/>
                      </a:lnTo>
                      <a:lnTo>
                        <a:pt x="193500" y="216000"/>
                      </a:lnTo>
                      <a:lnTo>
                        <a:pt x="189000" y="221500"/>
                      </a:lnTo>
                      <a:close/>
                      <a:moveTo>
                        <a:pt x="176500" y="205000"/>
                      </a:moveTo>
                      <a:lnTo>
                        <a:pt x="176500" y="85000"/>
                      </a:lnTo>
                      <a:lnTo>
                        <a:pt x="140000" y="48500"/>
                      </a:lnTo>
                      <a:lnTo>
                        <a:pt x="139000" y="48500"/>
                      </a:lnTo>
                      <a:lnTo>
                        <a:pt x="133000" y="41500"/>
                      </a:lnTo>
                      <a:lnTo>
                        <a:pt x="42000" y="41500"/>
                      </a:lnTo>
                      <a:lnTo>
                        <a:pt x="41500" y="205000"/>
                      </a:lnTo>
                      <a:close/>
                      <a:moveTo>
                        <a:pt x="145000" y="109500"/>
                      </a:moveTo>
                      <a:lnTo>
                        <a:pt x="73000" y="109500"/>
                      </a:lnTo>
                      <a:lnTo>
                        <a:pt x="69500" y="105000"/>
                      </a:lnTo>
                      <a:lnTo>
                        <a:pt x="69500" y="102000"/>
                      </a:lnTo>
                      <a:lnTo>
                        <a:pt x="71000" y="99500"/>
                      </a:lnTo>
                      <a:lnTo>
                        <a:pt x="74000" y="97500"/>
                      </a:lnTo>
                      <a:lnTo>
                        <a:pt x="144000" y="97500"/>
                      </a:lnTo>
                      <a:lnTo>
                        <a:pt x="147500" y="100000"/>
                      </a:lnTo>
                      <a:lnTo>
                        <a:pt x="147500" y="107000"/>
                      </a:lnTo>
                      <a:close/>
                      <a:moveTo>
                        <a:pt x="145000" y="141500"/>
                      </a:moveTo>
                      <a:lnTo>
                        <a:pt x="73000" y="141500"/>
                      </a:lnTo>
                      <a:lnTo>
                        <a:pt x="69500" y="138000"/>
                      </a:lnTo>
                      <a:lnTo>
                        <a:pt x="69500" y="134000"/>
                      </a:lnTo>
                      <a:lnTo>
                        <a:pt x="70500" y="132000"/>
                      </a:lnTo>
                      <a:lnTo>
                        <a:pt x="74000" y="129500"/>
                      </a:lnTo>
                      <a:lnTo>
                        <a:pt x="144000" y="129500"/>
                      </a:lnTo>
                      <a:lnTo>
                        <a:pt x="147500" y="132000"/>
                      </a:lnTo>
                      <a:lnTo>
                        <a:pt x="147500" y="139000"/>
                      </a:lnTo>
                      <a:close/>
                      <a:moveTo>
                        <a:pt x="145000" y="173500"/>
                      </a:moveTo>
                      <a:lnTo>
                        <a:pt x="73000" y="173500"/>
                      </a:lnTo>
                      <a:lnTo>
                        <a:pt x="69500" y="170000"/>
                      </a:lnTo>
                      <a:lnTo>
                        <a:pt x="69500" y="166000"/>
                      </a:lnTo>
                      <a:lnTo>
                        <a:pt x="70500" y="164000"/>
                      </a:lnTo>
                      <a:lnTo>
                        <a:pt x="74000" y="161500"/>
                      </a:lnTo>
                      <a:lnTo>
                        <a:pt x="144000" y="161500"/>
                      </a:lnTo>
                      <a:lnTo>
                        <a:pt x="147500" y="164000"/>
                      </a:lnTo>
                      <a:lnTo>
                        <a:pt x="147500" y="171000"/>
                      </a:lnTo>
                      <a:close/>
                    </a:path>
                  </a:pathLst>
                </a:custGeom>
                <a:solidFill>
                  <a:srgbClr val="306C55"/>
                </a:solidFill>
                <a:ln>
                  <a:noFill/>
                </a:ln>
              </p:spPr>
            </p:sp>
          </p:grpSp>
          <p:grpSp>
            <p:nvGrpSpPr>
              <p:cNvPr id="1021" name="source-calendar — editable vector components"/>
              <p:cNvGrpSpPr/>
              <p:nvPr/>
            </p:nvGrpSpPr>
            <p:grpSpPr>
              <a:xfrm>
                <a:off x="559844" y="9549402"/>
                <a:ext cx="874609" cy="814400"/>
                <a:chOff x="559844" y="9549402"/>
                <a:chExt cx="874609" cy="814400"/>
              </a:xfrm>
            </p:grpSpPr>
            <p:sp>
              <p:nvSpPr>
                <p:cNvPr id="1019" name="source-calendar-interior"/>
                <p:cNvSpPr/>
                <p:nvPr/>
              </p:nvSpPr>
              <p:spPr>
                <a:xfrm>
                  <a:off x="559844" y="9549402"/>
                  <a:ext cx="874609" cy="81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000" h="245000">
                      <a:moveTo>
                        <a:pt x="218000" y="87500"/>
                      </a:moveTo>
                      <a:lnTo>
                        <a:pt x="42000" y="87500"/>
                      </a:lnTo>
                      <a:lnTo>
                        <a:pt x="41500" y="53000"/>
                      </a:lnTo>
                      <a:lnTo>
                        <a:pt x="43500" y="49000"/>
                      </a:lnTo>
                      <a:lnTo>
                        <a:pt x="49000" y="43500"/>
                      </a:lnTo>
                      <a:lnTo>
                        <a:pt x="54000" y="41500"/>
                      </a:lnTo>
                      <a:lnTo>
                        <a:pt x="206000" y="41500"/>
                      </a:lnTo>
                      <a:lnTo>
                        <a:pt x="213000" y="44500"/>
                      </a:lnTo>
                      <a:lnTo>
                        <a:pt x="216500" y="48000"/>
                      </a:lnTo>
                      <a:lnTo>
                        <a:pt x="219500" y="55000"/>
                      </a:lnTo>
                      <a:lnTo>
                        <a:pt x="219500" y="86000"/>
                      </a:lnTo>
                      <a:close/>
                      <a:moveTo>
                        <a:pt x="205000" y="191500"/>
                      </a:moveTo>
                      <a:lnTo>
                        <a:pt x="197000" y="191500"/>
                      </a:lnTo>
                      <a:lnTo>
                        <a:pt x="195500" y="190000"/>
                      </a:lnTo>
                      <a:lnTo>
                        <a:pt x="195500" y="181000"/>
                      </a:lnTo>
                      <a:lnTo>
                        <a:pt x="192000" y="178500"/>
                      </a:lnTo>
                      <a:lnTo>
                        <a:pt x="169000" y="178500"/>
                      </a:lnTo>
                      <a:lnTo>
                        <a:pt x="165500" y="181000"/>
                      </a:lnTo>
                      <a:lnTo>
                        <a:pt x="165500" y="190000"/>
                      </a:lnTo>
                      <a:lnTo>
                        <a:pt x="164000" y="191500"/>
                      </a:lnTo>
                      <a:lnTo>
                        <a:pt x="100000" y="191500"/>
                      </a:lnTo>
                      <a:lnTo>
                        <a:pt x="98500" y="190000"/>
                      </a:lnTo>
                      <a:lnTo>
                        <a:pt x="98500" y="181000"/>
                      </a:lnTo>
                      <a:lnTo>
                        <a:pt x="95000" y="178500"/>
                      </a:lnTo>
                      <a:lnTo>
                        <a:pt x="72000" y="178500"/>
                      </a:lnTo>
                      <a:lnTo>
                        <a:pt x="67500" y="182000"/>
                      </a:lnTo>
                      <a:lnTo>
                        <a:pt x="67000" y="191500"/>
                      </a:lnTo>
                      <a:lnTo>
                        <a:pt x="56000" y="191500"/>
                      </a:lnTo>
                      <a:lnTo>
                        <a:pt x="48000" y="188500"/>
                      </a:lnTo>
                      <a:lnTo>
                        <a:pt x="43500" y="184000"/>
                      </a:lnTo>
                      <a:lnTo>
                        <a:pt x="41500" y="180000"/>
                      </a:lnTo>
                      <a:lnTo>
                        <a:pt x="41500" y="105000"/>
                      </a:lnTo>
                      <a:lnTo>
                        <a:pt x="219000" y="104500"/>
                      </a:lnTo>
                      <a:lnTo>
                        <a:pt x="219500" y="179000"/>
                      </a:lnTo>
                      <a:lnTo>
                        <a:pt x="217500" y="184000"/>
                      </a:lnTo>
                      <a:lnTo>
                        <a:pt x="213000" y="188500"/>
                      </a:lnTo>
                      <a:close/>
                      <a:moveTo>
                        <a:pt x="97500" y="162000"/>
                      </a:moveTo>
                      <a:lnTo>
                        <a:pt x="98500" y="161000"/>
                      </a:lnTo>
                      <a:lnTo>
                        <a:pt x="98500" y="127000"/>
                      </a:lnTo>
                      <a:lnTo>
                        <a:pt x="97000" y="125500"/>
                      </a:lnTo>
                      <a:lnTo>
                        <a:pt x="64000" y="125500"/>
                      </a:lnTo>
                      <a:lnTo>
                        <a:pt x="62500" y="127000"/>
                      </a:lnTo>
                      <a:lnTo>
                        <a:pt x="62500" y="161000"/>
                      </a:lnTo>
                      <a:lnTo>
                        <a:pt x="64000" y="162500"/>
                      </a:lnTo>
                      <a:close/>
                      <a:moveTo>
                        <a:pt x="149500" y="162000"/>
                      </a:moveTo>
                      <a:lnTo>
                        <a:pt x="151500" y="160000"/>
                      </a:lnTo>
                      <a:lnTo>
                        <a:pt x="151500" y="127000"/>
                      </a:lnTo>
                      <a:lnTo>
                        <a:pt x="150000" y="125500"/>
                      </a:lnTo>
                      <a:lnTo>
                        <a:pt x="117000" y="125500"/>
                      </a:lnTo>
                      <a:lnTo>
                        <a:pt x="115500" y="127000"/>
                      </a:lnTo>
                      <a:lnTo>
                        <a:pt x="115500" y="131000"/>
                      </a:lnTo>
                      <a:lnTo>
                        <a:pt x="114500" y="132000"/>
                      </a:lnTo>
                      <a:lnTo>
                        <a:pt x="114500" y="150000"/>
                      </a:lnTo>
                      <a:lnTo>
                        <a:pt x="115500" y="151000"/>
                      </a:lnTo>
                      <a:lnTo>
                        <a:pt x="115500" y="158000"/>
                      </a:lnTo>
                      <a:lnTo>
                        <a:pt x="114500" y="159000"/>
                      </a:lnTo>
                      <a:lnTo>
                        <a:pt x="115500" y="161000"/>
                      </a:lnTo>
                      <a:lnTo>
                        <a:pt x="117000" y="162500"/>
                      </a:lnTo>
                      <a:close/>
                      <a:moveTo>
                        <a:pt x="202500" y="162000"/>
                      </a:moveTo>
                      <a:lnTo>
                        <a:pt x="203500" y="161000"/>
                      </a:lnTo>
                      <a:lnTo>
                        <a:pt x="203500" y="127000"/>
                      </a:lnTo>
                      <a:lnTo>
                        <a:pt x="202000" y="125500"/>
                      </a:lnTo>
                      <a:lnTo>
                        <a:pt x="169000" y="125500"/>
                      </a:lnTo>
                      <a:lnTo>
                        <a:pt x="167500" y="127000"/>
                      </a:lnTo>
                      <a:lnTo>
                        <a:pt x="167500" y="161000"/>
                      </a:lnTo>
                      <a:lnTo>
                        <a:pt x="169000" y="1625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020" name="source-calendar-strokes"/>
                <p:cNvSpPr/>
                <p:nvPr/>
              </p:nvSpPr>
              <p:spPr>
                <a:xfrm>
                  <a:off x="559844" y="9549402"/>
                  <a:ext cx="874609" cy="81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000" h="245000">
                      <a:moveTo>
                        <a:pt x="193000" y="219500"/>
                      </a:moveTo>
                      <a:lnTo>
                        <a:pt x="168000" y="219500"/>
                      </a:lnTo>
                      <a:lnTo>
                        <a:pt x="165500" y="217000"/>
                      </a:lnTo>
                      <a:lnTo>
                        <a:pt x="165000" y="209500"/>
                      </a:lnTo>
                      <a:lnTo>
                        <a:pt x="116000" y="209500"/>
                      </a:lnTo>
                      <a:lnTo>
                        <a:pt x="99000" y="209500"/>
                      </a:lnTo>
                      <a:lnTo>
                        <a:pt x="98500" y="217000"/>
                      </a:lnTo>
                      <a:lnTo>
                        <a:pt x="96000" y="219500"/>
                      </a:lnTo>
                      <a:lnTo>
                        <a:pt x="71000" y="219500"/>
                      </a:lnTo>
                      <a:lnTo>
                        <a:pt x="68500" y="217000"/>
                      </a:lnTo>
                      <a:lnTo>
                        <a:pt x="68000" y="209500"/>
                      </a:lnTo>
                      <a:lnTo>
                        <a:pt x="65000" y="209500"/>
                      </a:lnTo>
                      <a:lnTo>
                        <a:pt x="64000" y="208500"/>
                      </a:lnTo>
                      <a:lnTo>
                        <a:pt x="55000" y="209500"/>
                      </a:lnTo>
                      <a:lnTo>
                        <a:pt x="54000" y="208500"/>
                      </a:lnTo>
                      <a:lnTo>
                        <a:pt x="46000" y="207500"/>
                      </a:lnTo>
                      <a:lnTo>
                        <a:pt x="37000" y="202500"/>
                      </a:lnTo>
                      <a:lnTo>
                        <a:pt x="29500" y="195000"/>
                      </a:lnTo>
                      <a:lnTo>
                        <a:pt x="26500" y="190000"/>
                      </a:lnTo>
                      <a:lnTo>
                        <a:pt x="24500" y="184000"/>
                      </a:lnTo>
                      <a:lnTo>
                        <a:pt x="24500" y="178000"/>
                      </a:lnTo>
                      <a:lnTo>
                        <a:pt x="23500" y="177000"/>
                      </a:lnTo>
                      <a:lnTo>
                        <a:pt x="23500" y="170000"/>
                      </a:lnTo>
                      <a:lnTo>
                        <a:pt x="24500" y="169000"/>
                      </a:lnTo>
                      <a:lnTo>
                        <a:pt x="24500" y="164000"/>
                      </a:lnTo>
                      <a:lnTo>
                        <a:pt x="23500" y="163000"/>
                      </a:lnTo>
                      <a:lnTo>
                        <a:pt x="23500" y="146000"/>
                      </a:lnTo>
                      <a:lnTo>
                        <a:pt x="24500" y="145000"/>
                      </a:lnTo>
                      <a:lnTo>
                        <a:pt x="24500" y="59000"/>
                      </a:lnTo>
                      <a:lnTo>
                        <a:pt x="23500" y="56000"/>
                      </a:lnTo>
                      <a:lnTo>
                        <a:pt x="24500" y="55000"/>
                      </a:lnTo>
                      <a:lnTo>
                        <a:pt x="24500" y="49000"/>
                      </a:lnTo>
                      <a:lnTo>
                        <a:pt x="28500" y="40000"/>
                      </a:lnTo>
                      <a:lnTo>
                        <a:pt x="36000" y="31500"/>
                      </a:lnTo>
                      <a:lnTo>
                        <a:pt x="44000" y="26500"/>
                      </a:lnTo>
                      <a:lnTo>
                        <a:pt x="50000" y="25500"/>
                      </a:lnTo>
                      <a:lnTo>
                        <a:pt x="51000" y="24500"/>
                      </a:lnTo>
                      <a:lnTo>
                        <a:pt x="210000" y="24500"/>
                      </a:lnTo>
                      <a:lnTo>
                        <a:pt x="222000" y="29500"/>
                      </a:lnTo>
                      <a:lnTo>
                        <a:pt x="230500" y="37000"/>
                      </a:lnTo>
                      <a:lnTo>
                        <a:pt x="235500" y="46000"/>
                      </a:lnTo>
                      <a:lnTo>
                        <a:pt x="235500" y="49000"/>
                      </a:lnTo>
                      <a:lnTo>
                        <a:pt x="236500" y="50000"/>
                      </a:lnTo>
                      <a:lnTo>
                        <a:pt x="236500" y="183000"/>
                      </a:lnTo>
                      <a:lnTo>
                        <a:pt x="231500" y="195000"/>
                      </a:lnTo>
                      <a:lnTo>
                        <a:pt x="225000" y="201500"/>
                      </a:lnTo>
                      <a:lnTo>
                        <a:pt x="219000" y="205500"/>
                      </a:lnTo>
                      <a:lnTo>
                        <a:pt x="212000" y="208500"/>
                      </a:lnTo>
                      <a:lnTo>
                        <a:pt x="208000" y="208500"/>
                      </a:lnTo>
                      <a:lnTo>
                        <a:pt x="207000" y="209500"/>
                      </a:lnTo>
                      <a:lnTo>
                        <a:pt x="196000" y="209500"/>
                      </a:lnTo>
                      <a:lnTo>
                        <a:pt x="195500" y="217000"/>
                      </a:lnTo>
                      <a:close/>
                      <a:moveTo>
                        <a:pt x="219500" y="87000"/>
                      </a:moveTo>
                      <a:lnTo>
                        <a:pt x="219500" y="54000"/>
                      </a:lnTo>
                      <a:lnTo>
                        <a:pt x="217500" y="49000"/>
                      </a:lnTo>
                      <a:lnTo>
                        <a:pt x="212000" y="43500"/>
                      </a:lnTo>
                      <a:lnTo>
                        <a:pt x="207000" y="41500"/>
                      </a:lnTo>
                      <a:lnTo>
                        <a:pt x="54000" y="41500"/>
                      </a:lnTo>
                      <a:lnTo>
                        <a:pt x="49000" y="43500"/>
                      </a:lnTo>
                      <a:lnTo>
                        <a:pt x="42500" y="50000"/>
                      </a:lnTo>
                      <a:lnTo>
                        <a:pt x="41500" y="53000"/>
                      </a:lnTo>
                      <a:lnTo>
                        <a:pt x="41500" y="61000"/>
                      </a:lnTo>
                      <a:lnTo>
                        <a:pt x="40500" y="62000"/>
                      </a:lnTo>
                      <a:lnTo>
                        <a:pt x="40500" y="78000"/>
                      </a:lnTo>
                      <a:lnTo>
                        <a:pt x="41500" y="79000"/>
                      </a:lnTo>
                      <a:lnTo>
                        <a:pt x="41500" y="84000"/>
                      </a:lnTo>
                      <a:lnTo>
                        <a:pt x="40500" y="85000"/>
                      </a:lnTo>
                      <a:lnTo>
                        <a:pt x="42000" y="87500"/>
                      </a:lnTo>
                      <a:close/>
                      <a:moveTo>
                        <a:pt x="206500" y="191000"/>
                      </a:moveTo>
                      <a:lnTo>
                        <a:pt x="213000" y="188500"/>
                      </a:lnTo>
                      <a:lnTo>
                        <a:pt x="217500" y="184000"/>
                      </a:lnTo>
                      <a:lnTo>
                        <a:pt x="219500" y="180000"/>
                      </a:lnTo>
                      <a:lnTo>
                        <a:pt x="219000" y="104500"/>
                      </a:lnTo>
                      <a:lnTo>
                        <a:pt x="42000" y="104500"/>
                      </a:lnTo>
                      <a:lnTo>
                        <a:pt x="40500" y="106000"/>
                      </a:lnTo>
                      <a:lnTo>
                        <a:pt x="40500" y="147000"/>
                      </a:lnTo>
                      <a:lnTo>
                        <a:pt x="41500" y="148000"/>
                      </a:lnTo>
                      <a:lnTo>
                        <a:pt x="40500" y="149000"/>
                      </a:lnTo>
                      <a:lnTo>
                        <a:pt x="40500" y="166000"/>
                      </a:lnTo>
                      <a:lnTo>
                        <a:pt x="41500" y="167000"/>
                      </a:lnTo>
                      <a:lnTo>
                        <a:pt x="40500" y="172000"/>
                      </a:lnTo>
                      <a:lnTo>
                        <a:pt x="41500" y="173000"/>
                      </a:lnTo>
                      <a:lnTo>
                        <a:pt x="41500" y="180000"/>
                      </a:lnTo>
                      <a:lnTo>
                        <a:pt x="42500" y="183000"/>
                      </a:lnTo>
                      <a:lnTo>
                        <a:pt x="49000" y="189500"/>
                      </a:lnTo>
                      <a:lnTo>
                        <a:pt x="55000" y="191500"/>
                      </a:lnTo>
                      <a:lnTo>
                        <a:pt x="67000" y="191500"/>
                      </a:lnTo>
                      <a:lnTo>
                        <a:pt x="68500" y="190000"/>
                      </a:lnTo>
                      <a:lnTo>
                        <a:pt x="67500" y="188000"/>
                      </a:lnTo>
                      <a:lnTo>
                        <a:pt x="68500" y="187000"/>
                      </a:lnTo>
                      <a:lnTo>
                        <a:pt x="68500" y="181000"/>
                      </a:lnTo>
                      <a:lnTo>
                        <a:pt x="70000" y="179500"/>
                      </a:lnTo>
                      <a:lnTo>
                        <a:pt x="97000" y="179500"/>
                      </a:lnTo>
                      <a:lnTo>
                        <a:pt x="98500" y="181000"/>
                      </a:lnTo>
                      <a:lnTo>
                        <a:pt x="98500" y="190000"/>
                      </a:lnTo>
                      <a:lnTo>
                        <a:pt x="100000" y="191500"/>
                      </a:lnTo>
                      <a:lnTo>
                        <a:pt x="164000" y="191500"/>
                      </a:lnTo>
                      <a:lnTo>
                        <a:pt x="165500" y="190000"/>
                      </a:lnTo>
                      <a:lnTo>
                        <a:pt x="165500" y="181000"/>
                      </a:lnTo>
                      <a:lnTo>
                        <a:pt x="167000" y="179500"/>
                      </a:lnTo>
                      <a:lnTo>
                        <a:pt x="194000" y="179500"/>
                      </a:lnTo>
                      <a:lnTo>
                        <a:pt x="195500" y="181000"/>
                      </a:lnTo>
                      <a:lnTo>
                        <a:pt x="195500" y="190000"/>
                      </a:lnTo>
                      <a:lnTo>
                        <a:pt x="197000" y="191500"/>
                      </a:lnTo>
                      <a:close/>
                      <a:moveTo>
                        <a:pt x="97000" y="162500"/>
                      </a:moveTo>
                      <a:lnTo>
                        <a:pt x="65000" y="162500"/>
                      </a:lnTo>
                      <a:lnTo>
                        <a:pt x="62500" y="160000"/>
                      </a:lnTo>
                      <a:lnTo>
                        <a:pt x="62500" y="127000"/>
                      </a:lnTo>
                      <a:lnTo>
                        <a:pt x="64000" y="125500"/>
                      </a:lnTo>
                      <a:lnTo>
                        <a:pt x="97000" y="125500"/>
                      </a:lnTo>
                      <a:lnTo>
                        <a:pt x="98500" y="127000"/>
                      </a:lnTo>
                      <a:lnTo>
                        <a:pt x="98500" y="161000"/>
                      </a:lnTo>
                      <a:close/>
                      <a:moveTo>
                        <a:pt x="149000" y="162500"/>
                      </a:moveTo>
                      <a:lnTo>
                        <a:pt x="117000" y="162500"/>
                      </a:lnTo>
                      <a:lnTo>
                        <a:pt x="115500" y="161000"/>
                      </a:lnTo>
                      <a:lnTo>
                        <a:pt x="115500" y="127000"/>
                      </a:lnTo>
                      <a:lnTo>
                        <a:pt x="117000" y="125500"/>
                      </a:lnTo>
                      <a:lnTo>
                        <a:pt x="150500" y="126000"/>
                      </a:lnTo>
                      <a:lnTo>
                        <a:pt x="151500" y="128000"/>
                      </a:lnTo>
                      <a:lnTo>
                        <a:pt x="151500" y="160000"/>
                      </a:lnTo>
                      <a:close/>
                      <a:moveTo>
                        <a:pt x="202000" y="162500"/>
                      </a:moveTo>
                      <a:lnTo>
                        <a:pt x="168500" y="162000"/>
                      </a:lnTo>
                      <a:lnTo>
                        <a:pt x="167500" y="160000"/>
                      </a:lnTo>
                      <a:lnTo>
                        <a:pt x="167500" y="127000"/>
                      </a:lnTo>
                      <a:lnTo>
                        <a:pt x="169000" y="125500"/>
                      </a:lnTo>
                      <a:lnTo>
                        <a:pt x="202000" y="125500"/>
                      </a:lnTo>
                      <a:lnTo>
                        <a:pt x="203500" y="127000"/>
                      </a:lnTo>
                      <a:lnTo>
                        <a:pt x="203500" y="161000"/>
                      </a:lnTo>
                      <a:close/>
                    </a:path>
                  </a:pathLst>
                </a:custGeom>
                <a:solidFill>
                  <a:srgbClr val="306C55"/>
                </a:solidFill>
                <a:ln>
                  <a:noFill/>
                </a:ln>
              </p:spPr>
            </p:sp>
          </p:grpSp>
          <p:grpSp>
            <p:nvGrpSpPr>
              <p:cNvPr id="1024" name="source-late-report — editable vector components"/>
              <p:cNvGrpSpPr/>
              <p:nvPr/>
            </p:nvGrpSpPr>
            <p:grpSpPr>
              <a:xfrm>
                <a:off x="651795" y="11672964"/>
                <a:ext cx="690706" cy="883291"/>
                <a:chOff x="651795" y="11672964"/>
                <a:chExt cx="690706" cy="883291"/>
              </a:xfrm>
            </p:grpSpPr>
            <p:sp>
              <p:nvSpPr>
                <p:cNvPr id="1022" name="source-late-report-interior"/>
                <p:cNvSpPr/>
                <p:nvPr/>
              </p:nvSpPr>
              <p:spPr>
                <a:xfrm>
                  <a:off x="651795" y="11672964"/>
                  <a:ext cx="690706" cy="883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000" h="251000">
                      <a:moveTo>
                        <a:pt x="171000" y="208500"/>
                      </a:moveTo>
                      <a:lnTo>
                        <a:pt x="42500" y="208000"/>
                      </a:lnTo>
                      <a:lnTo>
                        <a:pt x="42500" y="54000"/>
                      </a:lnTo>
                      <a:lnTo>
                        <a:pt x="41500" y="53000"/>
                      </a:lnTo>
                      <a:lnTo>
                        <a:pt x="42500" y="51000"/>
                      </a:lnTo>
                      <a:lnTo>
                        <a:pt x="42500" y="46000"/>
                      </a:lnTo>
                      <a:lnTo>
                        <a:pt x="41500" y="45000"/>
                      </a:lnTo>
                      <a:lnTo>
                        <a:pt x="42500" y="44000"/>
                      </a:lnTo>
                      <a:lnTo>
                        <a:pt x="41500" y="43000"/>
                      </a:lnTo>
                      <a:lnTo>
                        <a:pt x="43000" y="41500"/>
                      </a:lnTo>
                      <a:lnTo>
                        <a:pt x="128000" y="41500"/>
                      </a:lnTo>
                      <a:lnTo>
                        <a:pt x="132500" y="47000"/>
                      </a:lnTo>
                      <a:lnTo>
                        <a:pt x="136000" y="49500"/>
                      </a:lnTo>
                      <a:lnTo>
                        <a:pt x="171500" y="85000"/>
                      </a:lnTo>
                      <a:close/>
                      <a:moveTo>
                        <a:pt x="141500" y="119000"/>
                      </a:moveTo>
                      <a:lnTo>
                        <a:pt x="144500" y="117000"/>
                      </a:lnTo>
                      <a:lnTo>
                        <a:pt x="144500" y="110000"/>
                      </a:lnTo>
                      <a:lnTo>
                        <a:pt x="142000" y="107500"/>
                      </a:lnTo>
                      <a:lnTo>
                        <a:pt x="70000" y="107500"/>
                      </a:lnTo>
                      <a:lnTo>
                        <a:pt x="67500" y="111000"/>
                      </a:lnTo>
                      <a:lnTo>
                        <a:pt x="67500" y="116000"/>
                      </a:lnTo>
                      <a:lnTo>
                        <a:pt x="71000" y="119500"/>
                      </a:lnTo>
                      <a:close/>
                      <a:moveTo>
                        <a:pt x="142500" y="149000"/>
                      </a:moveTo>
                      <a:lnTo>
                        <a:pt x="144500" y="147000"/>
                      </a:lnTo>
                      <a:lnTo>
                        <a:pt x="144500" y="140000"/>
                      </a:lnTo>
                      <a:lnTo>
                        <a:pt x="141000" y="137500"/>
                      </a:lnTo>
                      <a:lnTo>
                        <a:pt x="71000" y="137500"/>
                      </a:lnTo>
                      <a:lnTo>
                        <a:pt x="67500" y="141000"/>
                      </a:lnTo>
                      <a:lnTo>
                        <a:pt x="67500" y="146000"/>
                      </a:lnTo>
                      <a:lnTo>
                        <a:pt x="70000" y="149500"/>
                      </a:lnTo>
                      <a:close/>
                      <a:moveTo>
                        <a:pt x="141500" y="180000"/>
                      </a:moveTo>
                      <a:lnTo>
                        <a:pt x="143500" y="179000"/>
                      </a:lnTo>
                      <a:lnTo>
                        <a:pt x="144500" y="177000"/>
                      </a:lnTo>
                      <a:lnTo>
                        <a:pt x="144500" y="171000"/>
                      </a:lnTo>
                      <a:lnTo>
                        <a:pt x="141000" y="167500"/>
                      </a:lnTo>
                      <a:lnTo>
                        <a:pt x="72000" y="167500"/>
                      </a:lnTo>
                      <a:lnTo>
                        <a:pt x="70000" y="168500"/>
                      </a:lnTo>
                      <a:lnTo>
                        <a:pt x="67500" y="172000"/>
                      </a:lnTo>
                      <a:lnTo>
                        <a:pt x="67500" y="177000"/>
                      </a:lnTo>
                      <a:lnTo>
                        <a:pt x="71000" y="180500"/>
                      </a:lnTo>
                      <a:close/>
                    </a:path>
                  </a:pathLst>
                </a:custGeom>
                <a:solidFill>
                  <a:srgbClr val="FCE6DD"/>
                </a:solidFill>
                <a:ln>
                  <a:noFill/>
                </a:ln>
              </p:spPr>
            </p:sp>
            <p:sp>
              <p:nvSpPr>
                <p:cNvPr id="1023" name="source-late-report-strokes"/>
                <p:cNvSpPr/>
                <p:nvPr/>
              </p:nvSpPr>
              <p:spPr>
                <a:xfrm>
                  <a:off x="651795" y="11672964"/>
                  <a:ext cx="690706" cy="883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000" h="251000">
                      <a:moveTo>
                        <a:pt x="183000" y="225500"/>
                      </a:moveTo>
                      <a:lnTo>
                        <a:pt x="31000" y="225500"/>
                      </a:lnTo>
                      <a:lnTo>
                        <a:pt x="25500" y="221000"/>
                      </a:lnTo>
                      <a:lnTo>
                        <a:pt x="24500" y="219000"/>
                      </a:lnTo>
                      <a:lnTo>
                        <a:pt x="24500" y="31000"/>
                      </a:lnTo>
                      <a:lnTo>
                        <a:pt x="29000" y="25500"/>
                      </a:lnTo>
                      <a:lnTo>
                        <a:pt x="32000" y="24500"/>
                      </a:lnTo>
                      <a:lnTo>
                        <a:pt x="133000" y="24500"/>
                      </a:lnTo>
                      <a:lnTo>
                        <a:pt x="136000" y="25500"/>
                      </a:lnTo>
                      <a:lnTo>
                        <a:pt x="187500" y="76000"/>
                      </a:lnTo>
                      <a:lnTo>
                        <a:pt x="189500" y="81000"/>
                      </a:lnTo>
                      <a:lnTo>
                        <a:pt x="189500" y="129000"/>
                      </a:lnTo>
                      <a:lnTo>
                        <a:pt x="188500" y="130000"/>
                      </a:lnTo>
                      <a:lnTo>
                        <a:pt x="188500" y="133000"/>
                      </a:lnTo>
                      <a:lnTo>
                        <a:pt x="189500" y="134000"/>
                      </a:lnTo>
                      <a:lnTo>
                        <a:pt x="189500" y="180000"/>
                      </a:lnTo>
                      <a:lnTo>
                        <a:pt x="188500" y="181000"/>
                      </a:lnTo>
                      <a:lnTo>
                        <a:pt x="189500" y="183000"/>
                      </a:lnTo>
                      <a:lnTo>
                        <a:pt x="189500" y="215000"/>
                      </a:lnTo>
                      <a:lnTo>
                        <a:pt x="188500" y="216000"/>
                      </a:lnTo>
                      <a:lnTo>
                        <a:pt x="188500" y="220000"/>
                      </a:lnTo>
                      <a:lnTo>
                        <a:pt x="187500" y="222000"/>
                      </a:lnTo>
                      <a:close/>
                      <a:moveTo>
                        <a:pt x="171500" y="208000"/>
                      </a:moveTo>
                      <a:lnTo>
                        <a:pt x="171500" y="85000"/>
                      </a:lnTo>
                      <a:lnTo>
                        <a:pt x="136000" y="49500"/>
                      </a:lnTo>
                      <a:lnTo>
                        <a:pt x="135000" y="49500"/>
                      </a:lnTo>
                      <a:lnTo>
                        <a:pt x="128000" y="41500"/>
                      </a:lnTo>
                      <a:lnTo>
                        <a:pt x="43000" y="41500"/>
                      </a:lnTo>
                      <a:lnTo>
                        <a:pt x="41500" y="43000"/>
                      </a:lnTo>
                      <a:lnTo>
                        <a:pt x="42500" y="44000"/>
                      </a:lnTo>
                      <a:lnTo>
                        <a:pt x="41500" y="45000"/>
                      </a:lnTo>
                      <a:lnTo>
                        <a:pt x="42500" y="46000"/>
                      </a:lnTo>
                      <a:lnTo>
                        <a:pt x="42500" y="51000"/>
                      </a:lnTo>
                      <a:lnTo>
                        <a:pt x="41500" y="52000"/>
                      </a:lnTo>
                      <a:lnTo>
                        <a:pt x="42500" y="54000"/>
                      </a:lnTo>
                      <a:lnTo>
                        <a:pt x="42500" y="208000"/>
                      </a:lnTo>
                      <a:close/>
                      <a:moveTo>
                        <a:pt x="141000" y="119500"/>
                      </a:moveTo>
                      <a:lnTo>
                        <a:pt x="71000" y="119500"/>
                      </a:lnTo>
                      <a:lnTo>
                        <a:pt x="67500" y="116000"/>
                      </a:lnTo>
                      <a:lnTo>
                        <a:pt x="67500" y="111000"/>
                      </a:lnTo>
                      <a:lnTo>
                        <a:pt x="70000" y="107500"/>
                      </a:lnTo>
                      <a:lnTo>
                        <a:pt x="142000" y="107500"/>
                      </a:lnTo>
                      <a:lnTo>
                        <a:pt x="144500" y="110000"/>
                      </a:lnTo>
                      <a:lnTo>
                        <a:pt x="144500" y="117000"/>
                      </a:lnTo>
                      <a:close/>
                      <a:moveTo>
                        <a:pt x="142000" y="149500"/>
                      </a:moveTo>
                      <a:lnTo>
                        <a:pt x="70000" y="149500"/>
                      </a:lnTo>
                      <a:lnTo>
                        <a:pt x="67500" y="146000"/>
                      </a:lnTo>
                      <a:lnTo>
                        <a:pt x="67500" y="141000"/>
                      </a:lnTo>
                      <a:lnTo>
                        <a:pt x="71000" y="137500"/>
                      </a:lnTo>
                      <a:lnTo>
                        <a:pt x="141000" y="137500"/>
                      </a:lnTo>
                      <a:lnTo>
                        <a:pt x="144500" y="140000"/>
                      </a:lnTo>
                      <a:lnTo>
                        <a:pt x="144500" y="147000"/>
                      </a:lnTo>
                      <a:close/>
                      <a:moveTo>
                        <a:pt x="141000" y="180500"/>
                      </a:moveTo>
                      <a:lnTo>
                        <a:pt x="71000" y="180500"/>
                      </a:lnTo>
                      <a:lnTo>
                        <a:pt x="67500" y="177000"/>
                      </a:lnTo>
                      <a:lnTo>
                        <a:pt x="67500" y="172000"/>
                      </a:lnTo>
                      <a:lnTo>
                        <a:pt x="68500" y="170000"/>
                      </a:lnTo>
                      <a:lnTo>
                        <a:pt x="72000" y="167500"/>
                      </a:lnTo>
                      <a:lnTo>
                        <a:pt x="141000" y="167500"/>
                      </a:lnTo>
                      <a:lnTo>
                        <a:pt x="144500" y="171000"/>
                      </a:lnTo>
                      <a:lnTo>
                        <a:pt x="144500" y="177000"/>
                      </a:lnTo>
                      <a:lnTo>
                        <a:pt x="143500" y="179000"/>
                      </a:lnTo>
                      <a:close/>
                    </a:path>
                  </a:pathLst>
                </a:custGeom>
                <a:solidFill>
                  <a:srgbClr val="B63B2D"/>
                </a:solidFill>
                <a:ln>
                  <a:noFill/>
                </a:ln>
              </p:spPr>
            </p:sp>
          </p:grpSp>
          <p:sp>
            <p:nvSpPr>
              <p:cNvPr id="56" name="sources-heading"/>
              <p:cNvSpPr txBox="1"/>
              <p:nvPr/>
            </p:nvSpPr>
            <p:spPr>
              <a:xfrm>
                <a:off x="699492" y="431602"/>
                <a:ext cx="4613672" cy="788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4453" b="1">
                    <a:solidFill>
                      <a:srgbClr val="494D54"/>
                    </a:solidFill>
                    <a:latin typeface="Arial"/>
                    <a:ea typeface="Arial"/>
                    <a:cs typeface="Arial"/>
                  </a:rPr>
                  <a:t>Sources </a:t>
                </a:r>
                <a:r>
                  <a:rPr lang="zh-CN" sz="4453" i="1">
                    <a:solidFill>
                      <a:srgbClr val="494D54"/>
                    </a:solidFill>
                    <a:latin typeface="Arial"/>
                    <a:ea typeface="Arial"/>
                    <a:cs typeface="Arial"/>
                  </a:rPr>
                  <a:t>(t, v)</a:t>
                </a:r>
                <a:endParaRPr lang="zh-CN" sz="4453"/>
              </a:p>
            </p:txBody>
          </p:sp>
          <p:sp>
            <p:nvSpPr>
              <p:cNvPr id="61" name="source-series-label"/>
              <p:cNvSpPr txBox="1"/>
              <p:nvPr/>
            </p:nvSpPr>
            <p:spPr>
              <a:xfrm>
                <a:off x="1592461" y="3765352"/>
                <a:ext cx="2455664" cy="729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4218">
                    <a:solidFill>
                      <a:srgbClr val="5E626C"/>
                    </a:solidFill>
                    <a:latin typeface="Arial"/>
                    <a:ea typeface="Arial"/>
                    <a:cs typeface="Arial"/>
                  </a:rPr>
                  <a:t>series</a:t>
                </a:r>
                <a:endParaRPr lang="zh-CN" sz="4218"/>
              </a:p>
            </p:txBody>
          </p:sp>
          <p:sp>
            <p:nvSpPr>
              <p:cNvPr id="62" name="available-label"/>
              <p:cNvSpPr txBox="1"/>
              <p:nvPr/>
            </p:nvSpPr>
            <p:spPr>
              <a:xfrm>
                <a:off x="1607344" y="5968008"/>
                <a:ext cx="2217539" cy="729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4218" i="1">
                    <a:solidFill>
                      <a:srgbClr val="2A8753"/>
                    </a:solidFill>
                    <a:latin typeface="Arial"/>
                    <a:ea typeface="Arial"/>
                    <a:cs typeface="Arial"/>
                  </a:rPr>
                  <a:t>v ≤ τ</a:t>
                </a:r>
                <a:endParaRPr lang="zh-CN" sz="4218"/>
              </a:p>
            </p:txBody>
          </p:sp>
          <p:sp>
            <p:nvSpPr>
              <p:cNvPr id="63" name="unavailable-label"/>
              <p:cNvSpPr txBox="1"/>
              <p:nvPr/>
            </p:nvSpPr>
            <p:spPr>
              <a:xfrm>
                <a:off x="1607344" y="6965156"/>
                <a:ext cx="2217539" cy="729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4218" i="1">
                    <a:solidFill>
                      <a:srgbClr val="B63B2D"/>
                    </a:solidFill>
                    <a:latin typeface="Arial"/>
                    <a:ea typeface="Arial"/>
                    <a:cs typeface="Arial"/>
                  </a:rPr>
                  <a:t>v &gt; τ</a:t>
                </a:r>
                <a:endParaRPr lang="zh-CN" sz="4218"/>
              </a:p>
            </p:txBody>
          </p:sp>
          <p:sp>
            <p:nvSpPr>
              <p:cNvPr id="64" name="news-label"/>
              <p:cNvSpPr txBox="1"/>
              <p:nvPr/>
            </p:nvSpPr>
            <p:spPr>
              <a:xfrm>
                <a:off x="1592461" y="8587383"/>
                <a:ext cx="2232422" cy="729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4218">
                    <a:solidFill>
                      <a:srgbClr val="5E626C"/>
                    </a:solidFill>
                    <a:latin typeface="Arial"/>
                    <a:ea typeface="Arial"/>
                    <a:cs typeface="Arial"/>
                  </a:rPr>
                  <a:t>news</a:t>
                </a:r>
                <a:endParaRPr lang="zh-CN" sz="4218"/>
              </a:p>
            </p:txBody>
          </p:sp>
          <p:sp>
            <p:nvSpPr>
              <p:cNvPr id="65" name="calendar-label"/>
              <p:cNvSpPr txBox="1"/>
              <p:nvPr/>
            </p:nvSpPr>
            <p:spPr>
              <a:xfrm>
                <a:off x="1592461" y="9584531"/>
                <a:ext cx="2678906" cy="729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4218">
                    <a:solidFill>
                      <a:srgbClr val="5E626C"/>
                    </a:solidFill>
                    <a:latin typeface="Arial"/>
                    <a:ea typeface="Arial"/>
                    <a:cs typeface="Arial"/>
                  </a:rPr>
                  <a:t>calendar</a:t>
                </a:r>
                <a:endParaRPr lang="zh-CN" sz="4218"/>
              </a:p>
            </p:txBody>
          </p:sp>
          <p:sp>
            <p:nvSpPr>
              <p:cNvPr id="66" name="late-report-label"/>
              <p:cNvSpPr txBox="1"/>
              <p:nvPr/>
            </p:nvSpPr>
            <p:spPr>
              <a:xfrm>
                <a:off x="1592461" y="11742539"/>
                <a:ext cx="2753320" cy="729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4218">
                    <a:solidFill>
                      <a:srgbClr val="B63B2D"/>
                    </a:solidFill>
                    <a:latin typeface="Arial"/>
                    <a:ea typeface="Arial"/>
                    <a:cs typeface="Arial"/>
                  </a:rPr>
                  <a:t>late report</a:t>
                </a:r>
                <a:endParaRPr lang="zh-CN" sz="4218"/>
              </a:p>
            </p:txBody>
          </p:sp>
        </p:grpSp>
        <p:grpSp>
          <p:nvGrpSpPr>
            <p:cNvPr id="1045" name="Source routing and validation gates"/>
            <p:cNvGrpSpPr/>
            <p:nvPr/>
          </p:nvGrpSpPr>
          <p:grpSpPr>
            <a:xfrm>
              <a:off x="4435078" y="3751987"/>
              <a:ext cx="1875234" cy="8732438"/>
              <a:chOff x="4435078" y="3751987"/>
              <a:chExt cx="1875234" cy="8732438"/>
            </a:xfrm>
          </p:grpSpPr>
          <p:sp>
            <p:nvSpPr>
              <p:cNvPr id="9" name="input-series"/>
              <p:cNvSpPr/>
              <p:nvPr/>
            </p:nvSpPr>
            <p:spPr>
              <a:xfrm>
                <a:off x="4435078" y="4122539"/>
                <a:ext cx="1875234" cy="0"/>
              </a:xfrm>
              <a:prstGeom prst="line">
                <a:avLst/>
              </a:prstGeom>
              <a:noFill/>
              <a:ln w="50601">
                <a:solidFill>
                  <a:srgbClr val="2B8958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10" name="input-news"/>
              <p:cNvSpPr/>
              <p:nvPr/>
            </p:nvSpPr>
            <p:spPr>
              <a:xfrm>
                <a:off x="4435078" y="8959453"/>
                <a:ext cx="1875234" cy="0"/>
              </a:xfrm>
              <a:prstGeom prst="line">
                <a:avLst/>
              </a:prstGeom>
              <a:noFill/>
              <a:ln w="50601">
                <a:solidFill>
                  <a:srgbClr val="2B8958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11" name="input-calendar"/>
              <p:cNvSpPr/>
              <p:nvPr/>
            </p:nvSpPr>
            <p:spPr>
              <a:xfrm>
                <a:off x="4435078" y="9941719"/>
                <a:ext cx="1875234" cy="0"/>
              </a:xfrm>
              <a:prstGeom prst="line">
                <a:avLst/>
              </a:prstGeom>
              <a:noFill/>
              <a:ln w="50601">
                <a:solidFill>
                  <a:srgbClr val="2B8958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12" name="late-report-rejected"/>
              <p:cNvSpPr/>
              <p:nvPr/>
            </p:nvSpPr>
            <p:spPr>
              <a:xfrm>
                <a:off x="4435078" y="12114609"/>
                <a:ext cx="1086445" cy="0"/>
              </a:xfrm>
              <a:prstGeom prst="line">
                <a:avLst/>
              </a:prstGeom>
              <a:noFill/>
              <a:ln w="50601">
                <a:solidFill>
                  <a:srgbClr val="B63B2D"/>
                </a:solidFill>
                <a:prstDash val="dash"/>
              </a:ln>
            </p:spPr>
            <p:txBody>
              <a:bodyPr/>
              <a:lstStyle/>
              <a:p/>
            </p:txBody>
          </p:sp>
          <p:grpSp>
            <p:nvGrpSpPr>
              <p:cNvPr id="1027" name="input-series-check — editable vector components"/>
              <p:cNvGrpSpPr/>
              <p:nvPr/>
            </p:nvGrpSpPr>
            <p:grpSpPr>
              <a:xfrm>
                <a:off x="5418862" y="3751987"/>
                <a:ext cx="741103" cy="741103"/>
                <a:chOff x="5418862" y="3751987"/>
                <a:chExt cx="741103" cy="741103"/>
              </a:xfrm>
            </p:grpSpPr>
            <p:sp>
              <p:nvSpPr>
                <p:cNvPr id="1025" name="input-series-check-interior"/>
                <p:cNvSpPr/>
                <p:nvPr/>
              </p:nvSpPr>
              <p:spPr>
                <a:xfrm>
                  <a:off x="5418862" y="3751987"/>
                  <a:ext cx="741103" cy="741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000" h="244000">
                      <a:moveTo>
                        <a:pt x="130000" y="200500"/>
                      </a:moveTo>
                      <a:lnTo>
                        <a:pt x="112000" y="200500"/>
                      </a:lnTo>
                      <a:lnTo>
                        <a:pt x="111000" y="199500"/>
                      </a:lnTo>
                      <a:lnTo>
                        <a:pt x="101000" y="198500"/>
                      </a:lnTo>
                      <a:lnTo>
                        <a:pt x="86000" y="192500"/>
                      </a:lnTo>
                      <a:lnTo>
                        <a:pt x="71000" y="182500"/>
                      </a:lnTo>
                      <a:lnTo>
                        <a:pt x="61500" y="173000"/>
                      </a:lnTo>
                      <a:lnTo>
                        <a:pt x="54500" y="163000"/>
                      </a:lnTo>
                      <a:lnTo>
                        <a:pt x="46500" y="145000"/>
                      </a:lnTo>
                      <a:lnTo>
                        <a:pt x="45500" y="136000"/>
                      </a:lnTo>
                      <a:lnTo>
                        <a:pt x="44500" y="135000"/>
                      </a:lnTo>
                      <a:lnTo>
                        <a:pt x="44500" y="130000"/>
                      </a:lnTo>
                      <a:lnTo>
                        <a:pt x="43500" y="129000"/>
                      </a:lnTo>
                      <a:lnTo>
                        <a:pt x="43500" y="116000"/>
                      </a:lnTo>
                      <a:lnTo>
                        <a:pt x="44500" y="115000"/>
                      </a:lnTo>
                      <a:lnTo>
                        <a:pt x="44500" y="109000"/>
                      </a:lnTo>
                      <a:lnTo>
                        <a:pt x="45500" y="108000"/>
                      </a:lnTo>
                      <a:lnTo>
                        <a:pt x="46500" y="100000"/>
                      </a:lnTo>
                      <a:lnTo>
                        <a:pt x="51500" y="87000"/>
                      </a:lnTo>
                      <a:lnTo>
                        <a:pt x="60500" y="73000"/>
                      </a:lnTo>
                      <a:lnTo>
                        <a:pt x="73000" y="60500"/>
                      </a:lnTo>
                      <a:lnTo>
                        <a:pt x="85000" y="52500"/>
                      </a:lnTo>
                      <a:lnTo>
                        <a:pt x="96000" y="47500"/>
                      </a:lnTo>
                      <a:lnTo>
                        <a:pt x="106000" y="45500"/>
                      </a:lnTo>
                      <a:lnTo>
                        <a:pt x="107000" y="44500"/>
                      </a:lnTo>
                      <a:lnTo>
                        <a:pt x="111000" y="44500"/>
                      </a:lnTo>
                      <a:lnTo>
                        <a:pt x="112000" y="43500"/>
                      </a:lnTo>
                      <a:lnTo>
                        <a:pt x="133000" y="43500"/>
                      </a:lnTo>
                      <a:lnTo>
                        <a:pt x="134000" y="44500"/>
                      </a:lnTo>
                      <a:lnTo>
                        <a:pt x="143000" y="45500"/>
                      </a:lnTo>
                      <a:lnTo>
                        <a:pt x="152000" y="49500"/>
                      </a:lnTo>
                      <a:lnTo>
                        <a:pt x="154000" y="49500"/>
                      </a:lnTo>
                      <a:lnTo>
                        <a:pt x="169000" y="58500"/>
                      </a:lnTo>
                      <a:lnTo>
                        <a:pt x="180500" y="69000"/>
                      </a:lnTo>
                      <a:lnTo>
                        <a:pt x="191500" y="85000"/>
                      </a:lnTo>
                      <a:lnTo>
                        <a:pt x="191500" y="87000"/>
                      </a:lnTo>
                      <a:lnTo>
                        <a:pt x="196500" y="98000"/>
                      </a:lnTo>
                      <a:lnTo>
                        <a:pt x="196500" y="101000"/>
                      </a:lnTo>
                      <a:lnTo>
                        <a:pt x="198500" y="106000"/>
                      </a:lnTo>
                      <a:lnTo>
                        <a:pt x="198500" y="112000"/>
                      </a:lnTo>
                      <a:lnTo>
                        <a:pt x="199500" y="113000"/>
                      </a:lnTo>
                      <a:lnTo>
                        <a:pt x="199500" y="130000"/>
                      </a:lnTo>
                      <a:lnTo>
                        <a:pt x="198500" y="131000"/>
                      </a:lnTo>
                      <a:lnTo>
                        <a:pt x="198500" y="136000"/>
                      </a:lnTo>
                      <a:lnTo>
                        <a:pt x="197500" y="137000"/>
                      </a:lnTo>
                      <a:lnTo>
                        <a:pt x="196500" y="144000"/>
                      </a:lnTo>
                      <a:lnTo>
                        <a:pt x="189500" y="160000"/>
                      </a:lnTo>
                      <a:lnTo>
                        <a:pt x="183500" y="169000"/>
                      </a:lnTo>
                      <a:lnTo>
                        <a:pt x="175000" y="178500"/>
                      </a:lnTo>
                      <a:lnTo>
                        <a:pt x="159000" y="190500"/>
                      </a:lnTo>
                      <a:lnTo>
                        <a:pt x="149000" y="195500"/>
                      </a:lnTo>
                      <a:lnTo>
                        <a:pt x="140000" y="198500"/>
                      </a:lnTo>
                      <a:lnTo>
                        <a:pt x="137000" y="198500"/>
                      </a:lnTo>
                      <a:lnTo>
                        <a:pt x="136000" y="199500"/>
                      </a:lnTo>
                      <a:lnTo>
                        <a:pt x="131000" y="199500"/>
                      </a:lnTo>
                      <a:close/>
                      <a:moveTo>
                        <a:pt x="110500" y="172000"/>
                      </a:moveTo>
                      <a:lnTo>
                        <a:pt x="113000" y="171500"/>
                      </a:lnTo>
                      <a:lnTo>
                        <a:pt x="119500" y="165000"/>
                      </a:lnTo>
                      <a:lnTo>
                        <a:pt x="137500" y="141000"/>
                      </a:lnTo>
                      <a:lnTo>
                        <a:pt x="152500" y="123000"/>
                      </a:lnTo>
                      <a:lnTo>
                        <a:pt x="155500" y="118000"/>
                      </a:lnTo>
                      <a:lnTo>
                        <a:pt x="174500" y="95000"/>
                      </a:lnTo>
                      <a:lnTo>
                        <a:pt x="176500" y="90000"/>
                      </a:lnTo>
                      <a:lnTo>
                        <a:pt x="176500" y="86000"/>
                      </a:lnTo>
                      <a:lnTo>
                        <a:pt x="174500" y="82000"/>
                      </a:lnTo>
                      <a:lnTo>
                        <a:pt x="171000" y="78500"/>
                      </a:lnTo>
                      <a:lnTo>
                        <a:pt x="169000" y="77500"/>
                      </a:lnTo>
                      <a:lnTo>
                        <a:pt x="162000" y="77500"/>
                      </a:lnTo>
                      <a:lnTo>
                        <a:pt x="156500" y="81000"/>
                      </a:lnTo>
                      <a:lnTo>
                        <a:pt x="149500" y="91000"/>
                      </a:lnTo>
                      <a:lnTo>
                        <a:pt x="144500" y="96000"/>
                      </a:lnTo>
                      <a:lnTo>
                        <a:pt x="141500" y="101000"/>
                      </a:lnTo>
                      <a:lnTo>
                        <a:pt x="126500" y="119000"/>
                      </a:lnTo>
                      <a:lnTo>
                        <a:pt x="123500" y="124000"/>
                      </a:lnTo>
                      <a:lnTo>
                        <a:pt x="115500" y="133000"/>
                      </a:lnTo>
                      <a:lnTo>
                        <a:pt x="112500" y="138000"/>
                      </a:lnTo>
                      <a:lnTo>
                        <a:pt x="108000" y="142500"/>
                      </a:lnTo>
                      <a:lnTo>
                        <a:pt x="107000" y="142500"/>
                      </a:lnTo>
                      <a:lnTo>
                        <a:pt x="99500" y="135000"/>
                      </a:lnTo>
                      <a:lnTo>
                        <a:pt x="85500" y="118000"/>
                      </a:lnTo>
                      <a:lnTo>
                        <a:pt x="80000" y="113500"/>
                      </a:lnTo>
                      <a:lnTo>
                        <a:pt x="77000" y="113500"/>
                      </a:lnTo>
                      <a:lnTo>
                        <a:pt x="76000" y="112500"/>
                      </a:lnTo>
                      <a:lnTo>
                        <a:pt x="71000" y="113500"/>
                      </a:lnTo>
                      <a:lnTo>
                        <a:pt x="65500" y="119000"/>
                      </a:lnTo>
                      <a:lnTo>
                        <a:pt x="64500" y="121000"/>
                      </a:lnTo>
                      <a:lnTo>
                        <a:pt x="64500" y="127000"/>
                      </a:lnTo>
                      <a:lnTo>
                        <a:pt x="70500" y="135000"/>
                      </a:lnTo>
                      <a:lnTo>
                        <a:pt x="102000" y="170500"/>
                      </a:lnTo>
                      <a:lnTo>
                        <a:pt x="107000" y="1725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026" name="input-series-check-strokes"/>
                <p:cNvSpPr/>
                <p:nvPr/>
              </p:nvSpPr>
              <p:spPr>
                <a:xfrm>
                  <a:off x="5418862" y="3751987"/>
                  <a:ext cx="741103" cy="741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000" h="244000">
                      <a:moveTo>
                        <a:pt x="125000" y="219500"/>
                      </a:moveTo>
                      <a:lnTo>
                        <a:pt x="106000" y="218500"/>
                      </a:lnTo>
                      <a:lnTo>
                        <a:pt x="105000" y="217500"/>
                      </a:lnTo>
                      <a:lnTo>
                        <a:pt x="100000" y="217500"/>
                      </a:lnTo>
                      <a:lnTo>
                        <a:pt x="99000" y="216500"/>
                      </a:lnTo>
                      <a:lnTo>
                        <a:pt x="89000" y="214500"/>
                      </a:lnTo>
                      <a:lnTo>
                        <a:pt x="82000" y="210500"/>
                      </a:lnTo>
                      <a:lnTo>
                        <a:pt x="80000" y="210500"/>
                      </a:lnTo>
                      <a:lnTo>
                        <a:pt x="74000" y="207500"/>
                      </a:lnTo>
                      <a:lnTo>
                        <a:pt x="57000" y="195500"/>
                      </a:lnTo>
                      <a:lnTo>
                        <a:pt x="42500" y="179000"/>
                      </a:lnTo>
                      <a:lnTo>
                        <a:pt x="31500" y="159000"/>
                      </a:lnTo>
                      <a:lnTo>
                        <a:pt x="27500" y="147000"/>
                      </a:lnTo>
                      <a:lnTo>
                        <a:pt x="27500" y="144000"/>
                      </a:lnTo>
                      <a:lnTo>
                        <a:pt x="26500" y="143000"/>
                      </a:lnTo>
                      <a:lnTo>
                        <a:pt x="25500" y="130000"/>
                      </a:lnTo>
                      <a:lnTo>
                        <a:pt x="24500" y="129000"/>
                      </a:lnTo>
                      <a:lnTo>
                        <a:pt x="24500" y="115000"/>
                      </a:lnTo>
                      <a:lnTo>
                        <a:pt x="25500" y="114000"/>
                      </a:lnTo>
                      <a:lnTo>
                        <a:pt x="25500" y="106000"/>
                      </a:lnTo>
                      <a:lnTo>
                        <a:pt x="26500" y="105000"/>
                      </a:lnTo>
                      <a:lnTo>
                        <a:pt x="27500" y="97000"/>
                      </a:lnTo>
                      <a:lnTo>
                        <a:pt x="30500" y="88000"/>
                      </a:lnTo>
                      <a:lnTo>
                        <a:pt x="32500" y="85000"/>
                      </a:lnTo>
                      <a:lnTo>
                        <a:pt x="32500" y="83000"/>
                      </a:lnTo>
                      <a:lnTo>
                        <a:pt x="38500" y="71000"/>
                      </a:lnTo>
                      <a:lnTo>
                        <a:pt x="45500" y="61000"/>
                      </a:lnTo>
                      <a:lnTo>
                        <a:pt x="61000" y="45500"/>
                      </a:lnTo>
                      <a:lnTo>
                        <a:pt x="74000" y="36500"/>
                      </a:lnTo>
                      <a:lnTo>
                        <a:pt x="96000" y="27500"/>
                      </a:lnTo>
                      <a:lnTo>
                        <a:pt x="104000" y="26500"/>
                      </a:lnTo>
                      <a:lnTo>
                        <a:pt x="105000" y="25500"/>
                      </a:lnTo>
                      <a:lnTo>
                        <a:pt x="110000" y="25500"/>
                      </a:lnTo>
                      <a:lnTo>
                        <a:pt x="111000" y="24500"/>
                      </a:lnTo>
                      <a:lnTo>
                        <a:pt x="134000" y="24500"/>
                      </a:lnTo>
                      <a:lnTo>
                        <a:pt x="135000" y="25500"/>
                      </a:lnTo>
                      <a:lnTo>
                        <a:pt x="140000" y="25500"/>
                      </a:lnTo>
                      <a:lnTo>
                        <a:pt x="141000" y="26500"/>
                      </a:lnTo>
                      <a:lnTo>
                        <a:pt x="148000" y="27500"/>
                      </a:lnTo>
                      <a:lnTo>
                        <a:pt x="160000" y="31500"/>
                      </a:lnTo>
                      <a:lnTo>
                        <a:pt x="175000" y="39500"/>
                      </a:lnTo>
                      <a:lnTo>
                        <a:pt x="182000" y="44500"/>
                      </a:lnTo>
                      <a:lnTo>
                        <a:pt x="188000" y="49500"/>
                      </a:lnTo>
                      <a:lnTo>
                        <a:pt x="198500" y="61000"/>
                      </a:lnTo>
                      <a:lnTo>
                        <a:pt x="206500" y="73000"/>
                      </a:lnTo>
                      <a:lnTo>
                        <a:pt x="211500" y="83000"/>
                      </a:lnTo>
                      <a:lnTo>
                        <a:pt x="214500" y="92000"/>
                      </a:lnTo>
                      <a:lnTo>
                        <a:pt x="214500" y="95000"/>
                      </a:lnTo>
                      <a:lnTo>
                        <a:pt x="216500" y="100000"/>
                      </a:lnTo>
                      <a:lnTo>
                        <a:pt x="216500" y="104000"/>
                      </a:lnTo>
                      <a:lnTo>
                        <a:pt x="217500" y="105000"/>
                      </a:lnTo>
                      <a:lnTo>
                        <a:pt x="217500" y="113000"/>
                      </a:lnTo>
                      <a:lnTo>
                        <a:pt x="218500" y="114000"/>
                      </a:lnTo>
                      <a:lnTo>
                        <a:pt x="218500" y="129000"/>
                      </a:lnTo>
                      <a:lnTo>
                        <a:pt x="217500" y="130000"/>
                      </a:lnTo>
                      <a:lnTo>
                        <a:pt x="217500" y="137000"/>
                      </a:lnTo>
                      <a:lnTo>
                        <a:pt x="216500" y="138000"/>
                      </a:lnTo>
                      <a:lnTo>
                        <a:pt x="216500" y="142000"/>
                      </a:lnTo>
                      <a:lnTo>
                        <a:pt x="215500" y="143000"/>
                      </a:lnTo>
                      <a:lnTo>
                        <a:pt x="214500" y="150000"/>
                      </a:lnTo>
                      <a:lnTo>
                        <a:pt x="205500" y="170000"/>
                      </a:lnTo>
                      <a:lnTo>
                        <a:pt x="196500" y="183000"/>
                      </a:lnTo>
                      <a:lnTo>
                        <a:pt x="181000" y="198500"/>
                      </a:lnTo>
                      <a:lnTo>
                        <a:pt x="171000" y="205500"/>
                      </a:lnTo>
                      <a:lnTo>
                        <a:pt x="155000" y="213500"/>
                      </a:lnTo>
                      <a:lnTo>
                        <a:pt x="149000" y="215500"/>
                      </a:lnTo>
                      <a:lnTo>
                        <a:pt x="146000" y="215500"/>
                      </a:lnTo>
                      <a:lnTo>
                        <a:pt x="141000" y="217500"/>
                      </a:lnTo>
                      <a:lnTo>
                        <a:pt x="136000" y="217500"/>
                      </a:lnTo>
                      <a:lnTo>
                        <a:pt x="135000" y="218500"/>
                      </a:lnTo>
                      <a:lnTo>
                        <a:pt x="126000" y="218500"/>
                      </a:lnTo>
                      <a:close/>
                      <a:moveTo>
                        <a:pt x="131500" y="200000"/>
                      </a:moveTo>
                      <a:lnTo>
                        <a:pt x="141000" y="198500"/>
                      </a:lnTo>
                      <a:lnTo>
                        <a:pt x="152000" y="193500"/>
                      </a:lnTo>
                      <a:lnTo>
                        <a:pt x="154000" y="193500"/>
                      </a:lnTo>
                      <a:lnTo>
                        <a:pt x="168000" y="184500"/>
                      </a:lnTo>
                      <a:lnTo>
                        <a:pt x="174500" y="179000"/>
                      </a:lnTo>
                      <a:lnTo>
                        <a:pt x="183500" y="169000"/>
                      </a:lnTo>
                      <a:lnTo>
                        <a:pt x="189500" y="160000"/>
                      </a:lnTo>
                      <a:lnTo>
                        <a:pt x="196500" y="144000"/>
                      </a:lnTo>
                      <a:lnTo>
                        <a:pt x="196500" y="141000"/>
                      </a:lnTo>
                      <a:lnTo>
                        <a:pt x="198500" y="136000"/>
                      </a:lnTo>
                      <a:lnTo>
                        <a:pt x="198500" y="132000"/>
                      </a:lnTo>
                      <a:lnTo>
                        <a:pt x="199500" y="131000"/>
                      </a:lnTo>
                      <a:lnTo>
                        <a:pt x="199500" y="113000"/>
                      </a:lnTo>
                      <a:lnTo>
                        <a:pt x="198500" y="112000"/>
                      </a:lnTo>
                      <a:lnTo>
                        <a:pt x="198500" y="106000"/>
                      </a:lnTo>
                      <a:lnTo>
                        <a:pt x="197500" y="105000"/>
                      </a:lnTo>
                      <a:lnTo>
                        <a:pt x="196500" y="98000"/>
                      </a:lnTo>
                      <a:lnTo>
                        <a:pt x="190500" y="83000"/>
                      </a:lnTo>
                      <a:lnTo>
                        <a:pt x="180500" y="69000"/>
                      </a:lnTo>
                      <a:lnTo>
                        <a:pt x="168000" y="57500"/>
                      </a:lnTo>
                      <a:lnTo>
                        <a:pt x="154000" y="49500"/>
                      </a:lnTo>
                      <a:lnTo>
                        <a:pt x="152000" y="49500"/>
                      </a:lnTo>
                      <a:lnTo>
                        <a:pt x="143000" y="45500"/>
                      </a:lnTo>
                      <a:lnTo>
                        <a:pt x="134000" y="44500"/>
                      </a:lnTo>
                      <a:lnTo>
                        <a:pt x="133000" y="43500"/>
                      </a:lnTo>
                      <a:lnTo>
                        <a:pt x="112000" y="43500"/>
                      </a:lnTo>
                      <a:lnTo>
                        <a:pt x="111000" y="44500"/>
                      </a:lnTo>
                      <a:lnTo>
                        <a:pt x="107000" y="44500"/>
                      </a:lnTo>
                      <a:lnTo>
                        <a:pt x="106000" y="45500"/>
                      </a:lnTo>
                      <a:lnTo>
                        <a:pt x="96000" y="47500"/>
                      </a:lnTo>
                      <a:lnTo>
                        <a:pt x="83000" y="53500"/>
                      </a:lnTo>
                      <a:lnTo>
                        <a:pt x="73000" y="60500"/>
                      </a:lnTo>
                      <a:lnTo>
                        <a:pt x="60500" y="73000"/>
                      </a:lnTo>
                      <a:lnTo>
                        <a:pt x="51500" y="87000"/>
                      </a:lnTo>
                      <a:lnTo>
                        <a:pt x="46500" y="100000"/>
                      </a:lnTo>
                      <a:lnTo>
                        <a:pt x="45500" y="108000"/>
                      </a:lnTo>
                      <a:lnTo>
                        <a:pt x="44500" y="109000"/>
                      </a:lnTo>
                      <a:lnTo>
                        <a:pt x="44500" y="115000"/>
                      </a:lnTo>
                      <a:lnTo>
                        <a:pt x="43500" y="116000"/>
                      </a:lnTo>
                      <a:lnTo>
                        <a:pt x="43500" y="129000"/>
                      </a:lnTo>
                      <a:lnTo>
                        <a:pt x="44500" y="130000"/>
                      </a:lnTo>
                      <a:lnTo>
                        <a:pt x="44500" y="136000"/>
                      </a:lnTo>
                      <a:lnTo>
                        <a:pt x="45500" y="137000"/>
                      </a:lnTo>
                      <a:lnTo>
                        <a:pt x="46500" y="145000"/>
                      </a:lnTo>
                      <a:lnTo>
                        <a:pt x="54500" y="163000"/>
                      </a:lnTo>
                      <a:lnTo>
                        <a:pt x="61500" y="173000"/>
                      </a:lnTo>
                      <a:lnTo>
                        <a:pt x="71000" y="182500"/>
                      </a:lnTo>
                      <a:lnTo>
                        <a:pt x="84000" y="191500"/>
                      </a:lnTo>
                      <a:lnTo>
                        <a:pt x="101000" y="198500"/>
                      </a:lnTo>
                      <a:lnTo>
                        <a:pt x="105000" y="198500"/>
                      </a:lnTo>
                      <a:lnTo>
                        <a:pt x="111000" y="200500"/>
                      </a:lnTo>
                      <a:close/>
                      <a:moveTo>
                        <a:pt x="110000" y="172500"/>
                      </a:moveTo>
                      <a:lnTo>
                        <a:pt x="107000" y="172500"/>
                      </a:lnTo>
                      <a:lnTo>
                        <a:pt x="102000" y="170500"/>
                      </a:lnTo>
                      <a:lnTo>
                        <a:pt x="65500" y="129000"/>
                      </a:lnTo>
                      <a:lnTo>
                        <a:pt x="64500" y="127000"/>
                      </a:lnTo>
                      <a:lnTo>
                        <a:pt x="64500" y="121000"/>
                      </a:lnTo>
                      <a:lnTo>
                        <a:pt x="65500" y="119000"/>
                      </a:lnTo>
                      <a:lnTo>
                        <a:pt x="72000" y="113500"/>
                      </a:lnTo>
                      <a:lnTo>
                        <a:pt x="80000" y="113500"/>
                      </a:lnTo>
                      <a:lnTo>
                        <a:pt x="84500" y="117000"/>
                      </a:lnTo>
                      <a:lnTo>
                        <a:pt x="90500" y="125000"/>
                      </a:lnTo>
                      <a:lnTo>
                        <a:pt x="98500" y="133000"/>
                      </a:lnTo>
                      <a:lnTo>
                        <a:pt x="106500" y="143000"/>
                      </a:lnTo>
                      <a:lnTo>
                        <a:pt x="108000" y="143500"/>
                      </a:lnTo>
                      <a:lnTo>
                        <a:pt x="130500" y="114000"/>
                      </a:lnTo>
                      <a:lnTo>
                        <a:pt x="134500" y="110000"/>
                      </a:lnTo>
                      <a:lnTo>
                        <a:pt x="137500" y="105000"/>
                      </a:lnTo>
                      <a:lnTo>
                        <a:pt x="153500" y="86000"/>
                      </a:lnTo>
                      <a:lnTo>
                        <a:pt x="156500" y="81000"/>
                      </a:lnTo>
                      <a:lnTo>
                        <a:pt x="162000" y="77500"/>
                      </a:lnTo>
                      <a:lnTo>
                        <a:pt x="168000" y="77500"/>
                      </a:lnTo>
                      <a:lnTo>
                        <a:pt x="172000" y="79500"/>
                      </a:lnTo>
                      <a:lnTo>
                        <a:pt x="176500" y="86000"/>
                      </a:lnTo>
                      <a:lnTo>
                        <a:pt x="176500" y="90000"/>
                      </a:lnTo>
                      <a:lnTo>
                        <a:pt x="174500" y="95000"/>
                      </a:lnTo>
                      <a:lnTo>
                        <a:pt x="166500" y="104000"/>
                      </a:lnTo>
                      <a:lnTo>
                        <a:pt x="163500" y="109000"/>
                      </a:lnTo>
                      <a:lnTo>
                        <a:pt x="155500" y="118000"/>
                      </a:lnTo>
                      <a:lnTo>
                        <a:pt x="152500" y="123000"/>
                      </a:lnTo>
                      <a:lnTo>
                        <a:pt x="144500" y="132000"/>
                      </a:lnTo>
                      <a:lnTo>
                        <a:pt x="119500" y="165000"/>
                      </a:lnTo>
                      <a:lnTo>
                        <a:pt x="113000" y="171500"/>
                      </a:lnTo>
                      <a:close/>
                    </a:path>
                  </a:pathLst>
                </a:custGeom>
                <a:solidFill>
                  <a:srgbClr val="2D8B58"/>
                </a:solidFill>
                <a:ln>
                  <a:noFill/>
                </a:ln>
              </p:spPr>
            </p:sp>
          </p:grpSp>
          <p:grpSp>
            <p:nvGrpSpPr>
              <p:cNvPr id="1030" name="input-news-check — editable vector components"/>
              <p:cNvGrpSpPr/>
              <p:nvPr/>
            </p:nvGrpSpPr>
            <p:grpSpPr>
              <a:xfrm>
                <a:off x="5418862" y="8588901"/>
                <a:ext cx="741103" cy="741103"/>
                <a:chOff x="5418862" y="8588901"/>
                <a:chExt cx="741103" cy="741103"/>
              </a:xfrm>
            </p:grpSpPr>
            <p:sp>
              <p:nvSpPr>
                <p:cNvPr id="1028" name="input-news-check-interior"/>
                <p:cNvSpPr/>
                <p:nvPr/>
              </p:nvSpPr>
              <p:spPr>
                <a:xfrm>
                  <a:off x="5418862" y="8588901"/>
                  <a:ext cx="741103" cy="741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000" h="244000">
                      <a:moveTo>
                        <a:pt x="130000" y="200500"/>
                      </a:moveTo>
                      <a:lnTo>
                        <a:pt x="112000" y="200500"/>
                      </a:lnTo>
                      <a:lnTo>
                        <a:pt x="111000" y="199500"/>
                      </a:lnTo>
                      <a:lnTo>
                        <a:pt x="101000" y="198500"/>
                      </a:lnTo>
                      <a:lnTo>
                        <a:pt x="86000" y="192500"/>
                      </a:lnTo>
                      <a:lnTo>
                        <a:pt x="71000" y="182500"/>
                      </a:lnTo>
                      <a:lnTo>
                        <a:pt x="61500" y="173000"/>
                      </a:lnTo>
                      <a:lnTo>
                        <a:pt x="54500" y="163000"/>
                      </a:lnTo>
                      <a:lnTo>
                        <a:pt x="46500" y="145000"/>
                      </a:lnTo>
                      <a:lnTo>
                        <a:pt x="45500" y="136000"/>
                      </a:lnTo>
                      <a:lnTo>
                        <a:pt x="44500" y="135000"/>
                      </a:lnTo>
                      <a:lnTo>
                        <a:pt x="44500" y="130000"/>
                      </a:lnTo>
                      <a:lnTo>
                        <a:pt x="43500" y="129000"/>
                      </a:lnTo>
                      <a:lnTo>
                        <a:pt x="43500" y="116000"/>
                      </a:lnTo>
                      <a:lnTo>
                        <a:pt x="44500" y="115000"/>
                      </a:lnTo>
                      <a:lnTo>
                        <a:pt x="44500" y="109000"/>
                      </a:lnTo>
                      <a:lnTo>
                        <a:pt x="45500" y="108000"/>
                      </a:lnTo>
                      <a:lnTo>
                        <a:pt x="46500" y="100000"/>
                      </a:lnTo>
                      <a:lnTo>
                        <a:pt x="51500" y="87000"/>
                      </a:lnTo>
                      <a:lnTo>
                        <a:pt x="60500" y="73000"/>
                      </a:lnTo>
                      <a:lnTo>
                        <a:pt x="73000" y="60500"/>
                      </a:lnTo>
                      <a:lnTo>
                        <a:pt x="85000" y="52500"/>
                      </a:lnTo>
                      <a:lnTo>
                        <a:pt x="96000" y="47500"/>
                      </a:lnTo>
                      <a:lnTo>
                        <a:pt x="106000" y="45500"/>
                      </a:lnTo>
                      <a:lnTo>
                        <a:pt x="107000" y="44500"/>
                      </a:lnTo>
                      <a:lnTo>
                        <a:pt x="111000" y="44500"/>
                      </a:lnTo>
                      <a:lnTo>
                        <a:pt x="112000" y="43500"/>
                      </a:lnTo>
                      <a:lnTo>
                        <a:pt x="133000" y="43500"/>
                      </a:lnTo>
                      <a:lnTo>
                        <a:pt x="134000" y="44500"/>
                      </a:lnTo>
                      <a:lnTo>
                        <a:pt x="143000" y="45500"/>
                      </a:lnTo>
                      <a:lnTo>
                        <a:pt x="152000" y="49500"/>
                      </a:lnTo>
                      <a:lnTo>
                        <a:pt x="154000" y="49500"/>
                      </a:lnTo>
                      <a:lnTo>
                        <a:pt x="169000" y="58500"/>
                      </a:lnTo>
                      <a:lnTo>
                        <a:pt x="180500" y="69000"/>
                      </a:lnTo>
                      <a:lnTo>
                        <a:pt x="191500" y="85000"/>
                      </a:lnTo>
                      <a:lnTo>
                        <a:pt x="191500" y="87000"/>
                      </a:lnTo>
                      <a:lnTo>
                        <a:pt x="196500" y="98000"/>
                      </a:lnTo>
                      <a:lnTo>
                        <a:pt x="196500" y="101000"/>
                      </a:lnTo>
                      <a:lnTo>
                        <a:pt x="198500" y="106000"/>
                      </a:lnTo>
                      <a:lnTo>
                        <a:pt x="198500" y="112000"/>
                      </a:lnTo>
                      <a:lnTo>
                        <a:pt x="199500" y="113000"/>
                      </a:lnTo>
                      <a:lnTo>
                        <a:pt x="199500" y="130000"/>
                      </a:lnTo>
                      <a:lnTo>
                        <a:pt x="198500" y="131000"/>
                      </a:lnTo>
                      <a:lnTo>
                        <a:pt x="198500" y="136000"/>
                      </a:lnTo>
                      <a:lnTo>
                        <a:pt x="197500" y="137000"/>
                      </a:lnTo>
                      <a:lnTo>
                        <a:pt x="196500" y="144000"/>
                      </a:lnTo>
                      <a:lnTo>
                        <a:pt x="189500" y="160000"/>
                      </a:lnTo>
                      <a:lnTo>
                        <a:pt x="183500" y="169000"/>
                      </a:lnTo>
                      <a:lnTo>
                        <a:pt x="175000" y="178500"/>
                      </a:lnTo>
                      <a:lnTo>
                        <a:pt x="159000" y="190500"/>
                      </a:lnTo>
                      <a:lnTo>
                        <a:pt x="149000" y="195500"/>
                      </a:lnTo>
                      <a:lnTo>
                        <a:pt x="140000" y="198500"/>
                      </a:lnTo>
                      <a:lnTo>
                        <a:pt x="137000" y="198500"/>
                      </a:lnTo>
                      <a:lnTo>
                        <a:pt x="136000" y="199500"/>
                      </a:lnTo>
                      <a:lnTo>
                        <a:pt x="131000" y="199500"/>
                      </a:lnTo>
                      <a:close/>
                      <a:moveTo>
                        <a:pt x="110500" y="172000"/>
                      </a:moveTo>
                      <a:lnTo>
                        <a:pt x="113000" y="171500"/>
                      </a:lnTo>
                      <a:lnTo>
                        <a:pt x="119500" y="165000"/>
                      </a:lnTo>
                      <a:lnTo>
                        <a:pt x="137500" y="141000"/>
                      </a:lnTo>
                      <a:lnTo>
                        <a:pt x="152500" y="123000"/>
                      </a:lnTo>
                      <a:lnTo>
                        <a:pt x="155500" y="118000"/>
                      </a:lnTo>
                      <a:lnTo>
                        <a:pt x="174500" y="95000"/>
                      </a:lnTo>
                      <a:lnTo>
                        <a:pt x="176500" y="90000"/>
                      </a:lnTo>
                      <a:lnTo>
                        <a:pt x="176500" y="86000"/>
                      </a:lnTo>
                      <a:lnTo>
                        <a:pt x="174500" y="82000"/>
                      </a:lnTo>
                      <a:lnTo>
                        <a:pt x="171000" y="78500"/>
                      </a:lnTo>
                      <a:lnTo>
                        <a:pt x="169000" y="77500"/>
                      </a:lnTo>
                      <a:lnTo>
                        <a:pt x="162000" y="77500"/>
                      </a:lnTo>
                      <a:lnTo>
                        <a:pt x="156500" y="81000"/>
                      </a:lnTo>
                      <a:lnTo>
                        <a:pt x="149500" y="91000"/>
                      </a:lnTo>
                      <a:lnTo>
                        <a:pt x="144500" y="96000"/>
                      </a:lnTo>
                      <a:lnTo>
                        <a:pt x="141500" y="101000"/>
                      </a:lnTo>
                      <a:lnTo>
                        <a:pt x="126500" y="119000"/>
                      </a:lnTo>
                      <a:lnTo>
                        <a:pt x="123500" y="124000"/>
                      </a:lnTo>
                      <a:lnTo>
                        <a:pt x="115500" y="133000"/>
                      </a:lnTo>
                      <a:lnTo>
                        <a:pt x="112500" y="138000"/>
                      </a:lnTo>
                      <a:lnTo>
                        <a:pt x="108000" y="142500"/>
                      </a:lnTo>
                      <a:lnTo>
                        <a:pt x="107000" y="142500"/>
                      </a:lnTo>
                      <a:lnTo>
                        <a:pt x="99500" y="135000"/>
                      </a:lnTo>
                      <a:lnTo>
                        <a:pt x="85500" y="118000"/>
                      </a:lnTo>
                      <a:lnTo>
                        <a:pt x="80000" y="113500"/>
                      </a:lnTo>
                      <a:lnTo>
                        <a:pt x="77000" y="113500"/>
                      </a:lnTo>
                      <a:lnTo>
                        <a:pt x="76000" y="112500"/>
                      </a:lnTo>
                      <a:lnTo>
                        <a:pt x="71000" y="113500"/>
                      </a:lnTo>
                      <a:lnTo>
                        <a:pt x="65500" y="119000"/>
                      </a:lnTo>
                      <a:lnTo>
                        <a:pt x="64500" y="121000"/>
                      </a:lnTo>
                      <a:lnTo>
                        <a:pt x="64500" y="127000"/>
                      </a:lnTo>
                      <a:lnTo>
                        <a:pt x="70500" y="135000"/>
                      </a:lnTo>
                      <a:lnTo>
                        <a:pt x="102000" y="170500"/>
                      </a:lnTo>
                      <a:lnTo>
                        <a:pt x="107000" y="1725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029" name="input-news-check-strokes"/>
                <p:cNvSpPr/>
                <p:nvPr/>
              </p:nvSpPr>
              <p:spPr>
                <a:xfrm>
                  <a:off x="5418862" y="8588901"/>
                  <a:ext cx="741103" cy="741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000" h="244000">
                      <a:moveTo>
                        <a:pt x="125000" y="219500"/>
                      </a:moveTo>
                      <a:lnTo>
                        <a:pt x="106000" y="218500"/>
                      </a:lnTo>
                      <a:lnTo>
                        <a:pt x="105000" y="217500"/>
                      </a:lnTo>
                      <a:lnTo>
                        <a:pt x="100000" y="217500"/>
                      </a:lnTo>
                      <a:lnTo>
                        <a:pt x="99000" y="216500"/>
                      </a:lnTo>
                      <a:lnTo>
                        <a:pt x="89000" y="214500"/>
                      </a:lnTo>
                      <a:lnTo>
                        <a:pt x="82000" y="210500"/>
                      </a:lnTo>
                      <a:lnTo>
                        <a:pt x="80000" y="210500"/>
                      </a:lnTo>
                      <a:lnTo>
                        <a:pt x="74000" y="207500"/>
                      </a:lnTo>
                      <a:lnTo>
                        <a:pt x="57000" y="195500"/>
                      </a:lnTo>
                      <a:lnTo>
                        <a:pt x="42500" y="179000"/>
                      </a:lnTo>
                      <a:lnTo>
                        <a:pt x="31500" y="159000"/>
                      </a:lnTo>
                      <a:lnTo>
                        <a:pt x="27500" y="147000"/>
                      </a:lnTo>
                      <a:lnTo>
                        <a:pt x="27500" y="144000"/>
                      </a:lnTo>
                      <a:lnTo>
                        <a:pt x="26500" y="143000"/>
                      </a:lnTo>
                      <a:lnTo>
                        <a:pt x="25500" y="130000"/>
                      </a:lnTo>
                      <a:lnTo>
                        <a:pt x="24500" y="129000"/>
                      </a:lnTo>
                      <a:lnTo>
                        <a:pt x="24500" y="115000"/>
                      </a:lnTo>
                      <a:lnTo>
                        <a:pt x="25500" y="114000"/>
                      </a:lnTo>
                      <a:lnTo>
                        <a:pt x="25500" y="106000"/>
                      </a:lnTo>
                      <a:lnTo>
                        <a:pt x="26500" y="105000"/>
                      </a:lnTo>
                      <a:lnTo>
                        <a:pt x="27500" y="97000"/>
                      </a:lnTo>
                      <a:lnTo>
                        <a:pt x="30500" y="88000"/>
                      </a:lnTo>
                      <a:lnTo>
                        <a:pt x="32500" y="85000"/>
                      </a:lnTo>
                      <a:lnTo>
                        <a:pt x="32500" y="83000"/>
                      </a:lnTo>
                      <a:lnTo>
                        <a:pt x="38500" y="71000"/>
                      </a:lnTo>
                      <a:lnTo>
                        <a:pt x="45500" y="61000"/>
                      </a:lnTo>
                      <a:lnTo>
                        <a:pt x="61000" y="45500"/>
                      </a:lnTo>
                      <a:lnTo>
                        <a:pt x="74000" y="36500"/>
                      </a:lnTo>
                      <a:lnTo>
                        <a:pt x="96000" y="27500"/>
                      </a:lnTo>
                      <a:lnTo>
                        <a:pt x="104000" y="26500"/>
                      </a:lnTo>
                      <a:lnTo>
                        <a:pt x="105000" y="25500"/>
                      </a:lnTo>
                      <a:lnTo>
                        <a:pt x="110000" y="25500"/>
                      </a:lnTo>
                      <a:lnTo>
                        <a:pt x="111000" y="24500"/>
                      </a:lnTo>
                      <a:lnTo>
                        <a:pt x="134000" y="24500"/>
                      </a:lnTo>
                      <a:lnTo>
                        <a:pt x="135000" y="25500"/>
                      </a:lnTo>
                      <a:lnTo>
                        <a:pt x="140000" y="25500"/>
                      </a:lnTo>
                      <a:lnTo>
                        <a:pt x="141000" y="26500"/>
                      </a:lnTo>
                      <a:lnTo>
                        <a:pt x="148000" y="27500"/>
                      </a:lnTo>
                      <a:lnTo>
                        <a:pt x="160000" y="31500"/>
                      </a:lnTo>
                      <a:lnTo>
                        <a:pt x="175000" y="39500"/>
                      </a:lnTo>
                      <a:lnTo>
                        <a:pt x="182000" y="44500"/>
                      </a:lnTo>
                      <a:lnTo>
                        <a:pt x="188000" y="49500"/>
                      </a:lnTo>
                      <a:lnTo>
                        <a:pt x="198500" y="61000"/>
                      </a:lnTo>
                      <a:lnTo>
                        <a:pt x="206500" y="73000"/>
                      </a:lnTo>
                      <a:lnTo>
                        <a:pt x="211500" y="83000"/>
                      </a:lnTo>
                      <a:lnTo>
                        <a:pt x="214500" y="92000"/>
                      </a:lnTo>
                      <a:lnTo>
                        <a:pt x="214500" y="95000"/>
                      </a:lnTo>
                      <a:lnTo>
                        <a:pt x="216500" y="100000"/>
                      </a:lnTo>
                      <a:lnTo>
                        <a:pt x="216500" y="104000"/>
                      </a:lnTo>
                      <a:lnTo>
                        <a:pt x="217500" y="105000"/>
                      </a:lnTo>
                      <a:lnTo>
                        <a:pt x="217500" y="113000"/>
                      </a:lnTo>
                      <a:lnTo>
                        <a:pt x="218500" y="114000"/>
                      </a:lnTo>
                      <a:lnTo>
                        <a:pt x="218500" y="129000"/>
                      </a:lnTo>
                      <a:lnTo>
                        <a:pt x="217500" y="130000"/>
                      </a:lnTo>
                      <a:lnTo>
                        <a:pt x="217500" y="137000"/>
                      </a:lnTo>
                      <a:lnTo>
                        <a:pt x="216500" y="138000"/>
                      </a:lnTo>
                      <a:lnTo>
                        <a:pt x="216500" y="142000"/>
                      </a:lnTo>
                      <a:lnTo>
                        <a:pt x="215500" y="143000"/>
                      </a:lnTo>
                      <a:lnTo>
                        <a:pt x="214500" y="150000"/>
                      </a:lnTo>
                      <a:lnTo>
                        <a:pt x="205500" y="170000"/>
                      </a:lnTo>
                      <a:lnTo>
                        <a:pt x="196500" y="183000"/>
                      </a:lnTo>
                      <a:lnTo>
                        <a:pt x="181000" y="198500"/>
                      </a:lnTo>
                      <a:lnTo>
                        <a:pt x="171000" y="205500"/>
                      </a:lnTo>
                      <a:lnTo>
                        <a:pt x="155000" y="213500"/>
                      </a:lnTo>
                      <a:lnTo>
                        <a:pt x="149000" y="215500"/>
                      </a:lnTo>
                      <a:lnTo>
                        <a:pt x="146000" y="215500"/>
                      </a:lnTo>
                      <a:lnTo>
                        <a:pt x="141000" y="217500"/>
                      </a:lnTo>
                      <a:lnTo>
                        <a:pt x="136000" y="217500"/>
                      </a:lnTo>
                      <a:lnTo>
                        <a:pt x="135000" y="218500"/>
                      </a:lnTo>
                      <a:lnTo>
                        <a:pt x="126000" y="218500"/>
                      </a:lnTo>
                      <a:close/>
                      <a:moveTo>
                        <a:pt x="131500" y="200000"/>
                      </a:moveTo>
                      <a:lnTo>
                        <a:pt x="141000" y="198500"/>
                      </a:lnTo>
                      <a:lnTo>
                        <a:pt x="152000" y="193500"/>
                      </a:lnTo>
                      <a:lnTo>
                        <a:pt x="154000" y="193500"/>
                      </a:lnTo>
                      <a:lnTo>
                        <a:pt x="168000" y="184500"/>
                      </a:lnTo>
                      <a:lnTo>
                        <a:pt x="174500" y="179000"/>
                      </a:lnTo>
                      <a:lnTo>
                        <a:pt x="183500" y="169000"/>
                      </a:lnTo>
                      <a:lnTo>
                        <a:pt x="189500" y="160000"/>
                      </a:lnTo>
                      <a:lnTo>
                        <a:pt x="196500" y="144000"/>
                      </a:lnTo>
                      <a:lnTo>
                        <a:pt x="196500" y="141000"/>
                      </a:lnTo>
                      <a:lnTo>
                        <a:pt x="198500" y="136000"/>
                      </a:lnTo>
                      <a:lnTo>
                        <a:pt x="198500" y="132000"/>
                      </a:lnTo>
                      <a:lnTo>
                        <a:pt x="199500" y="131000"/>
                      </a:lnTo>
                      <a:lnTo>
                        <a:pt x="199500" y="113000"/>
                      </a:lnTo>
                      <a:lnTo>
                        <a:pt x="198500" y="112000"/>
                      </a:lnTo>
                      <a:lnTo>
                        <a:pt x="198500" y="106000"/>
                      </a:lnTo>
                      <a:lnTo>
                        <a:pt x="197500" y="105000"/>
                      </a:lnTo>
                      <a:lnTo>
                        <a:pt x="196500" y="98000"/>
                      </a:lnTo>
                      <a:lnTo>
                        <a:pt x="190500" y="83000"/>
                      </a:lnTo>
                      <a:lnTo>
                        <a:pt x="180500" y="69000"/>
                      </a:lnTo>
                      <a:lnTo>
                        <a:pt x="168000" y="57500"/>
                      </a:lnTo>
                      <a:lnTo>
                        <a:pt x="154000" y="49500"/>
                      </a:lnTo>
                      <a:lnTo>
                        <a:pt x="152000" y="49500"/>
                      </a:lnTo>
                      <a:lnTo>
                        <a:pt x="143000" y="45500"/>
                      </a:lnTo>
                      <a:lnTo>
                        <a:pt x="134000" y="44500"/>
                      </a:lnTo>
                      <a:lnTo>
                        <a:pt x="133000" y="43500"/>
                      </a:lnTo>
                      <a:lnTo>
                        <a:pt x="112000" y="43500"/>
                      </a:lnTo>
                      <a:lnTo>
                        <a:pt x="111000" y="44500"/>
                      </a:lnTo>
                      <a:lnTo>
                        <a:pt x="107000" y="44500"/>
                      </a:lnTo>
                      <a:lnTo>
                        <a:pt x="106000" y="45500"/>
                      </a:lnTo>
                      <a:lnTo>
                        <a:pt x="96000" y="47500"/>
                      </a:lnTo>
                      <a:lnTo>
                        <a:pt x="83000" y="53500"/>
                      </a:lnTo>
                      <a:lnTo>
                        <a:pt x="73000" y="60500"/>
                      </a:lnTo>
                      <a:lnTo>
                        <a:pt x="60500" y="73000"/>
                      </a:lnTo>
                      <a:lnTo>
                        <a:pt x="51500" y="87000"/>
                      </a:lnTo>
                      <a:lnTo>
                        <a:pt x="46500" y="100000"/>
                      </a:lnTo>
                      <a:lnTo>
                        <a:pt x="45500" y="108000"/>
                      </a:lnTo>
                      <a:lnTo>
                        <a:pt x="44500" y="109000"/>
                      </a:lnTo>
                      <a:lnTo>
                        <a:pt x="44500" y="115000"/>
                      </a:lnTo>
                      <a:lnTo>
                        <a:pt x="43500" y="116000"/>
                      </a:lnTo>
                      <a:lnTo>
                        <a:pt x="43500" y="129000"/>
                      </a:lnTo>
                      <a:lnTo>
                        <a:pt x="44500" y="130000"/>
                      </a:lnTo>
                      <a:lnTo>
                        <a:pt x="44500" y="136000"/>
                      </a:lnTo>
                      <a:lnTo>
                        <a:pt x="45500" y="137000"/>
                      </a:lnTo>
                      <a:lnTo>
                        <a:pt x="46500" y="145000"/>
                      </a:lnTo>
                      <a:lnTo>
                        <a:pt x="54500" y="163000"/>
                      </a:lnTo>
                      <a:lnTo>
                        <a:pt x="61500" y="173000"/>
                      </a:lnTo>
                      <a:lnTo>
                        <a:pt x="71000" y="182500"/>
                      </a:lnTo>
                      <a:lnTo>
                        <a:pt x="84000" y="191500"/>
                      </a:lnTo>
                      <a:lnTo>
                        <a:pt x="101000" y="198500"/>
                      </a:lnTo>
                      <a:lnTo>
                        <a:pt x="105000" y="198500"/>
                      </a:lnTo>
                      <a:lnTo>
                        <a:pt x="111000" y="200500"/>
                      </a:lnTo>
                      <a:close/>
                      <a:moveTo>
                        <a:pt x="110000" y="172500"/>
                      </a:moveTo>
                      <a:lnTo>
                        <a:pt x="107000" y="172500"/>
                      </a:lnTo>
                      <a:lnTo>
                        <a:pt x="102000" y="170500"/>
                      </a:lnTo>
                      <a:lnTo>
                        <a:pt x="65500" y="129000"/>
                      </a:lnTo>
                      <a:lnTo>
                        <a:pt x="64500" y="127000"/>
                      </a:lnTo>
                      <a:lnTo>
                        <a:pt x="64500" y="121000"/>
                      </a:lnTo>
                      <a:lnTo>
                        <a:pt x="65500" y="119000"/>
                      </a:lnTo>
                      <a:lnTo>
                        <a:pt x="72000" y="113500"/>
                      </a:lnTo>
                      <a:lnTo>
                        <a:pt x="80000" y="113500"/>
                      </a:lnTo>
                      <a:lnTo>
                        <a:pt x="84500" y="117000"/>
                      </a:lnTo>
                      <a:lnTo>
                        <a:pt x="90500" y="125000"/>
                      </a:lnTo>
                      <a:lnTo>
                        <a:pt x="98500" y="133000"/>
                      </a:lnTo>
                      <a:lnTo>
                        <a:pt x="106500" y="143000"/>
                      </a:lnTo>
                      <a:lnTo>
                        <a:pt x="108000" y="143500"/>
                      </a:lnTo>
                      <a:lnTo>
                        <a:pt x="130500" y="114000"/>
                      </a:lnTo>
                      <a:lnTo>
                        <a:pt x="134500" y="110000"/>
                      </a:lnTo>
                      <a:lnTo>
                        <a:pt x="137500" y="105000"/>
                      </a:lnTo>
                      <a:lnTo>
                        <a:pt x="153500" y="86000"/>
                      </a:lnTo>
                      <a:lnTo>
                        <a:pt x="156500" y="81000"/>
                      </a:lnTo>
                      <a:lnTo>
                        <a:pt x="162000" y="77500"/>
                      </a:lnTo>
                      <a:lnTo>
                        <a:pt x="168000" y="77500"/>
                      </a:lnTo>
                      <a:lnTo>
                        <a:pt x="172000" y="79500"/>
                      </a:lnTo>
                      <a:lnTo>
                        <a:pt x="176500" y="86000"/>
                      </a:lnTo>
                      <a:lnTo>
                        <a:pt x="176500" y="90000"/>
                      </a:lnTo>
                      <a:lnTo>
                        <a:pt x="174500" y="95000"/>
                      </a:lnTo>
                      <a:lnTo>
                        <a:pt x="166500" y="104000"/>
                      </a:lnTo>
                      <a:lnTo>
                        <a:pt x="163500" y="109000"/>
                      </a:lnTo>
                      <a:lnTo>
                        <a:pt x="155500" y="118000"/>
                      </a:lnTo>
                      <a:lnTo>
                        <a:pt x="152500" y="123000"/>
                      </a:lnTo>
                      <a:lnTo>
                        <a:pt x="144500" y="132000"/>
                      </a:lnTo>
                      <a:lnTo>
                        <a:pt x="119500" y="165000"/>
                      </a:lnTo>
                      <a:lnTo>
                        <a:pt x="113000" y="171500"/>
                      </a:lnTo>
                      <a:close/>
                    </a:path>
                  </a:pathLst>
                </a:custGeom>
                <a:solidFill>
                  <a:srgbClr val="2D8B58"/>
                </a:solidFill>
                <a:ln>
                  <a:noFill/>
                </a:ln>
              </p:spPr>
            </p:sp>
          </p:grpSp>
          <p:grpSp>
            <p:nvGrpSpPr>
              <p:cNvPr id="1033" name="input-calendar-check — editable vector components"/>
              <p:cNvGrpSpPr/>
              <p:nvPr/>
            </p:nvGrpSpPr>
            <p:grpSpPr>
              <a:xfrm>
                <a:off x="5418862" y="9571167"/>
                <a:ext cx="741103" cy="741103"/>
                <a:chOff x="5418862" y="9571167"/>
                <a:chExt cx="741103" cy="741103"/>
              </a:xfrm>
            </p:grpSpPr>
            <p:sp>
              <p:nvSpPr>
                <p:cNvPr id="1031" name="input-calendar-check-interior"/>
                <p:cNvSpPr/>
                <p:nvPr/>
              </p:nvSpPr>
              <p:spPr>
                <a:xfrm>
                  <a:off x="5418862" y="9571167"/>
                  <a:ext cx="741103" cy="741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000" h="244000">
                      <a:moveTo>
                        <a:pt x="130000" y="200500"/>
                      </a:moveTo>
                      <a:lnTo>
                        <a:pt x="112000" y="200500"/>
                      </a:lnTo>
                      <a:lnTo>
                        <a:pt x="111000" y="199500"/>
                      </a:lnTo>
                      <a:lnTo>
                        <a:pt x="101000" y="198500"/>
                      </a:lnTo>
                      <a:lnTo>
                        <a:pt x="86000" y="192500"/>
                      </a:lnTo>
                      <a:lnTo>
                        <a:pt x="71000" y="182500"/>
                      </a:lnTo>
                      <a:lnTo>
                        <a:pt x="61500" y="173000"/>
                      </a:lnTo>
                      <a:lnTo>
                        <a:pt x="54500" y="163000"/>
                      </a:lnTo>
                      <a:lnTo>
                        <a:pt x="46500" y="145000"/>
                      </a:lnTo>
                      <a:lnTo>
                        <a:pt x="45500" y="136000"/>
                      </a:lnTo>
                      <a:lnTo>
                        <a:pt x="44500" y="135000"/>
                      </a:lnTo>
                      <a:lnTo>
                        <a:pt x="44500" y="130000"/>
                      </a:lnTo>
                      <a:lnTo>
                        <a:pt x="43500" y="129000"/>
                      </a:lnTo>
                      <a:lnTo>
                        <a:pt x="43500" y="116000"/>
                      </a:lnTo>
                      <a:lnTo>
                        <a:pt x="44500" y="115000"/>
                      </a:lnTo>
                      <a:lnTo>
                        <a:pt x="44500" y="109000"/>
                      </a:lnTo>
                      <a:lnTo>
                        <a:pt x="45500" y="108000"/>
                      </a:lnTo>
                      <a:lnTo>
                        <a:pt x="46500" y="100000"/>
                      </a:lnTo>
                      <a:lnTo>
                        <a:pt x="51500" y="87000"/>
                      </a:lnTo>
                      <a:lnTo>
                        <a:pt x="60500" y="73000"/>
                      </a:lnTo>
                      <a:lnTo>
                        <a:pt x="73000" y="60500"/>
                      </a:lnTo>
                      <a:lnTo>
                        <a:pt x="85000" y="52500"/>
                      </a:lnTo>
                      <a:lnTo>
                        <a:pt x="96000" y="47500"/>
                      </a:lnTo>
                      <a:lnTo>
                        <a:pt x="106000" y="45500"/>
                      </a:lnTo>
                      <a:lnTo>
                        <a:pt x="107000" y="44500"/>
                      </a:lnTo>
                      <a:lnTo>
                        <a:pt x="111000" y="44500"/>
                      </a:lnTo>
                      <a:lnTo>
                        <a:pt x="112000" y="43500"/>
                      </a:lnTo>
                      <a:lnTo>
                        <a:pt x="133000" y="43500"/>
                      </a:lnTo>
                      <a:lnTo>
                        <a:pt x="134000" y="44500"/>
                      </a:lnTo>
                      <a:lnTo>
                        <a:pt x="143000" y="45500"/>
                      </a:lnTo>
                      <a:lnTo>
                        <a:pt x="152000" y="49500"/>
                      </a:lnTo>
                      <a:lnTo>
                        <a:pt x="154000" y="49500"/>
                      </a:lnTo>
                      <a:lnTo>
                        <a:pt x="169000" y="58500"/>
                      </a:lnTo>
                      <a:lnTo>
                        <a:pt x="180500" y="69000"/>
                      </a:lnTo>
                      <a:lnTo>
                        <a:pt x="191500" y="85000"/>
                      </a:lnTo>
                      <a:lnTo>
                        <a:pt x="191500" y="87000"/>
                      </a:lnTo>
                      <a:lnTo>
                        <a:pt x="196500" y="98000"/>
                      </a:lnTo>
                      <a:lnTo>
                        <a:pt x="196500" y="101000"/>
                      </a:lnTo>
                      <a:lnTo>
                        <a:pt x="198500" y="106000"/>
                      </a:lnTo>
                      <a:lnTo>
                        <a:pt x="198500" y="112000"/>
                      </a:lnTo>
                      <a:lnTo>
                        <a:pt x="199500" y="113000"/>
                      </a:lnTo>
                      <a:lnTo>
                        <a:pt x="199500" y="130000"/>
                      </a:lnTo>
                      <a:lnTo>
                        <a:pt x="198500" y="131000"/>
                      </a:lnTo>
                      <a:lnTo>
                        <a:pt x="198500" y="136000"/>
                      </a:lnTo>
                      <a:lnTo>
                        <a:pt x="197500" y="137000"/>
                      </a:lnTo>
                      <a:lnTo>
                        <a:pt x="196500" y="144000"/>
                      </a:lnTo>
                      <a:lnTo>
                        <a:pt x="189500" y="160000"/>
                      </a:lnTo>
                      <a:lnTo>
                        <a:pt x="183500" y="169000"/>
                      </a:lnTo>
                      <a:lnTo>
                        <a:pt x="175000" y="178500"/>
                      </a:lnTo>
                      <a:lnTo>
                        <a:pt x="159000" y="190500"/>
                      </a:lnTo>
                      <a:lnTo>
                        <a:pt x="149000" y="195500"/>
                      </a:lnTo>
                      <a:lnTo>
                        <a:pt x="140000" y="198500"/>
                      </a:lnTo>
                      <a:lnTo>
                        <a:pt x="137000" y="198500"/>
                      </a:lnTo>
                      <a:lnTo>
                        <a:pt x="136000" y="199500"/>
                      </a:lnTo>
                      <a:lnTo>
                        <a:pt x="131000" y="199500"/>
                      </a:lnTo>
                      <a:close/>
                      <a:moveTo>
                        <a:pt x="110500" y="172000"/>
                      </a:moveTo>
                      <a:lnTo>
                        <a:pt x="113000" y="171500"/>
                      </a:lnTo>
                      <a:lnTo>
                        <a:pt x="119500" y="165000"/>
                      </a:lnTo>
                      <a:lnTo>
                        <a:pt x="137500" y="141000"/>
                      </a:lnTo>
                      <a:lnTo>
                        <a:pt x="152500" y="123000"/>
                      </a:lnTo>
                      <a:lnTo>
                        <a:pt x="155500" y="118000"/>
                      </a:lnTo>
                      <a:lnTo>
                        <a:pt x="174500" y="95000"/>
                      </a:lnTo>
                      <a:lnTo>
                        <a:pt x="176500" y="90000"/>
                      </a:lnTo>
                      <a:lnTo>
                        <a:pt x="176500" y="86000"/>
                      </a:lnTo>
                      <a:lnTo>
                        <a:pt x="174500" y="82000"/>
                      </a:lnTo>
                      <a:lnTo>
                        <a:pt x="171000" y="78500"/>
                      </a:lnTo>
                      <a:lnTo>
                        <a:pt x="169000" y="77500"/>
                      </a:lnTo>
                      <a:lnTo>
                        <a:pt x="162000" y="77500"/>
                      </a:lnTo>
                      <a:lnTo>
                        <a:pt x="156500" y="81000"/>
                      </a:lnTo>
                      <a:lnTo>
                        <a:pt x="149500" y="91000"/>
                      </a:lnTo>
                      <a:lnTo>
                        <a:pt x="144500" y="96000"/>
                      </a:lnTo>
                      <a:lnTo>
                        <a:pt x="141500" y="101000"/>
                      </a:lnTo>
                      <a:lnTo>
                        <a:pt x="126500" y="119000"/>
                      </a:lnTo>
                      <a:lnTo>
                        <a:pt x="123500" y="124000"/>
                      </a:lnTo>
                      <a:lnTo>
                        <a:pt x="115500" y="133000"/>
                      </a:lnTo>
                      <a:lnTo>
                        <a:pt x="112500" y="138000"/>
                      </a:lnTo>
                      <a:lnTo>
                        <a:pt x="108000" y="142500"/>
                      </a:lnTo>
                      <a:lnTo>
                        <a:pt x="107000" y="142500"/>
                      </a:lnTo>
                      <a:lnTo>
                        <a:pt x="99500" y="135000"/>
                      </a:lnTo>
                      <a:lnTo>
                        <a:pt x="85500" y="118000"/>
                      </a:lnTo>
                      <a:lnTo>
                        <a:pt x="80000" y="113500"/>
                      </a:lnTo>
                      <a:lnTo>
                        <a:pt x="77000" y="113500"/>
                      </a:lnTo>
                      <a:lnTo>
                        <a:pt x="76000" y="112500"/>
                      </a:lnTo>
                      <a:lnTo>
                        <a:pt x="71000" y="113500"/>
                      </a:lnTo>
                      <a:lnTo>
                        <a:pt x="65500" y="119000"/>
                      </a:lnTo>
                      <a:lnTo>
                        <a:pt x="64500" y="121000"/>
                      </a:lnTo>
                      <a:lnTo>
                        <a:pt x="64500" y="127000"/>
                      </a:lnTo>
                      <a:lnTo>
                        <a:pt x="70500" y="135000"/>
                      </a:lnTo>
                      <a:lnTo>
                        <a:pt x="102000" y="170500"/>
                      </a:lnTo>
                      <a:lnTo>
                        <a:pt x="107000" y="1725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032" name="input-calendar-check-strokes"/>
                <p:cNvSpPr/>
                <p:nvPr/>
              </p:nvSpPr>
              <p:spPr>
                <a:xfrm>
                  <a:off x="5418862" y="9571167"/>
                  <a:ext cx="741103" cy="741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000" h="244000">
                      <a:moveTo>
                        <a:pt x="125000" y="219500"/>
                      </a:moveTo>
                      <a:lnTo>
                        <a:pt x="106000" y="218500"/>
                      </a:lnTo>
                      <a:lnTo>
                        <a:pt x="105000" y="217500"/>
                      </a:lnTo>
                      <a:lnTo>
                        <a:pt x="100000" y="217500"/>
                      </a:lnTo>
                      <a:lnTo>
                        <a:pt x="99000" y="216500"/>
                      </a:lnTo>
                      <a:lnTo>
                        <a:pt x="89000" y="214500"/>
                      </a:lnTo>
                      <a:lnTo>
                        <a:pt x="82000" y="210500"/>
                      </a:lnTo>
                      <a:lnTo>
                        <a:pt x="80000" y="210500"/>
                      </a:lnTo>
                      <a:lnTo>
                        <a:pt x="74000" y="207500"/>
                      </a:lnTo>
                      <a:lnTo>
                        <a:pt x="57000" y="195500"/>
                      </a:lnTo>
                      <a:lnTo>
                        <a:pt x="42500" y="179000"/>
                      </a:lnTo>
                      <a:lnTo>
                        <a:pt x="31500" y="159000"/>
                      </a:lnTo>
                      <a:lnTo>
                        <a:pt x="27500" y="147000"/>
                      </a:lnTo>
                      <a:lnTo>
                        <a:pt x="27500" y="144000"/>
                      </a:lnTo>
                      <a:lnTo>
                        <a:pt x="26500" y="143000"/>
                      </a:lnTo>
                      <a:lnTo>
                        <a:pt x="25500" y="130000"/>
                      </a:lnTo>
                      <a:lnTo>
                        <a:pt x="24500" y="129000"/>
                      </a:lnTo>
                      <a:lnTo>
                        <a:pt x="24500" y="115000"/>
                      </a:lnTo>
                      <a:lnTo>
                        <a:pt x="25500" y="114000"/>
                      </a:lnTo>
                      <a:lnTo>
                        <a:pt x="25500" y="106000"/>
                      </a:lnTo>
                      <a:lnTo>
                        <a:pt x="26500" y="105000"/>
                      </a:lnTo>
                      <a:lnTo>
                        <a:pt x="27500" y="97000"/>
                      </a:lnTo>
                      <a:lnTo>
                        <a:pt x="30500" y="88000"/>
                      </a:lnTo>
                      <a:lnTo>
                        <a:pt x="32500" y="85000"/>
                      </a:lnTo>
                      <a:lnTo>
                        <a:pt x="32500" y="83000"/>
                      </a:lnTo>
                      <a:lnTo>
                        <a:pt x="38500" y="71000"/>
                      </a:lnTo>
                      <a:lnTo>
                        <a:pt x="45500" y="61000"/>
                      </a:lnTo>
                      <a:lnTo>
                        <a:pt x="61000" y="45500"/>
                      </a:lnTo>
                      <a:lnTo>
                        <a:pt x="74000" y="36500"/>
                      </a:lnTo>
                      <a:lnTo>
                        <a:pt x="96000" y="27500"/>
                      </a:lnTo>
                      <a:lnTo>
                        <a:pt x="104000" y="26500"/>
                      </a:lnTo>
                      <a:lnTo>
                        <a:pt x="105000" y="25500"/>
                      </a:lnTo>
                      <a:lnTo>
                        <a:pt x="110000" y="25500"/>
                      </a:lnTo>
                      <a:lnTo>
                        <a:pt x="111000" y="24500"/>
                      </a:lnTo>
                      <a:lnTo>
                        <a:pt x="134000" y="24500"/>
                      </a:lnTo>
                      <a:lnTo>
                        <a:pt x="135000" y="25500"/>
                      </a:lnTo>
                      <a:lnTo>
                        <a:pt x="140000" y="25500"/>
                      </a:lnTo>
                      <a:lnTo>
                        <a:pt x="141000" y="26500"/>
                      </a:lnTo>
                      <a:lnTo>
                        <a:pt x="148000" y="27500"/>
                      </a:lnTo>
                      <a:lnTo>
                        <a:pt x="160000" y="31500"/>
                      </a:lnTo>
                      <a:lnTo>
                        <a:pt x="175000" y="39500"/>
                      </a:lnTo>
                      <a:lnTo>
                        <a:pt x="182000" y="44500"/>
                      </a:lnTo>
                      <a:lnTo>
                        <a:pt x="188000" y="49500"/>
                      </a:lnTo>
                      <a:lnTo>
                        <a:pt x="198500" y="61000"/>
                      </a:lnTo>
                      <a:lnTo>
                        <a:pt x="206500" y="73000"/>
                      </a:lnTo>
                      <a:lnTo>
                        <a:pt x="211500" y="83000"/>
                      </a:lnTo>
                      <a:lnTo>
                        <a:pt x="214500" y="92000"/>
                      </a:lnTo>
                      <a:lnTo>
                        <a:pt x="214500" y="95000"/>
                      </a:lnTo>
                      <a:lnTo>
                        <a:pt x="216500" y="100000"/>
                      </a:lnTo>
                      <a:lnTo>
                        <a:pt x="216500" y="104000"/>
                      </a:lnTo>
                      <a:lnTo>
                        <a:pt x="217500" y="105000"/>
                      </a:lnTo>
                      <a:lnTo>
                        <a:pt x="217500" y="113000"/>
                      </a:lnTo>
                      <a:lnTo>
                        <a:pt x="218500" y="114000"/>
                      </a:lnTo>
                      <a:lnTo>
                        <a:pt x="218500" y="129000"/>
                      </a:lnTo>
                      <a:lnTo>
                        <a:pt x="217500" y="130000"/>
                      </a:lnTo>
                      <a:lnTo>
                        <a:pt x="217500" y="137000"/>
                      </a:lnTo>
                      <a:lnTo>
                        <a:pt x="216500" y="138000"/>
                      </a:lnTo>
                      <a:lnTo>
                        <a:pt x="216500" y="142000"/>
                      </a:lnTo>
                      <a:lnTo>
                        <a:pt x="215500" y="143000"/>
                      </a:lnTo>
                      <a:lnTo>
                        <a:pt x="214500" y="150000"/>
                      </a:lnTo>
                      <a:lnTo>
                        <a:pt x="205500" y="170000"/>
                      </a:lnTo>
                      <a:lnTo>
                        <a:pt x="196500" y="183000"/>
                      </a:lnTo>
                      <a:lnTo>
                        <a:pt x="181000" y="198500"/>
                      </a:lnTo>
                      <a:lnTo>
                        <a:pt x="171000" y="205500"/>
                      </a:lnTo>
                      <a:lnTo>
                        <a:pt x="155000" y="213500"/>
                      </a:lnTo>
                      <a:lnTo>
                        <a:pt x="149000" y="215500"/>
                      </a:lnTo>
                      <a:lnTo>
                        <a:pt x="146000" y="215500"/>
                      </a:lnTo>
                      <a:lnTo>
                        <a:pt x="141000" y="217500"/>
                      </a:lnTo>
                      <a:lnTo>
                        <a:pt x="136000" y="217500"/>
                      </a:lnTo>
                      <a:lnTo>
                        <a:pt x="135000" y="218500"/>
                      </a:lnTo>
                      <a:lnTo>
                        <a:pt x="126000" y="218500"/>
                      </a:lnTo>
                      <a:close/>
                      <a:moveTo>
                        <a:pt x="131500" y="200000"/>
                      </a:moveTo>
                      <a:lnTo>
                        <a:pt x="141000" y="198500"/>
                      </a:lnTo>
                      <a:lnTo>
                        <a:pt x="152000" y="193500"/>
                      </a:lnTo>
                      <a:lnTo>
                        <a:pt x="154000" y="193500"/>
                      </a:lnTo>
                      <a:lnTo>
                        <a:pt x="168000" y="184500"/>
                      </a:lnTo>
                      <a:lnTo>
                        <a:pt x="174500" y="179000"/>
                      </a:lnTo>
                      <a:lnTo>
                        <a:pt x="183500" y="169000"/>
                      </a:lnTo>
                      <a:lnTo>
                        <a:pt x="189500" y="160000"/>
                      </a:lnTo>
                      <a:lnTo>
                        <a:pt x="196500" y="144000"/>
                      </a:lnTo>
                      <a:lnTo>
                        <a:pt x="196500" y="141000"/>
                      </a:lnTo>
                      <a:lnTo>
                        <a:pt x="198500" y="136000"/>
                      </a:lnTo>
                      <a:lnTo>
                        <a:pt x="198500" y="132000"/>
                      </a:lnTo>
                      <a:lnTo>
                        <a:pt x="199500" y="131000"/>
                      </a:lnTo>
                      <a:lnTo>
                        <a:pt x="199500" y="113000"/>
                      </a:lnTo>
                      <a:lnTo>
                        <a:pt x="198500" y="112000"/>
                      </a:lnTo>
                      <a:lnTo>
                        <a:pt x="198500" y="106000"/>
                      </a:lnTo>
                      <a:lnTo>
                        <a:pt x="197500" y="105000"/>
                      </a:lnTo>
                      <a:lnTo>
                        <a:pt x="196500" y="98000"/>
                      </a:lnTo>
                      <a:lnTo>
                        <a:pt x="190500" y="83000"/>
                      </a:lnTo>
                      <a:lnTo>
                        <a:pt x="180500" y="69000"/>
                      </a:lnTo>
                      <a:lnTo>
                        <a:pt x="168000" y="57500"/>
                      </a:lnTo>
                      <a:lnTo>
                        <a:pt x="154000" y="49500"/>
                      </a:lnTo>
                      <a:lnTo>
                        <a:pt x="152000" y="49500"/>
                      </a:lnTo>
                      <a:lnTo>
                        <a:pt x="143000" y="45500"/>
                      </a:lnTo>
                      <a:lnTo>
                        <a:pt x="134000" y="44500"/>
                      </a:lnTo>
                      <a:lnTo>
                        <a:pt x="133000" y="43500"/>
                      </a:lnTo>
                      <a:lnTo>
                        <a:pt x="112000" y="43500"/>
                      </a:lnTo>
                      <a:lnTo>
                        <a:pt x="111000" y="44500"/>
                      </a:lnTo>
                      <a:lnTo>
                        <a:pt x="107000" y="44500"/>
                      </a:lnTo>
                      <a:lnTo>
                        <a:pt x="106000" y="45500"/>
                      </a:lnTo>
                      <a:lnTo>
                        <a:pt x="96000" y="47500"/>
                      </a:lnTo>
                      <a:lnTo>
                        <a:pt x="83000" y="53500"/>
                      </a:lnTo>
                      <a:lnTo>
                        <a:pt x="73000" y="60500"/>
                      </a:lnTo>
                      <a:lnTo>
                        <a:pt x="60500" y="73000"/>
                      </a:lnTo>
                      <a:lnTo>
                        <a:pt x="51500" y="87000"/>
                      </a:lnTo>
                      <a:lnTo>
                        <a:pt x="46500" y="100000"/>
                      </a:lnTo>
                      <a:lnTo>
                        <a:pt x="45500" y="108000"/>
                      </a:lnTo>
                      <a:lnTo>
                        <a:pt x="44500" y="109000"/>
                      </a:lnTo>
                      <a:lnTo>
                        <a:pt x="44500" y="115000"/>
                      </a:lnTo>
                      <a:lnTo>
                        <a:pt x="43500" y="116000"/>
                      </a:lnTo>
                      <a:lnTo>
                        <a:pt x="43500" y="129000"/>
                      </a:lnTo>
                      <a:lnTo>
                        <a:pt x="44500" y="130000"/>
                      </a:lnTo>
                      <a:lnTo>
                        <a:pt x="44500" y="136000"/>
                      </a:lnTo>
                      <a:lnTo>
                        <a:pt x="45500" y="137000"/>
                      </a:lnTo>
                      <a:lnTo>
                        <a:pt x="46500" y="145000"/>
                      </a:lnTo>
                      <a:lnTo>
                        <a:pt x="54500" y="163000"/>
                      </a:lnTo>
                      <a:lnTo>
                        <a:pt x="61500" y="173000"/>
                      </a:lnTo>
                      <a:lnTo>
                        <a:pt x="71000" y="182500"/>
                      </a:lnTo>
                      <a:lnTo>
                        <a:pt x="84000" y="191500"/>
                      </a:lnTo>
                      <a:lnTo>
                        <a:pt x="101000" y="198500"/>
                      </a:lnTo>
                      <a:lnTo>
                        <a:pt x="105000" y="198500"/>
                      </a:lnTo>
                      <a:lnTo>
                        <a:pt x="111000" y="200500"/>
                      </a:lnTo>
                      <a:close/>
                      <a:moveTo>
                        <a:pt x="110000" y="172500"/>
                      </a:moveTo>
                      <a:lnTo>
                        <a:pt x="107000" y="172500"/>
                      </a:lnTo>
                      <a:lnTo>
                        <a:pt x="102000" y="170500"/>
                      </a:lnTo>
                      <a:lnTo>
                        <a:pt x="65500" y="129000"/>
                      </a:lnTo>
                      <a:lnTo>
                        <a:pt x="64500" y="127000"/>
                      </a:lnTo>
                      <a:lnTo>
                        <a:pt x="64500" y="121000"/>
                      </a:lnTo>
                      <a:lnTo>
                        <a:pt x="65500" y="119000"/>
                      </a:lnTo>
                      <a:lnTo>
                        <a:pt x="72000" y="113500"/>
                      </a:lnTo>
                      <a:lnTo>
                        <a:pt x="80000" y="113500"/>
                      </a:lnTo>
                      <a:lnTo>
                        <a:pt x="84500" y="117000"/>
                      </a:lnTo>
                      <a:lnTo>
                        <a:pt x="90500" y="125000"/>
                      </a:lnTo>
                      <a:lnTo>
                        <a:pt x="98500" y="133000"/>
                      </a:lnTo>
                      <a:lnTo>
                        <a:pt x="106500" y="143000"/>
                      </a:lnTo>
                      <a:lnTo>
                        <a:pt x="108000" y="143500"/>
                      </a:lnTo>
                      <a:lnTo>
                        <a:pt x="130500" y="114000"/>
                      </a:lnTo>
                      <a:lnTo>
                        <a:pt x="134500" y="110000"/>
                      </a:lnTo>
                      <a:lnTo>
                        <a:pt x="137500" y="105000"/>
                      </a:lnTo>
                      <a:lnTo>
                        <a:pt x="153500" y="86000"/>
                      </a:lnTo>
                      <a:lnTo>
                        <a:pt x="156500" y="81000"/>
                      </a:lnTo>
                      <a:lnTo>
                        <a:pt x="162000" y="77500"/>
                      </a:lnTo>
                      <a:lnTo>
                        <a:pt x="168000" y="77500"/>
                      </a:lnTo>
                      <a:lnTo>
                        <a:pt x="172000" y="79500"/>
                      </a:lnTo>
                      <a:lnTo>
                        <a:pt x="176500" y="86000"/>
                      </a:lnTo>
                      <a:lnTo>
                        <a:pt x="176500" y="90000"/>
                      </a:lnTo>
                      <a:lnTo>
                        <a:pt x="174500" y="95000"/>
                      </a:lnTo>
                      <a:lnTo>
                        <a:pt x="166500" y="104000"/>
                      </a:lnTo>
                      <a:lnTo>
                        <a:pt x="163500" y="109000"/>
                      </a:lnTo>
                      <a:lnTo>
                        <a:pt x="155500" y="118000"/>
                      </a:lnTo>
                      <a:lnTo>
                        <a:pt x="152500" y="123000"/>
                      </a:lnTo>
                      <a:lnTo>
                        <a:pt x="144500" y="132000"/>
                      </a:lnTo>
                      <a:lnTo>
                        <a:pt x="119500" y="165000"/>
                      </a:lnTo>
                      <a:lnTo>
                        <a:pt x="113000" y="171500"/>
                      </a:lnTo>
                      <a:close/>
                    </a:path>
                  </a:pathLst>
                </a:custGeom>
                <a:solidFill>
                  <a:srgbClr val="2D8B58"/>
                </a:solidFill>
                <a:ln>
                  <a:noFill/>
                </a:ln>
              </p:spPr>
            </p:sp>
          </p:grpSp>
          <p:grpSp>
            <p:nvGrpSpPr>
              <p:cNvPr id="1036" name="rejected-cross — editable vector components"/>
              <p:cNvGrpSpPr/>
              <p:nvPr/>
            </p:nvGrpSpPr>
            <p:grpSpPr>
              <a:xfrm>
                <a:off x="5419232" y="11744794"/>
                <a:ext cx="740363" cy="739631"/>
                <a:chOff x="5419232" y="11744794"/>
                <a:chExt cx="740363" cy="739631"/>
              </a:xfrm>
            </p:grpSpPr>
            <p:sp>
              <p:nvSpPr>
                <p:cNvPr id="1034" name="rejected-cross-interior"/>
                <p:cNvSpPr/>
                <p:nvPr/>
              </p:nvSpPr>
              <p:spPr>
                <a:xfrm>
                  <a:off x="5419232" y="11744794"/>
                  <a:ext cx="740363" cy="739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000" h="246000">
                      <a:moveTo>
                        <a:pt x="131000" y="201500"/>
                      </a:moveTo>
                      <a:lnTo>
                        <a:pt x="112000" y="201500"/>
                      </a:lnTo>
                      <a:lnTo>
                        <a:pt x="111000" y="200500"/>
                      </a:lnTo>
                      <a:lnTo>
                        <a:pt x="101000" y="199500"/>
                      </a:lnTo>
                      <a:lnTo>
                        <a:pt x="86000" y="193500"/>
                      </a:lnTo>
                      <a:lnTo>
                        <a:pt x="73000" y="185500"/>
                      </a:lnTo>
                      <a:lnTo>
                        <a:pt x="59500" y="172000"/>
                      </a:lnTo>
                      <a:lnTo>
                        <a:pt x="54500" y="165000"/>
                      </a:lnTo>
                      <a:lnTo>
                        <a:pt x="48500" y="153000"/>
                      </a:lnTo>
                      <a:lnTo>
                        <a:pt x="45500" y="144000"/>
                      </a:lnTo>
                      <a:lnTo>
                        <a:pt x="45500" y="141000"/>
                      </a:lnTo>
                      <a:lnTo>
                        <a:pt x="44500" y="140000"/>
                      </a:lnTo>
                      <a:lnTo>
                        <a:pt x="44500" y="136000"/>
                      </a:lnTo>
                      <a:lnTo>
                        <a:pt x="43500" y="135000"/>
                      </a:lnTo>
                      <a:lnTo>
                        <a:pt x="43500" y="112000"/>
                      </a:lnTo>
                      <a:lnTo>
                        <a:pt x="44500" y="111000"/>
                      </a:lnTo>
                      <a:lnTo>
                        <a:pt x="44500" y="106000"/>
                      </a:lnTo>
                      <a:lnTo>
                        <a:pt x="49500" y="91000"/>
                      </a:lnTo>
                      <a:lnTo>
                        <a:pt x="60500" y="73000"/>
                      </a:lnTo>
                      <a:lnTo>
                        <a:pt x="72000" y="61500"/>
                      </a:lnTo>
                      <a:lnTo>
                        <a:pt x="82000" y="54500"/>
                      </a:lnTo>
                      <a:lnTo>
                        <a:pt x="94000" y="48500"/>
                      </a:lnTo>
                      <a:lnTo>
                        <a:pt x="100000" y="46500"/>
                      </a:lnTo>
                      <a:lnTo>
                        <a:pt x="103000" y="46500"/>
                      </a:lnTo>
                      <a:lnTo>
                        <a:pt x="104000" y="45500"/>
                      </a:lnTo>
                      <a:lnTo>
                        <a:pt x="107000" y="45500"/>
                      </a:lnTo>
                      <a:lnTo>
                        <a:pt x="108000" y="44500"/>
                      </a:lnTo>
                      <a:lnTo>
                        <a:pt x="113000" y="44500"/>
                      </a:lnTo>
                      <a:lnTo>
                        <a:pt x="114000" y="43500"/>
                      </a:lnTo>
                      <a:lnTo>
                        <a:pt x="133000" y="43500"/>
                      </a:lnTo>
                      <a:lnTo>
                        <a:pt x="134000" y="44500"/>
                      </a:lnTo>
                      <a:lnTo>
                        <a:pt x="139000" y="44500"/>
                      </a:lnTo>
                      <a:lnTo>
                        <a:pt x="140000" y="45500"/>
                      </a:lnTo>
                      <a:lnTo>
                        <a:pt x="147000" y="46500"/>
                      </a:lnTo>
                      <a:lnTo>
                        <a:pt x="162000" y="53500"/>
                      </a:lnTo>
                      <a:lnTo>
                        <a:pt x="171000" y="59500"/>
                      </a:lnTo>
                      <a:lnTo>
                        <a:pt x="184500" y="73000"/>
                      </a:lnTo>
                      <a:lnTo>
                        <a:pt x="190500" y="82000"/>
                      </a:lnTo>
                      <a:lnTo>
                        <a:pt x="197500" y="98000"/>
                      </a:lnTo>
                      <a:lnTo>
                        <a:pt x="197500" y="101000"/>
                      </a:lnTo>
                      <a:lnTo>
                        <a:pt x="199500" y="106000"/>
                      </a:lnTo>
                      <a:lnTo>
                        <a:pt x="199500" y="112000"/>
                      </a:lnTo>
                      <a:lnTo>
                        <a:pt x="200500" y="113000"/>
                      </a:lnTo>
                      <a:lnTo>
                        <a:pt x="200500" y="131000"/>
                      </a:lnTo>
                      <a:lnTo>
                        <a:pt x="199500" y="132000"/>
                      </a:lnTo>
                      <a:lnTo>
                        <a:pt x="198500" y="142000"/>
                      </a:lnTo>
                      <a:lnTo>
                        <a:pt x="191500" y="160000"/>
                      </a:lnTo>
                      <a:lnTo>
                        <a:pt x="182500" y="173000"/>
                      </a:lnTo>
                      <a:lnTo>
                        <a:pt x="172000" y="183500"/>
                      </a:lnTo>
                      <a:lnTo>
                        <a:pt x="157000" y="193500"/>
                      </a:lnTo>
                      <a:lnTo>
                        <a:pt x="141000" y="199500"/>
                      </a:lnTo>
                      <a:lnTo>
                        <a:pt x="132000" y="200500"/>
                      </a:lnTo>
                      <a:close/>
                      <a:moveTo>
                        <a:pt x="164500" y="171000"/>
                      </a:moveTo>
                      <a:lnTo>
                        <a:pt x="169500" y="167000"/>
                      </a:lnTo>
                      <a:lnTo>
                        <a:pt x="171500" y="162000"/>
                      </a:lnTo>
                      <a:lnTo>
                        <a:pt x="169500" y="155000"/>
                      </a:lnTo>
                      <a:lnTo>
                        <a:pt x="137500" y="123000"/>
                      </a:lnTo>
                      <a:lnTo>
                        <a:pt x="137500" y="122000"/>
                      </a:lnTo>
                      <a:lnTo>
                        <a:pt x="170500" y="89000"/>
                      </a:lnTo>
                      <a:lnTo>
                        <a:pt x="171500" y="83000"/>
                      </a:lnTo>
                      <a:lnTo>
                        <a:pt x="169500" y="78000"/>
                      </a:lnTo>
                      <a:lnTo>
                        <a:pt x="164000" y="73500"/>
                      </a:lnTo>
                      <a:lnTo>
                        <a:pt x="156000" y="73500"/>
                      </a:lnTo>
                      <a:lnTo>
                        <a:pt x="154000" y="74500"/>
                      </a:lnTo>
                      <a:lnTo>
                        <a:pt x="122000" y="106500"/>
                      </a:lnTo>
                      <a:lnTo>
                        <a:pt x="121000" y="106500"/>
                      </a:lnTo>
                      <a:lnTo>
                        <a:pt x="89000" y="74500"/>
                      </a:lnTo>
                      <a:lnTo>
                        <a:pt x="87000" y="73500"/>
                      </a:lnTo>
                      <a:lnTo>
                        <a:pt x="79000" y="73500"/>
                      </a:lnTo>
                      <a:lnTo>
                        <a:pt x="77000" y="74500"/>
                      </a:lnTo>
                      <a:lnTo>
                        <a:pt x="72500" y="80000"/>
                      </a:lnTo>
                      <a:lnTo>
                        <a:pt x="72500" y="88000"/>
                      </a:lnTo>
                      <a:lnTo>
                        <a:pt x="73500" y="90000"/>
                      </a:lnTo>
                      <a:lnTo>
                        <a:pt x="105500" y="122000"/>
                      </a:lnTo>
                      <a:lnTo>
                        <a:pt x="105500" y="123000"/>
                      </a:lnTo>
                      <a:lnTo>
                        <a:pt x="72500" y="156000"/>
                      </a:lnTo>
                      <a:lnTo>
                        <a:pt x="71500" y="162000"/>
                      </a:lnTo>
                      <a:lnTo>
                        <a:pt x="73500" y="167000"/>
                      </a:lnTo>
                      <a:lnTo>
                        <a:pt x="79000" y="171500"/>
                      </a:lnTo>
                      <a:lnTo>
                        <a:pt x="87000" y="171500"/>
                      </a:lnTo>
                      <a:lnTo>
                        <a:pt x="89000" y="170500"/>
                      </a:lnTo>
                      <a:lnTo>
                        <a:pt x="121000" y="138500"/>
                      </a:lnTo>
                      <a:lnTo>
                        <a:pt x="122000" y="138500"/>
                      </a:lnTo>
                      <a:lnTo>
                        <a:pt x="154000" y="170500"/>
                      </a:lnTo>
                      <a:lnTo>
                        <a:pt x="156000" y="1715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035" name="rejected-cross-strokes"/>
                <p:cNvSpPr/>
                <p:nvPr/>
              </p:nvSpPr>
              <p:spPr>
                <a:xfrm>
                  <a:off x="5419232" y="11744794"/>
                  <a:ext cx="740363" cy="739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000" h="246000">
                      <a:moveTo>
                        <a:pt x="132000" y="220500"/>
                      </a:moveTo>
                      <a:lnTo>
                        <a:pt x="113000" y="220500"/>
                      </a:lnTo>
                      <a:lnTo>
                        <a:pt x="112000" y="219500"/>
                      </a:lnTo>
                      <a:lnTo>
                        <a:pt x="105000" y="219500"/>
                      </a:lnTo>
                      <a:lnTo>
                        <a:pt x="104000" y="218500"/>
                      </a:lnTo>
                      <a:lnTo>
                        <a:pt x="100000" y="218500"/>
                      </a:lnTo>
                      <a:lnTo>
                        <a:pt x="99000" y="217500"/>
                      </a:lnTo>
                      <a:lnTo>
                        <a:pt x="92000" y="216500"/>
                      </a:lnTo>
                      <a:lnTo>
                        <a:pt x="77000" y="210500"/>
                      </a:lnTo>
                      <a:lnTo>
                        <a:pt x="60000" y="199500"/>
                      </a:lnTo>
                      <a:lnTo>
                        <a:pt x="45500" y="185000"/>
                      </a:lnTo>
                      <a:lnTo>
                        <a:pt x="36500" y="172000"/>
                      </a:lnTo>
                      <a:lnTo>
                        <a:pt x="30500" y="160000"/>
                      </a:lnTo>
                      <a:lnTo>
                        <a:pt x="27500" y="151000"/>
                      </a:lnTo>
                      <a:lnTo>
                        <a:pt x="27500" y="148000"/>
                      </a:lnTo>
                      <a:lnTo>
                        <a:pt x="26500" y="147000"/>
                      </a:lnTo>
                      <a:lnTo>
                        <a:pt x="25500" y="138000"/>
                      </a:lnTo>
                      <a:lnTo>
                        <a:pt x="24500" y="137000"/>
                      </a:lnTo>
                      <a:lnTo>
                        <a:pt x="24500" y="110000"/>
                      </a:lnTo>
                      <a:lnTo>
                        <a:pt x="25500" y="109000"/>
                      </a:lnTo>
                      <a:lnTo>
                        <a:pt x="25500" y="104000"/>
                      </a:lnTo>
                      <a:lnTo>
                        <a:pt x="28500" y="95000"/>
                      </a:lnTo>
                      <a:lnTo>
                        <a:pt x="28500" y="92000"/>
                      </a:lnTo>
                      <a:lnTo>
                        <a:pt x="36500" y="74000"/>
                      </a:lnTo>
                      <a:lnTo>
                        <a:pt x="45500" y="61000"/>
                      </a:lnTo>
                      <a:lnTo>
                        <a:pt x="59000" y="47500"/>
                      </a:lnTo>
                      <a:lnTo>
                        <a:pt x="77000" y="35500"/>
                      </a:lnTo>
                      <a:lnTo>
                        <a:pt x="94000" y="28500"/>
                      </a:lnTo>
                      <a:lnTo>
                        <a:pt x="97000" y="28500"/>
                      </a:lnTo>
                      <a:lnTo>
                        <a:pt x="102000" y="26500"/>
                      </a:lnTo>
                      <a:lnTo>
                        <a:pt x="106000" y="26500"/>
                      </a:lnTo>
                      <a:lnTo>
                        <a:pt x="107000" y="25500"/>
                      </a:lnTo>
                      <a:lnTo>
                        <a:pt x="112000" y="25500"/>
                      </a:lnTo>
                      <a:lnTo>
                        <a:pt x="113000" y="24500"/>
                      </a:lnTo>
                      <a:lnTo>
                        <a:pt x="135000" y="24500"/>
                      </a:lnTo>
                      <a:lnTo>
                        <a:pt x="136000" y="25500"/>
                      </a:lnTo>
                      <a:lnTo>
                        <a:pt x="141000" y="25500"/>
                      </a:lnTo>
                      <a:lnTo>
                        <a:pt x="146000" y="27500"/>
                      </a:lnTo>
                      <a:lnTo>
                        <a:pt x="149000" y="27500"/>
                      </a:lnTo>
                      <a:lnTo>
                        <a:pt x="171000" y="36500"/>
                      </a:lnTo>
                      <a:lnTo>
                        <a:pt x="184000" y="45500"/>
                      </a:lnTo>
                      <a:lnTo>
                        <a:pt x="197500" y="59000"/>
                      </a:lnTo>
                      <a:lnTo>
                        <a:pt x="208500" y="75000"/>
                      </a:lnTo>
                      <a:lnTo>
                        <a:pt x="216500" y="95000"/>
                      </a:lnTo>
                      <a:lnTo>
                        <a:pt x="217500" y="103000"/>
                      </a:lnTo>
                      <a:lnTo>
                        <a:pt x="218500" y="104000"/>
                      </a:lnTo>
                      <a:lnTo>
                        <a:pt x="218500" y="110000"/>
                      </a:lnTo>
                      <a:lnTo>
                        <a:pt x="219500" y="111000"/>
                      </a:lnTo>
                      <a:lnTo>
                        <a:pt x="219500" y="134000"/>
                      </a:lnTo>
                      <a:lnTo>
                        <a:pt x="218500" y="135000"/>
                      </a:lnTo>
                      <a:lnTo>
                        <a:pt x="218500" y="140000"/>
                      </a:lnTo>
                      <a:lnTo>
                        <a:pt x="217500" y="141000"/>
                      </a:lnTo>
                      <a:lnTo>
                        <a:pt x="216500" y="149000"/>
                      </a:lnTo>
                      <a:lnTo>
                        <a:pt x="212500" y="158000"/>
                      </a:lnTo>
                      <a:lnTo>
                        <a:pt x="212500" y="160000"/>
                      </a:lnTo>
                      <a:lnTo>
                        <a:pt x="206500" y="172000"/>
                      </a:lnTo>
                      <a:lnTo>
                        <a:pt x="200500" y="181000"/>
                      </a:lnTo>
                      <a:lnTo>
                        <a:pt x="184000" y="198500"/>
                      </a:lnTo>
                      <a:lnTo>
                        <a:pt x="171000" y="207500"/>
                      </a:lnTo>
                      <a:lnTo>
                        <a:pt x="154000" y="215500"/>
                      </a:lnTo>
                      <a:lnTo>
                        <a:pt x="140000" y="218500"/>
                      </a:lnTo>
                      <a:lnTo>
                        <a:pt x="139000" y="219500"/>
                      </a:lnTo>
                      <a:lnTo>
                        <a:pt x="133000" y="219500"/>
                      </a:lnTo>
                      <a:close/>
                      <a:moveTo>
                        <a:pt x="131500" y="201000"/>
                      </a:moveTo>
                      <a:lnTo>
                        <a:pt x="141000" y="199500"/>
                      </a:lnTo>
                      <a:lnTo>
                        <a:pt x="157000" y="193500"/>
                      </a:lnTo>
                      <a:lnTo>
                        <a:pt x="172000" y="183500"/>
                      </a:lnTo>
                      <a:lnTo>
                        <a:pt x="182500" y="173000"/>
                      </a:lnTo>
                      <a:lnTo>
                        <a:pt x="191500" y="160000"/>
                      </a:lnTo>
                      <a:lnTo>
                        <a:pt x="198500" y="142000"/>
                      </a:lnTo>
                      <a:lnTo>
                        <a:pt x="199500" y="132000"/>
                      </a:lnTo>
                      <a:lnTo>
                        <a:pt x="200500" y="131000"/>
                      </a:lnTo>
                      <a:lnTo>
                        <a:pt x="200500" y="113000"/>
                      </a:lnTo>
                      <a:lnTo>
                        <a:pt x="199500" y="112000"/>
                      </a:lnTo>
                      <a:lnTo>
                        <a:pt x="199500" y="106000"/>
                      </a:lnTo>
                      <a:lnTo>
                        <a:pt x="198500" y="105000"/>
                      </a:lnTo>
                      <a:lnTo>
                        <a:pt x="197500" y="98000"/>
                      </a:lnTo>
                      <a:lnTo>
                        <a:pt x="190500" y="82000"/>
                      </a:lnTo>
                      <a:lnTo>
                        <a:pt x="184500" y="73000"/>
                      </a:lnTo>
                      <a:lnTo>
                        <a:pt x="171000" y="59500"/>
                      </a:lnTo>
                      <a:lnTo>
                        <a:pt x="162000" y="53500"/>
                      </a:lnTo>
                      <a:lnTo>
                        <a:pt x="147000" y="46500"/>
                      </a:lnTo>
                      <a:lnTo>
                        <a:pt x="140000" y="45500"/>
                      </a:lnTo>
                      <a:lnTo>
                        <a:pt x="139000" y="44500"/>
                      </a:lnTo>
                      <a:lnTo>
                        <a:pt x="134000" y="44500"/>
                      </a:lnTo>
                      <a:lnTo>
                        <a:pt x="133000" y="43500"/>
                      </a:lnTo>
                      <a:lnTo>
                        <a:pt x="114000" y="43500"/>
                      </a:lnTo>
                      <a:lnTo>
                        <a:pt x="113000" y="44500"/>
                      </a:lnTo>
                      <a:lnTo>
                        <a:pt x="108000" y="44500"/>
                      </a:lnTo>
                      <a:lnTo>
                        <a:pt x="107000" y="45500"/>
                      </a:lnTo>
                      <a:lnTo>
                        <a:pt x="104000" y="45500"/>
                      </a:lnTo>
                      <a:lnTo>
                        <a:pt x="103000" y="46500"/>
                      </a:lnTo>
                      <a:lnTo>
                        <a:pt x="100000" y="46500"/>
                      </a:lnTo>
                      <a:lnTo>
                        <a:pt x="94000" y="48500"/>
                      </a:lnTo>
                      <a:lnTo>
                        <a:pt x="82000" y="54500"/>
                      </a:lnTo>
                      <a:lnTo>
                        <a:pt x="72000" y="61500"/>
                      </a:lnTo>
                      <a:lnTo>
                        <a:pt x="60500" y="73000"/>
                      </a:lnTo>
                      <a:lnTo>
                        <a:pt x="49500" y="91000"/>
                      </a:lnTo>
                      <a:lnTo>
                        <a:pt x="44500" y="106000"/>
                      </a:lnTo>
                      <a:lnTo>
                        <a:pt x="44500" y="111000"/>
                      </a:lnTo>
                      <a:lnTo>
                        <a:pt x="43500" y="112000"/>
                      </a:lnTo>
                      <a:lnTo>
                        <a:pt x="43500" y="135000"/>
                      </a:lnTo>
                      <a:lnTo>
                        <a:pt x="44500" y="136000"/>
                      </a:lnTo>
                      <a:lnTo>
                        <a:pt x="44500" y="140000"/>
                      </a:lnTo>
                      <a:lnTo>
                        <a:pt x="45500" y="141000"/>
                      </a:lnTo>
                      <a:lnTo>
                        <a:pt x="45500" y="144000"/>
                      </a:lnTo>
                      <a:lnTo>
                        <a:pt x="48500" y="153000"/>
                      </a:lnTo>
                      <a:lnTo>
                        <a:pt x="54500" y="165000"/>
                      </a:lnTo>
                      <a:lnTo>
                        <a:pt x="59500" y="172000"/>
                      </a:lnTo>
                      <a:lnTo>
                        <a:pt x="73000" y="185500"/>
                      </a:lnTo>
                      <a:lnTo>
                        <a:pt x="82000" y="191500"/>
                      </a:lnTo>
                      <a:lnTo>
                        <a:pt x="101000" y="199500"/>
                      </a:lnTo>
                      <a:lnTo>
                        <a:pt x="111000" y="200500"/>
                      </a:lnTo>
                      <a:lnTo>
                        <a:pt x="112000" y="201500"/>
                      </a:lnTo>
                      <a:close/>
                      <a:moveTo>
                        <a:pt x="164000" y="171500"/>
                      </a:moveTo>
                      <a:lnTo>
                        <a:pt x="156000" y="171500"/>
                      </a:lnTo>
                      <a:lnTo>
                        <a:pt x="154000" y="170500"/>
                      </a:lnTo>
                      <a:lnTo>
                        <a:pt x="122000" y="138500"/>
                      </a:lnTo>
                      <a:lnTo>
                        <a:pt x="121000" y="138500"/>
                      </a:lnTo>
                      <a:lnTo>
                        <a:pt x="89000" y="170500"/>
                      </a:lnTo>
                      <a:lnTo>
                        <a:pt x="87000" y="171500"/>
                      </a:lnTo>
                      <a:lnTo>
                        <a:pt x="79000" y="171500"/>
                      </a:lnTo>
                      <a:lnTo>
                        <a:pt x="73500" y="167000"/>
                      </a:lnTo>
                      <a:lnTo>
                        <a:pt x="71500" y="162000"/>
                      </a:lnTo>
                      <a:lnTo>
                        <a:pt x="72500" y="156000"/>
                      </a:lnTo>
                      <a:lnTo>
                        <a:pt x="105500" y="123000"/>
                      </a:lnTo>
                      <a:lnTo>
                        <a:pt x="105500" y="122000"/>
                      </a:lnTo>
                      <a:lnTo>
                        <a:pt x="73500" y="90000"/>
                      </a:lnTo>
                      <a:lnTo>
                        <a:pt x="72500" y="88000"/>
                      </a:lnTo>
                      <a:lnTo>
                        <a:pt x="72500" y="80000"/>
                      </a:lnTo>
                      <a:lnTo>
                        <a:pt x="77000" y="74500"/>
                      </a:lnTo>
                      <a:lnTo>
                        <a:pt x="79000" y="73500"/>
                      </a:lnTo>
                      <a:lnTo>
                        <a:pt x="87000" y="73500"/>
                      </a:lnTo>
                      <a:lnTo>
                        <a:pt x="89000" y="74500"/>
                      </a:lnTo>
                      <a:lnTo>
                        <a:pt x="121000" y="106500"/>
                      </a:lnTo>
                      <a:lnTo>
                        <a:pt x="122000" y="106500"/>
                      </a:lnTo>
                      <a:lnTo>
                        <a:pt x="154000" y="74500"/>
                      </a:lnTo>
                      <a:lnTo>
                        <a:pt x="156000" y="73500"/>
                      </a:lnTo>
                      <a:lnTo>
                        <a:pt x="164000" y="73500"/>
                      </a:lnTo>
                      <a:lnTo>
                        <a:pt x="169500" y="78000"/>
                      </a:lnTo>
                      <a:lnTo>
                        <a:pt x="171500" y="83000"/>
                      </a:lnTo>
                      <a:lnTo>
                        <a:pt x="170500" y="89000"/>
                      </a:lnTo>
                      <a:lnTo>
                        <a:pt x="137500" y="122000"/>
                      </a:lnTo>
                      <a:lnTo>
                        <a:pt x="137500" y="123000"/>
                      </a:lnTo>
                      <a:lnTo>
                        <a:pt x="169500" y="155000"/>
                      </a:lnTo>
                      <a:lnTo>
                        <a:pt x="171500" y="162000"/>
                      </a:lnTo>
                      <a:lnTo>
                        <a:pt x="169500" y="167000"/>
                      </a:lnTo>
                      <a:close/>
                    </a:path>
                  </a:pathLst>
                </a:custGeom>
                <a:solidFill>
                  <a:srgbClr val="B63B2D"/>
                </a:solidFill>
                <a:ln>
                  <a:noFill/>
                </a:ln>
              </p:spPr>
            </p:sp>
          </p:grpSp>
        </p:grpSp>
        <p:grpSp>
          <p:nvGrpSpPr>
            <p:cNvPr id="1046" name="5.1 Temporal Data Management"/>
            <p:cNvGrpSpPr/>
            <p:nvPr/>
          </p:nvGrpSpPr>
          <p:grpSpPr>
            <a:xfrm>
              <a:off x="6325195" y="2961680"/>
              <a:ext cx="20850820" cy="2291953"/>
              <a:chOff x="6325195" y="2961680"/>
              <a:chExt cx="20850820" cy="2291953"/>
            </a:xfrm>
          </p:grpSpPr>
          <p:sp>
            <p:nvSpPr>
              <p:cNvPr id="5" name="data-card"/>
              <p:cNvSpPr/>
              <p:nvPr/>
            </p:nvSpPr>
            <p:spPr>
              <a:xfrm>
                <a:off x="6325195" y="2961680"/>
                <a:ext cx="12873633" cy="2291953"/>
              </a:xfrm>
              <a:prstGeom prst="roundRect">
                <a:avLst>
                  <a:gd name="adj" fmla="val 12338"/>
                </a:avLst>
              </a:prstGeom>
              <a:solidFill>
                <a:srgbClr val="FFFFFF"/>
              </a:solidFill>
              <a:ln w="59531">
                <a:solidFill>
                  <a:srgbClr val="306C5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3" name="data-ask"/>
              <p:cNvSpPr/>
              <p:nvPr/>
            </p:nvSpPr>
            <p:spPr>
              <a:xfrm flipH="1">
                <a:off x="19273242" y="3571875"/>
                <a:ext cx="7902773" cy="0"/>
              </a:xfrm>
              <a:prstGeom prst="line">
                <a:avLst/>
              </a:prstGeom>
              <a:noFill/>
              <a:ln w="47625">
                <a:solidFill>
                  <a:srgbClr val="20567E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14" name="data-answer-line"/>
              <p:cNvSpPr/>
              <p:nvPr/>
            </p:nvSpPr>
            <p:spPr>
              <a:xfrm>
                <a:off x="19213711" y="4449961"/>
                <a:ext cx="7947422" cy="0"/>
              </a:xfrm>
              <a:prstGeom prst="line">
                <a:avLst/>
              </a:prstGeom>
              <a:noFill/>
              <a:ln w="62507">
                <a:solidFill>
                  <a:srgbClr val="5F917D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21" name="data-axis"/>
              <p:cNvSpPr/>
              <p:nvPr/>
            </p:nvSpPr>
            <p:spPr>
              <a:xfrm>
                <a:off x="16147852" y="4583906"/>
                <a:ext cx="2664023" cy="0"/>
              </a:xfrm>
              <a:prstGeom prst="line">
                <a:avLst/>
              </a:prstGeom>
              <a:noFill/>
              <a:ln w="38695">
                <a:solidFill>
                  <a:srgbClr val="5E626C"/>
                </a:solidFill>
                <a:prstDash val="solid"/>
              </a:ln>
            </p:spPr>
            <p:txBody>
              <a:bodyPr/>
              <a:lstStyle/>
              <a:p/>
            </p:txBody>
          </p:sp>
          <p:sp>
            <p:nvSpPr>
              <p:cNvPr id="22" name="data-tick-0"/>
              <p:cNvSpPr/>
              <p:nvPr/>
            </p:nvSpPr>
            <p:spPr>
              <a:xfrm>
                <a:off x="16341328" y="4583906"/>
                <a:ext cx="0" cy="133945"/>
              </a:xfrm>
              <a:prstGeom prst="line">
                <a:avLst/>
              </a:prstGeom>
              <a:noFill/>
              <a:ln w="34230">
                <a:solidFill>
                  <a:srgbClr val="5E626C"/>
                </a:solidFill>
                <a:prstDash val="solid"/>
              </a:ln>
            </p:spPr>
            <p:txBody>
              <a:bodyPr/>
              <a:lstStyle/>
              <a:p/>
            </p:txBody>
          </p:sp>
          <p:sp>
            <p:nvSpPr>
              <p:cNvPr id="23" name="data-tick-1"/>
              <p:cNvSpPr/>
              <p:nvPr/>
            </p:nvSpPr>
            <p:spPr>
              <a:xfrm>
                <a:off x="16720840" y="4583906"/>
                <a:ext cx="0" cy="133945"/>
              </a:xfrm>
              <a:prstGeom prst="line">
                <a:avLst/>
              </a:prstGeom>
              <a:noFill/>
              <a:ln w="34230">
                <a:solidFill>
                  <a:srgbClr val="5E626C"/>
                </a:solidFill>
                <a:prstDash val="solid"/>
              </a:ln>
            </p:spPr>
            <p:txBody>
              <a:bodyPr/>
              <a:lstStyle/>
              <a:p/>
            </p:txBody>
          </p:sp>
          <p:sp>
            <p:nvSpPr>
              <p:cNvPr id="24" name="data-tick-2"/>
              <p:cNvSpPr/>
              <p:nvPr/>
            </p:nvSpPr>
            <p:spPr>
              <a:xfrm>
                <a:off x="17100352" y="4583906"/>
                <a:ext cx="0" cy="133945"/>
              </a:xfrm>
              <a:prstGeom prst="line">
                <a:avLst/>
              </a:prstGeom>
              <a:noFill/>
              <a:ln w="34230">
                <a:solidFill>
                  <a:srgbClr val="5E626C"/>
                </a:solidFill>
                <a:prstDash val="solid"/>
              </a:ln>
            </p:spPr>
            <p:txBody>
              <a:bodyPr/>
              <a:lstStyle/>
              <a:p/>
            </p:txBody>
          </p:sp>
          <p:sp>
            <p:nvSpPr>
              <p:cNvPr id="25" name="data-tick-3"/>
              <p:cNvSpPr/>
              <p:nvPr/>
            </p:nvSpPr>
            <p:spPr>
              <a:xfrm>
                <a:off x="17479863" y="4583906"/>
                <a:ext cx="0" cy="133945"/>
              </a:xfrm>
              <a:prstGeom prst="line">
                <a:avLst/>
              </a:prstGeom>
              <a:noFill/>
              <a:ln w="34230">
                <a:solidFill>
                  <a:srgbClr val="5E626C"/>
                </a:solidFill>
                <a:prstDash val="solid"/>
              </a:ln>
            </p:spPr>
            <p:txBody>
              <a:bodyPr/>
              <a:lstStyle/>
              <a:p/>
            </p:txBody>
          </p:sp>
          <p:sp>
            <p:nvSpPr>
              <p:cNvPr id="26" name="data-tick-4"/>
              <p:cNvSpPr/>
              <p:nvPr/>
            </p:nvSpPr>
            <p:spPr>
              <a:xfrm>
                <a:off x="17859375" y="4583906"/>
                <a:ext cx="0" cy="133945"/>
              </a:xfrm>
              <a:prstGeom prst="line">
                <a:avLst/>
              </a:prstGeom>
              <a:noFill/>
              <a:ln w="34230">
                <a:solidFill>
                  <a:srgbClr val="5E626C"/>
                </a:solidFill>
                <a:prstDash val="solid"/>
              </a:ln>
            </p:spPr>
            <p:txBody>
              <a:bodyPr/>
              <a:lstStyle/>
              <a:p/>
            </p:txBody>
          </p:sp>
          <p:sp>
            <p:nvSpPr>
              <p:cNvPr id="27" name="data-tick-5"/>
              <p:cNvSpPr/>
              <p:nvPr/>
            </p:nvSpPr>
            <p:spPr>
              <a:xfrm>
                <a:off x="18238887" y="4583906"/>
                <a:ext cx="0" cy="133945"/>
              </a:xfrm>
              <a:prstGeom prst="line">
                <a:avLst/>
              </a:prstGeom>
              <a:noFill/>
              <a:ln w="34230">
                <a:solidFill>
                  <a:srgbClr val="5E626C"/>
                </a:solidFill>
                <a:prstDash val="solid"/>
              </a:ln>
            </p:spPr>
            <p:txBody>
              <a:bodyPr/>
              <a:lstStyle/>
              <a:p/>
            </p:txBody>
          </p:sp>
          <p:sp>
            <p:nvSpPr>
              <p:cNvPr id="28" name="data-tick-6"/>
              <p:cNvSpPr/>
              <p:nvPr/>
            </p:nvSpPr>
            <p:spPr>
              <a:xfrm>
                <a:off x="18618398" y="4583906"/>
                <a:ext cx="0" cy="133945"/>
              </a:xfrm>
              <a:prstGeom prst="line">
                <a:avLst/>
              </a:prstGeom>
              <a:noFill/>
              <a:ln w="34230">
                <a:solidFill>
                  <a:srgbClr val="5E626C"/>
                </a:solidFill>
                <a:prstDash val="solid"/>
              </a:ln>
            </p:spPr>
            <p:txBody>
              <a:bodyPr/>
              <a:lstStyle/>
              <a:p/>
            </p:txBody>
          </p:sp>
          <p:sp>
            <p:nvSpPr>
              <p:cNvPr id="32" name="data-curve-left"/>
              <p:cNvSpPr/>
              <p:nvPr/>
            </p:nvSpPr>
            <p:spPr>
              <a:xfrm>
                <a:off x="16147852" y="3735586"/>
                <a:ext cx="1235273" cy="37207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4424" y="12960"/>
                    </a:lnTo>
                    <a:lnTo>
                      <a:pt x="8588" y="17280"/>
                    </a:lnTo>
                    <a:lnTo>
                      <a:pt x="13012" y="5184"/>
                    </a:lnTo>
                    <a:lnTo>
                      <a:pt x="17176" y="11232"/>
                    </a:lnTo>
                    <a:lnTo>
                      <a:pt x="21600" y="0"/>
                    </a:lnTo>
                  </a:path>
                </a:pathLst>
              </a:custGeom>
              <a:noFill/>
              <a:ln w="59531">
                <a:solidFill>
                  <a:srgbClr val="306C5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3" name="data-curve-right"/>
              <p:cNvSpPr/>
              <p:nvPr/>
            </p:nvSpPr>
            <p:spPr>
              <a:xfrm>
                <a:off x="17829609" y="3765352"/>
                <a:ext cx="997148" cy="25300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5481" y="8894"/>
                    </a:lnTo>
                    <a:lnTo>
                      <a:pt x="10961" y="16518"/>
                    </a:lnTo>
                    <a:lnTo>
                      <a:pt x="16442" y="0"/>
                    </a:lnTo>
                    <a:lnTo>
                      <a:pt x="21600" y="12706"/>
                    </a:lnTo>
                  </a:path>
                </a:pathLst>
              </a:custGeom>
              <a:noFill/>
              <a:ln w="59531">
                <a:solidFill>
                  <a:srgbClr val="306C5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1" name="data-answer-capsule"/>
              <p:cNvSpPr/>
              <p:nvPr/>
            </p:nvSpPr>
            <p:spPr>
              <a:xfrm>
                <a:off x="20032266" y="3988594"/>
                <a:ext cx="6250781" cy="922734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44648">
                <a:solidFill>
                  <a:srgbClr val="7E9BB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7" name="data-title"/>
              <p:cNvSpPr txBox="1"/>
              <p:nvPr/>
            </p:nvSpPr>
            <p:spPr>
              <a:xfrm>
                <a:off x="6756797" y="3363516"/>
                <a:ext cx="9301758" cy="7441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4218" b="1">
                    <a:solidFill>
                      <a:srgbClr val="5F917D"/>
                    </a:solidFill>
                    <a:latin typeface="Arial"/>
                    <a:ea typeface="Arial"/>
                    <a:cs typeface="Arial"/>
                  </a:rPr>
                  <a:t>5.1 </a:t>
                </a:r>
                <a:r>
                  <a:rPr lang="zh-CN" sz="4218" b="1">
                    <a:solidFill>
                      <a:srgbClr val="306C55"/>
                    </a:solidFill>
                    <a:latin typeface="Arial"/>
                    <a:ea typeface="Arial"/>
                    <a:cs typeface="Arial"/>
                  </a:rPr>
                  <a:t>Temporal Data Management</a:t>
                </a:r>
                <a:endParaRPr lang="zh-CN" sz="4218"/>
              </a:p>
            </p:txBody>
          </p:sp>
          <p:sp>
            <p:nvSpPr>
              <p:cNvPr id="68" name="data-subtitle"/>
              <p:cNvSpPr txBox="1"/>
              <p:nvPr/>
            </p:nvSpPr>
            <p:spPr>
              <a:xfrm>
                <a:off x="6756797" y="4137422"/>
                <a:ext cx="9197578" cy="7441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3984">
                    <a:solidFill>
                      <a:srgbClr val="5E626C"/>
                    </a:solidFill>
                    <a:latin typeface="Arial"/>
                    <a:ea typeface="Arial"/>
                    <a:cs typeface="Arial"/>
                  </a:rPr>
                  <a:t>full series · timestamps · units</a:t>
                </a:r>
                <a:endParaRPr lang="zh-CN" sz="3984"/>
              </a:p>
            </p:txBody>
          </p:sp>
          <p:sp>
            <p:nvSpPr>
              <p:cNvPr id="69" name="data-answer"/>
              <p:cNvSpPr txBox="1"/>
              <p:nvPr/>
            </p:nvSpPr>
            <p:spPr>
              <a:xfrm>
                <a:off x="20240625" y="4048125"/>
                <a:ext cx="5848945" cy="788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984" i="1">
                    <a:solidFill>
                      <a:srgbClr val="344257"/>
                    </a:solidFill>
                    <a:latin typeface="Arial"/>
                    <a:ea typeface="Arial"/>
                    <a:cs typeface="Arial"/>
                  </a:rPr>
                  <a:t>daily · 3 missing days</a:t>
                </a:r>
                <a:endParaRPr lang="zh-CN" sz="3984"/>
              </a:p>
            </p:txBody>
          </p:sp>
        </p:grpSp>
        <p:grpSp>
          <p:nvGrpSpPr>
            <p:cNvPr id="1047" name="5.2 Temporal Processing"/>
            <p:cNvGrpSpPr/>
            <p:nvPr/>
          </p:nvGrpSpPr>
          <p:grpSpPr>
            <a:xfrm>
              <a:off x="6325195" y="5640586"/>
              <a:ext cx="20850820" cy="2291953"/>
              <a:chOff x="6325195" y="5640586"/>
              <a:chExt cx="20850820" cy="2291953"/>
            </a:xfrm>
          </p:grpSpPr>
          <p:sp>
            <p:nvSpPr>
              <p:cNvPr id="6" name="processing-card"/>
              <p:cNvSpPr/>
              <p:nvPr/>
            </p:nvSpPr>
            <p:spPr>
              <a:xfrm>
                <a:off x="6325195" y="5640586"/>
                <a:ext cx="12873633" cy="2291953"/>
              </a:xfrm>
              <a:prstGeom prst="roundRect">
                <a:avLst>
                  <a:gd name="adj" fmla="val 12338"/>
                </a:avLst>
              </a:prstGeom>
              <a:solidFill>
                <a:srgbClr val="FFFFFF"/>
              </a:solidFill>
              <a:ln w="59531">
                <a:solidFill>
                  <a:srgbClr val="306C5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5" name="processing-ask"/>
              <p:cNvSpPr/>
              <p:nvPr/>
            </p:nvSpPr>
            <p:spPr>
              <a:xfrm flipH="1">
                <a:off x="19273242" y="6250781"/>
                <a:ext cx="7902773" cy="0"/>
              </a:xfrm>
              <a:prstGeom prst="line">
                <a:avLst/>
              </a:prstGeom>
              <a:noFill/>
              <a:ln w="47625">
                <a:solidFill>
                  <a:srgbClr val="20567E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16" name="processing-answer-line"/>
              <p:cNvSpPr/>
              <p:nvPr/>
            </p:nvSpPr>
            <p:spPr>
              <a:xfrm>
                <a:off x="19213711" y="7128867"/>
                <a:ext cx="7947422" cy="0"/>
              </a:xfrm>
              <a:prstGeom prst="line">
                <a:avLst/>
              </a:prstGeom>
              <a:noFill/>
              <a:ln w="62507">
                <a:solidFill>
                  <a:srgbClr val="5F917D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31" name="processing-window"/>
              <p:cNvSpPr/>
              <p:nvPr/>
            </p:nvSpPr>
            <p:spPr>
              <a:xfrm>
                <a:off x="17293828" y="6131719"/>
                <a:ext cx="997148" cy="1235273"/>
              </a:xfrm>
              <a:prstGeom prst="roundRect">
                <a:avLst>
                  <a:gd name="adj" fmla="val 14925"/>
                </a:avLst>
              </a:prstGeom>
              <a:solidFill>
                <a:srgbClr val="E1F0E7"/>
              </a:solidFill>
              <a:ln w="44648">
                <a:solidFill>
                  <a:srgbClr val="306C55"/>
                </a:solidFill>
                <a:prstDash val="dash"/>
              </a:ln>
            </p:spPr>
            <p:txBody>
              <a:bodyPr/>
              <a:lstStyle/>
              <a:p/>
            </p:txBody>
          </p:sp>
          <p:sp>
            <p:nvSpPr>
              <p:cNvPr id="34" name="processing-series"/>
              <p:cNvSpPr/>
              <p:nvPr/>
            </p:nvSpPr>
            <p:spPr>
              <a:xfrm>
                <a:off x="16147852" y="6503789"/>
                <a:ext cx="2678906" cy="34230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040" y="12209"/>
                    </a:lnTo>
                    <a:lnTo>
                      <a:pt x="3960" y="17843"/>
                    </a:lnTo>
                    <a:lnTo>
                      <a:pt x="6000" y="4696"/>
                    </a:lnTo>
                    <a:lnTo>
                      <a:pt x="7920" y="10330"/>
                    </a:lnTo>
                    <a:lnTo>
                      <a:pt x="9960" y="0"/>
                    </a:lnTo>
                    <a:lnTo>
                      <a:pt x="11880" y="7513"/>
                    </a:lnTo>
                    <a:lnTo>
                      <a:pt x="13800" y="15965"/>
                    </a:lnTo>
                    <a:lnTo>
                      <a:pt x="15720" y="7513"/>
                    </a:lnTo>
                    <a:lnTo>
                      <a:pt x="17640" y="13148"/>
                    </a:lnTo>
                    <a:lnTo>
                      <a:pt x="19680" y="1878"/>
                    </a:lnTo>
                    <a:lnTo>
                      <a:pt x="21600" y="9391"/>
                    </a:lnTo>
                  </a:path>
                </a:pathLst>
              </a:custGeom>
              <a:noFill/>
              <a:ln w="59531">
                <a:solidFill>
                  <a:srgbClr val="306C5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2" name="processing-answer-capsule"/>
              <p:cNvSpPr/>
              <p:nvPr/>
            </p:nvSpPr>
            <p:spPr>
              <a:xfrm>
                <a:off x="20032266" y="6667500"/>
                <a:ext cx="6250781" cy="922734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44648">
                <a:solidFill>
                  <a:srgbClr val="7E9BB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0" name="processing-title"/>
              <p:cNvSpPr txBox="1"/>
              <p:nvPr/>
            </p:nvSpPr>
            <p:spPr>
              <a:xfrm>
                <a:off x="6756797" y="6042422"/>
                <a:ext cx="9301758" cy="7441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4218" b="1">
                    <a:solidFill>
                      <a:srgbClr val="5F917D"/>
                    </a:solidFill>
                    <a:latin typeface="Arial"/>
                    <a:ea typeface="Arial"/>
                    <a:cs typeface="Arial"/>
                  </a:rPr>
                  <a:t>5.2 </a:t>
                </a:r>
                <a:r>
                  <a:rPr lang="zh-CN" sz="4218" b="1">
                    <a:solidFill>
                      <a:srgbClr val="306C55"/>
                    </a:solidFill>
                    <a:latin typeface="Arial"/>
                    <a:ea typeface="Arial"/>
                    <a:cs typeface="Arial"/>
                  </a:rPr>
                  <a:t>Temporal Processing</a:t>
                </a:r>
                <a:endParaRPr lang="zh-CN" sz="4218"/>
              </a:p>
            </p:txBody>
          </p:sp>
          <p:sp>
            <p:nvSpPr>
              <p:cNvPr id="71" name="processing-subtitle"/>
              <p:cNvSpPr txBox="1"/>
              <p:nvPr/>
            </p:nvSpPr>
            <p:spPr>
              <a:xfrm>
                <a:off x="6756797" y="6816328"/>
                <a:ext cx="9197578" cy="7441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3984">
                    <a:solidFill>
                      <a:srgbClr val="5E626C"/>
                    </a:solidFill>
                    <a:latin typeface="Arial"/>
                    <a:ea typeface="Arial"/>
                    <a:cs typeface="Arial"/>
                  </a:rPr>
                  <a:t>windows · transforms · models</a:t>
                </a:r>
                <a:endParaRPr lang="zh-CN" sz="3984"/>
              </a:p>
            </p:txBody>
          </p:sp>
          <p:sp>
            <p:nvSpPr>
              <p:cNvPr id="72" name="processing-answer"/>
              <p:cNvSpPr txBox="1"/>
              <p:nvPr/>
            </p:nvSpPr>
            <p:spPr>
              <a:xfrm>
                <a:off x="20240625" y="6727031"/>
                <a:ext cx="5848945" cy="788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984" i="1">
                    <a:solidFill>
                      <a:srgbClr val="344257"/>
                    </a:solidFill>
                    <a:latin typeface="Arial"/>
                    <a:ea typeface="Arial"/>
                    <a:cs typeface="Arial"/>
                  </a:rPr>
                  <a:t>outlier · 7-day window</a:t>
                </a:r>
                <a:endParaRPr lang="zh-CN" sz="3984"/>
              </a:p>
            </p:txBody>
          </p:sp>
        </p:grpSp>
        <p:grpSp>
          <p:nvGrpSpPr>
            <p:cNvPr id="1048" name="5.3 Temporal Context &amp; Memory"/>
            <p:cNvGrpSpPr/>
            <p:nvPr/>
          </p:nvGrpSpPr>
          <p:grpSpPr>
            <a:xfrm>
              <a:off x="6325195" y="8304609"/>
              <a:ext cx="20850820" cy="2291953"/>
              <a:chOff x="6325195" y="8304609"/>
              <a:chExt cx="20850820" cy="2291953"/>
            </a:xfrm>
          </p:grpSpPr>
          <p:sp>
            <p:nvSpPr>
              <p:cNvPr id="7" name="context-card"/>
              <p:cNvSpPr/>
              <p:nvPr/>
            </p:nvSpPr>
            <p:spPr>
              <a:xfrm>
                <a:off x="6325195" y="8304609"/>
                <a:ext cx="12873633" cy="2291953"/>
              </a:xfrm>
              <a:prstGeom prst="roundRect">
                <a:avLst>
                  <a:gd name="adj" fmla="val 12338"/>
                </a:avLst>
              </a:prstGeom>
              <a:solidFill>
                <a:srgbClr val="FFFFFF"/>
              </a:solidFill>
              <a:ln w="59531">
                <a:solidFill>
                  <a:srgbClr val="306C5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7" name="context-ask"/>
              <p:cNvSpPr/>
              <p:nvPr/>
            </p:nvSpPr>
            <p:spPr>
              <a:xfrm flipH="1">
                <a:off x="19273242" y="8914805"/>
                <a:ext cx="7902773" cy="0"/>
              </a:xfrm>
              <a:prstGeom prst="line">
                <a:avLst/>
              </a:prstGeom>
              <a:noFill/>
              <a:ln w="47625">
                <a:solidFill>
                  <a:srgbClr val="20567E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18" name="context-answer-line"/>
              <p:cNvSpPr/>
              <p:nvPr/>
            </p:nvSpPr>
            <p:spPr>
              <a:xfrm>
                <a:off x="19213711" y="9792891"/>
                <a:ext cx="7947422" cy="0"/>
              </a:xfrm>
              <a:prstGeom prst="line">
                <a:avLst/>
              </a:prstGeom>
              <a:noFill/>
              <a:ln w="62507">
                <a:solidFill>
                  <a:srgbClr val="5F917D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43" name="context-answer-capsule"/>
              <p:cNvSpPr/>
              <p:nvPr/>
            </p:nvSpPr>
            <p:spPr>
              <a:xfrm>
                <a:off x="20032266" y="9331523"/>
                <a:ext cx="6250781" cy="922734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44648">
                <a:solidFill>
                  <a:srgbClr val="7E9BB1"/>
                </a:solidFill>
              </a:ln>
            </p:spPr>
            <p:txBody>
              <a:bodyPr/>
              <a:lstStyle/>
              <a:p/>
            </p:txBody>
          </p:sp>
          <p:grpSp>
            <p:nvGrpSpPr>
              <p:cNvPr id="1042" name="context timeline and marker"/>
              <p:cNvGrpSpPr/>
              <p:nvPr/>
            </p:nvGrpSpPr>
            <p:grpSpPr>
              <a:xfrm>
                <a:off x="16147852" y="8469511"/>
                <a:ext cx="2678906" cy="1219200"/>
                <a:chOff x="16147852" y="8469511"/>
                <a:chExt cx="2678906" cy="1219200"/>
              </a:xfrm>
            </p:grpSpPr>
            <p:sp>
              <p:nvSpPr>
                <p:cNvPr id="1040" name="context-series-native-curve"/>
                <p:cNvSpPr/>
                <p:nvPr/>
              </p:nvSpPr>
              <p:spPr>
                <a:xfrm>
                  <a:off x="16147852" y="9361289"/>
                  <a:ext cx="2678906" cy="3274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000" h="22000" fill="none">
                      <a:moveTo>
                        <a:pt x="0" y="22000"/>
                      </a:moveTo>
                      <a:lnTo>
                        <a:pt x="17000" y="13000"/>
                      </a:lnTo>
                      <a:lnTo>
                        <a:pt x="33000" y="19000"/>
                      </a:lnTo>
                      <a:lnTo>
                        <a:pt x="50000" y="5000"/>
                      </a:lnTo>
                      <a:lnTo>
                        <a:pt x="66000" y="11000"/>
                      </a:lnTo>
                      <a:lnTo>
                        <a:pt x="83000" y="0"/>
                      </a:lnTo>
                      <a:lnTo>
                        <a:pt x="99000" y="8000"/>
                      </a:lnTo>
                      <a:lnTo>
                        <a:pt x="115000" y="17000"/>
                      </a:lnTo>
                      <a:lnTo>
                        <a:pt x="131000" y="8000"/>
                      </a:lnTo>
                      <a:lnTo>
                        <a:pt x="147000" y="14000"/>
                      </a:lnTo>
                      <a:lnTo>
                        <a:pt x="164000" y="2000"/>
                      </a:lnTo>
                      <a:lnTo>
                        <a:pt x="180000" y="10000"/>
                      </a:lnTo>
                    </a:path>
                  </a:pathLst>
                </a:custGeom>
                <a:noFill/>
                <a:ln w="59531">
                  <a:solidFill>
                    <a:srgbClr val="306C55"/>
                  </a:solidFill>
                </a:ln>
              </p:spPr>
            </p:sp>
            <p:sp>
              <p:nvSpPr>
                <p:cNvPr id="1041" name="context-event-marker-stem"/>
                <p:cNvSpPr/>
                <p:nvPr/>
              </p:nvSpPr>
              <p:spPr>
                <a:xfrm>
                  <a:off x="17606367" y="9152930"/>
                  <a:ext cx="14883" cy="163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" h="11000" fill="none">
                      <a:moveTo>
                        <a:pt x="0" y="0"/>
                      </a:moveTo>
                      <a:lnTo>
                        <a:pt x="0" y="11000"/>
                      </a:lnTo>
                    </a:path>
                  </a:pathLst>
                </a:custGeom>
                <a:noFill/>
                <a:ln w="44648">
                  <a:solidFill>
                    <a:srgbClr val="306C55"/>
                  </a:solidFill>
                </a:ln>
              </p:spPr>
            </p:sp>
            <p:grpSp>
              <p:nvGrpSpPr>
                <p:cNvPr id="1039" name="context-document — editable vector components"/>
                <p:cNvGrpSpPr/>
                <p:nvPr/>
              </p:nvGrpSpPr>
              <p:grpSpPr>
                <a:xfrm>
                  <a:off x="17263279" y="8469511"/>
                  <a:ext cx="686176" cy="756642"/>
                  <a:chOff x="17263279" y="8469511"/>
                  <a:chExt cx="686176" cy="756642"/>
                </a:xfrm>
              </p:grpSpPr>
              <p:sp>
                <p:nvSpPr>
                  <p:cNvPr id="1037" name="context-document-interior"/>
                  <p:cNvSpPr/>
                  <p:nvPr/>
                </p:nvSpPr>
                <p:spPr>
                  <a:xfrm>
                    <a:off x="17263279" y="8469511"/>
                    <a:ext cx="686176" cy="7566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9000" h="248000">
                        <a:moveTo>
                          <a:pt x="176000" y="205500"/>
                        </a:moveTo>
                        <a:lnTo>
                          <a:pt x="41500" y="205000"/>
                        </a:lnTo>
                        <a:lnTo>
                          <a:pt x="42000" y="41500"/>
                        </a:lnTo>
                        <a:lnTo>
                          <a:pt x="132000" y="41500"/>
                        </a:lnTo>
                        <a:lnTo>
                          <a:pt x="176500" y="85000"/>
                        </a:lnTo>
                        <a:close/>
                        <a:moveTo>
                          <a:pt x="145500" y="109000"/>
                        </a:moveTo>
                        <a:lnTo>
                          <a:pt x="147500" y="107000"/>
                        </a:lnTo>
                        <a:lnTo>
                          <a:pt x="147500" y="100000"/>
                        </a:lnTo>
                        <a:lnTo>
                          <a:pt x="144000" y="97500"/>
                        </a:lnTo>
                        <a:lnTo>
                          <a:pt x="74000" y="97500"/>
                        </a:lnTo>
                        <a:lnTo>
                          <a:pt x="70500" y="100000"/>
                        </a:lnTo>
                        <a:lnTo>
                          <a:pt x="69500" y="102000"/>
                        </a:lnTo>
                        <a:lnTo>
                          <a:pt x="69500" y="105000"/>
                        </a:lnTo>
                        <a:lnTo>
                          <a:pt x="73000" y="109500"/>
                        </a:lnTo>
                        <a:close/>
                        <a:moveTo>
                          <a:pt x="145500" y="141000"/>
                        </a:moveTo>
                        <a:lnTo>
                          <a:pt x="147500" y="139000"/>
                        </a:lnTo>
                        <a:lnTo>
                          <a:pt x="147500" y="132000"/>
                        </a:lnTo>
                        <a:lnTo>
                          <a:pt x="144000" y="129500"/>
                        </a:lnTo>
                        <a:lnTo>
                          <a:pt x="73000" y="129500"/>
                        </a:lnTo>
                        <a:lnTo>
                          <a:pt x="69500" y="133000"/>
                        </a:lnTo>
                        <a:lnTo>
                          <a:pt x="69500" y="138000"/>
                        </a:lnTo>
                        <a:lnTo>
                          <a:pt x="73000" y="141500"/>
                        </a:lnTo>
                        <a:close/>
                        <a:moveTo>
                          <a:pt x="145500" y="173000"/>
                        </a:moveTo>
                        <a:lnTo>
                          <a:pt x="147500" y="171000"/>
                        </a:lnTo>
                        <a:lnTo>
                          <a:pt x="147500" y="164000"/>
                        </a:lnTo>
                        <a:lnTo>
                          <a:pt x="144000" y="161500"/>
                        </a:lnTo>
                        <a:lnTo>
                          <a:pt x="73000" y="161500"/>
                        </a:lnTo>
                        <a:lnTo>
                          <a:pt x="69500" y="166000"/>
                        </a:lnTo>
                        <a:lnTo>
                          <a:pt x="69500" y="170000"/>
                        </a:lnTo>
                        <a:lnTo>
                          <a:pt x="73000" y="17350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1038" name="context-document-strokes"/>
                  <p:cNvSpPr/>
                  <p:nvPr/>
                </p:nvSpPr>
                <p:spPr>
                  <a:xfrm>
                    <a:off x="17263279" y="8469511"/>
                    <a:ext cx="686176" cy="7566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9000" h="248000">
                        <a:moveTo>
                          <a:pt x="186000" y="222500"/>
                        </a:moveTo>
                        <a:lnTo>
                          <a:pt x="31000" y="222500"/>
                        </a:lnTo>
                        <a:lnTo>
                          <a:pt x="25500" y="218000"/>
                        </a:lnTo>
                        <a:lnTo>
                          <a:pt x="24500" y="216000"/>
                        </a:lnTo>
                        <a:lnTo>
                          <a:pt x="24500" y="31000"/>
                        </a:lnTo>
                        <a:lnTo>
                          <a:pt x="29000" y="24500"/>
                        </a:lnTo>
                        <a:lnTo>
                          <a:pt x="139000" y="24500"/>
                        </a:lnTo>
                        <a:lnTo>
                          <a:pt x="165000" y="49500"/>
                        </a:lnTo>
                        <a:lnTo>
                          <a:pt x="166000" y="49500"/>
                        </a:lnTo>
                        <a:lnTo>
                          <a:pt x="192500" y="77000"/>
                        </a:lnTo>
                        <a:lnTo>
                          <a:pt x="193500" y="79000"/>
                        </a:lnTo>
                        <a:lnTo>
                          <a:pt x="193500" y="216000"/>
                        </a:lnTo>
                        <a:lnTo>
                          <a:pt x="189000" y="221500"/>
                        </a:lnTo>
                        <a:close/>
                        <a:moveTo>
                          <a:pt x="176500" y="205000"/>
                        </a:moveTo>
                        <a:lnTo>
                          <a:pt x="176500" y="85000"/>
                        </a:lnTo>
                        <a:lnTo>
                          <a:pt x="140000" y="48500"/>
                        </a:lnTo>
                        <a:lnTo>
                          <a:pt x="139000" y="48500"/>
                        </a:lnTo>
                        <a:lnTo>
                          <a:pt x="133000" y="41500"/>
                        </a:lnTo>
                        <a:lnTo>
                          <a:pt x="42000" y="41500"/>
                        </a:lnTo>
                        <a:lnTo>
                          <a:pt x="41500" y="205000"/>
                        </a:lnTo>
                        <a:close/>
                        <a:moveTo>
                          <a:pt x="145000" y="109500"/>
                        </a:moveTo>
                        <a:lnTo>
                          <a:pt x="73000" y="109500"/>
                        </a:lnTo>
                        <a:lnTo>
                          <a:pt x="69500" y="105000"/>
                        </a:lnTo>
                        <a:lnTo>
                          <a:pt x="69500" y="102000"/>
                        </a:lnTo>
                        <a:lnTo>
                          <a:pt x="71000" y="99500"/>
                        </a:lnTo>
                        <a:lnTo>
                          <a:pt x="74000" y="97500"/>
                        </a:lnTo>
                        <a:lnTo>
                          <a:pt x="144000" y="97500"/>
                        </a:lnTo>
                        <a:lnTo>
                          <a:pt x="147500" y="100000"/>
                        </a:lnTo>
                        <a:lnTo>
                          <a:pt x="147500" y="107000"/>
                        </a:lnTo>
                        <a:close/>
                        <a:moveTo>
                          <a:pt x="145000" y="141500"/>
                        </a:moveTo>
                        <a:lnTo>
                          <a:pt x="73000" y="141500"/>
                        </a:lnTo>
                        <a:lnTo>
                          <a:pt x="69500" y="138000"/>
                        </a:lnTo>
                        <a:lnTo>
                          <a:pt x="69500" y="134000"/>
                        </a:lnTo>
                        <a:lnTo>
                          <a:pt x="70500" y="132000"/>
                        </a:lnTo>
                        <a:lnTo>
                          <a:pt x="74000" y="129500"/>
                        </a:lnTo>
                        <a:lnTo>
                          <a:pt x="144000" y="129500"/>
                        </a:lnTo>
                        <a:lnTo>
                          <a:pt x="147500" y="132000"/>
                        </a:lnTo>
                        <a:lnTo>
                          <a:pt x="147500" y="139000"/>
                        </a:lnTo>
                        <a:close/>
                        <a:moveTo>
                          <a:pt x="145000" y="173500"/>
                        </a:moveTo>
                        <a:lnTo>
                          <a:pt x="73000" y="173500"/>
                        </a:lnTo>
                        <a:lnTo>
                          <a:pt x="69500" y="170000"/>
                        </a:lnTo>
                        <a:lnTo>
                          <a:pt x="69500" y="166000"/>
                        </a:lnTo>
                        <a:lnTo>
                          <a:pt x="70500" y="164000"/>
                        </a:lnTo>
                        <a:lnTo>
                          <a:pt x="74000" y="161500"/>
                        </a:lnTo>
                        <a:lnTo>
                          <a:pt x="144000" y="161500"/>
                        </a:lnTo>
                        <a:lnTo>
                          <a:pt x="147500" y="164000"/>
                        </a:lnTo>
                        <a:lnTo>
                          <a:pt x="147500" y="171000"/>
                        </a:lnTo>
                        <a:close/>
                      </a:path>
                    </a:pathLst>
                  </a:custGeom>
                  <a:solidFill>
                    <a:srgbClr val="306C55"/>
                  </a:solidFill>
                  <a:ln>
                    <a:noFill/>
                  </a:ln>
                </p:spPr>
              </p:sp>
            </p:grpSp>
          </p:grpSp>
          <p:sp>
            <p:nvSpPr>
              <p:cNvPr id="73" name="context-title"/>
              <p:cNvSpPr txBox="1"/>
              <p:nvPr/>
            </p:nvSpPr>
            <p:spPr>
              <a:xfrm>
                <a:off x="6756797" y="8706445"/>
                <a:ext cx="9301758" cy="7441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4218" b="1">
                    <a:solidFill>
                      <a:srgbClr val="5F917D"/>
                    </a:solidFill>
                    <a:latin typeface="Arial"/>
                    <a:ea typeface="Arial"/>
                    <a:cs typeface="Arial"/>
                  </a:rPr>
                  <a:t>5.3 </a:t>
                </a:r>
                <a:r>
                  <a:rPr lang="zh-CN" sz="4218" b="1">
                    <a:solidFill>
                      <a:srgbClr val="306C55"/>
                    </a:solidFill>
                    <a:latin typeface="Arial"/>
                    <a:ea typeface="Arial"/>
                    <a:cs typeface="Arial"/>
                  </a:rPr>
                  <a:t>Temporal Context &amp; Memory</a:t>
                </a:r>
                <a:endParaRPr lang="zh-CN" sz="4218"/>
              </a:p>
            </p:txBody>
          </p:sp>
          <p:sp>
            <p:nvSpPr>
              <p:cNvPr id="74" name="context-subtitle"/>
              <p:cNvSpPr txBox="1"/>
              <p:nvPr/>
            </p:nvSpPr>
            <p:spPr>
              <a:xfrm>
                <a:off x="6756797" y="9480352"/>
                <a:ext cx="9197578" cy="7441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3984">
                    <a:solidFill>
                      <a:srgbClr val="5E626C"/>
                    </a:solidFill>
                    <a:latin typeface="Arial"/>
                    <a:ea typeface="Arial"/>
                    <a:cs typeface="Arial"/>
                  </a:rPr>
                  <a:t>event timeline · past episodes</a:t>
                </a:r>
                <a:endParaRPr lang="zh-CN" sz="3984"/>
              </a:p>
            </p:txBody>
          </p:sp>
          <p:sp>
            <p:nvSpPr>
              <p:cNvPr id="75" name="context-answer"/>
              <p:cNvSpPr txBox="1"/>
              <p:nvPr/>
            </p:nvSpPr>
            <p:spPr>
              <a:xfrm>
                <a:off x="20240625" y="9391055"/>
                <a:ext cx="5848945" cy="788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984" i="1">
                    <a:solidFill>
                      <a:srgbClr val="344257"/>
                    </a:solidFill>
                    <a:latin typeface="Arial"/>
                    <a:ea typeface="Arial"/>
                    <a:cs typeface="Arial"/>
                  </a:rPr>
                  <a:t>heat wave · holiday Fri</a:t>
                </a:r>
                <a:endParaRPr lang="zh-CN" sz="3984"/>
              </a:p>
            </p:txBody>
          </p:sp>
        </p:grpSp>
        <p:grpSp>
          <p:nvGrpSpPr>
            <p:cNvPr id="1049" name="5.4 Temporal Validation"/>
            <p:cNvGrpSpPr/>
            <p:nvPr/>
          </p:nvGrpSpPr>
          <p:grpSpPr>
            <a:xfrm>
              <a:off x="6325195" y="10983516"/>
              <a:ext cx="20850820" cy="2291953"/>
              <a:chOff x="6325195" y="10983516"/>
              <a:chExt cx="20850820" cy="2291953"/>
            </a:xfrm>
          </p:grpSpPr>
          <p:sp>
            <p:nvSpPr>
              <p:cNvPr id="8" name="validation-card"/>
              <p:cNvSpPr/>
              <p:nvPr/>
            </p:nvSpPr>
            <p:spPr>
              <a:xfrm>
                <a:off x="6325195" y="10983516"/>
                <a:ext cx="12873633" cy="2291953"/>
              </a:xfrm>
              <a:prstGeom prst="roundRect">
                <a:avLst>
                  <a:gd name="adj" fmla="val 12338"/>
                </a:avLst>
              </a:prstGeom>
              <a:solidFill>
                <a:srgbClr val="FFFFFF"/>
              </a:solidFill>
              <a:ln w="59531">
                <a:solidFill>
                  <a:srgbClr val="306C5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9" name="validation-ask"/>
              <p:cNvSpPr/>
              <p:nvPr/>
            </p:nvSpPr>
            <p:spPr>
              <a:xfrm flipH="1">
                <a:off x="19273242" y="11593711"/>
                <a:ext cx="7902773" cy="0"/>
              </a:xfrm>
              <a:prstGeom prst="line">
                <a:avLst/>
              </a:prstGeom>
              <a:noFill/>
              <a:ln w="47625">
                <a:solidFill>
                  <a:srgbClr val="20567E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20" name="validation-answer-line"/>
              <p:cNvSpPr/>
              <p:nvPr/>
            </p:nvSpPr>
            <p:spPr>
              <a:xfrm>
                <a:off x="19213711" y="12471797"/>
                <a:ext cx="7947422" cy="0"/>
              </a:xfrm>
              <a:prstGeom prst="line">
                <a:avLst/>
              </a:prstGeom>
              <a:noFill/>
              <a:ln w="62507">
                <a:solidFill>
                  <a:srgbClr val="5F917D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29" name="validation-axis"/>
              <p:cNvSpPr/>
              <p:nvPr/>
            </p:nvSpPr>
            <p:spPr>
              <a:xfrm>
                <a:off x="16147852" y="12337852"/>
                <a:ext cx="2664023" cy="0"/>
              </a:xfrm>
              <a:prstGeom prst="line">
                <a:avLst/>
              </a:prstGeom>
              <a:noFill/>
              <a:ln w="38695">
                <a:solidFill>
                  <a:srgbClr val="5E626C"/>
                </a:solidFill>
                <a:prstDash val="solid"/>
              </a:ln>
            </p:spPr>
            <p:txBody>
              <a:bodyPr/>
              <a:lstStyle/>
              <a:p/>
            </p:txBody>
          </p:sp>
          <p:sp>
            <p:nvSpPr>
              <p:cNvPr id="30" name="cutoff-line"/>
              <p:cNvSpPr/>
              <p:nvPr/>
            </p:nvSpPr>
            <p:spPr>
              <a:xfrm>
                <a:off x="18142148" y="11816953"/>
                <a:ext cx="0" cy="788789"/>
              </a:xfrm>
              <a:prstGeom prst="line">
                <a:avLst/>
              </a:prstGeom>
              <a:noFill/>
              <a:ln w="62507">
                <a:solidFill>
                  <a:srgbClr val="B63B2D"/>
                </a:solidFill>
                <a:prstDash val="solid"/>
              </a:ln>
            </p:spPr>
            <p:txBody>
              <a:bodyPr/>
              <a:lstStyle/>
              <a:p/>
            </p:txBody>
          </p:sp>
          <p:sp>
            <p:nvSpPr>
              <p:cNvPr id="35" name="available-point-0"/>
              <p:cNvSpPr/>
              <p:nvPr/>
            </p:nvSpPr>
            <p:spPr>
              <a:xfrm>
                <a:off x="16252031" y="12203906"/>
                <a:ext cx="267891" cy="267891"/>
              </a:xfrm>
              <a:prstGeom prst="ellipse">
                <a:avLst/>
              </a:prstGeom>
              <a:solidFill>
                <a:srgbClr val="2D8C58"/>
              </a:solidFill>
              <a:ln w="12700">
                <a:solidFill>
                  <a:srgbClr val="2D8C5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6" name="available-point-1"/>
              <p:cNvSpPr/>
              <p:nvPr/>
            </p:nvSpPr>
            <p:spPr>
              <a:xfrm>
                <a:off x="16713398" y="12203906"/>
                <a:ext cx="267891" cy="267891"/>
              </a:xfrm>
              <a:prstGeom prst="ellipse">
                <a:avLst/>
              </a:prstGeom>
              <a:solidFill>
                <a:srgbClr val="2D8C58"/>
              </a:solidFill>
              <a:ln w="12700">
                <a:solidFill>
                  <a:srgbClr val="2D8C5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7" name="available-point-2"/>
              <p:cNvSpPr/>
              <p:nvPr/>
            </p:nvSpPr>
            <p:spPr>
              <a:xfrm>
                <a:off x="17174766" y="12203906"/>
                <a:ext cx="267891" cy="267891"/>
              </a:xfrm>
              <a:prstGeom prst="ellipse">
                <a:avLst/>
              </a:prstGeom>
              <a:solidFill>
                <a:srgbClr val="2D8C58"/>
              </a:solidFill>
              <a:ln w="12700">
                <a:solidFill>
                  <a:srgbClr val="2D8C5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8" name="available-point-3"/>
              <p:cNvSpPr/>
              <p:nvPr/>
            </p:nvSpPr>
            <p:spPr>
              <a:xfrm>
                <a:off x="17621250" y="12203906"/>
                <a:ext cx="267891" cy="267891"/>
              </a:xfrm>
              <a:prstGeom prst="ellipse">
                <a:avLst/>
              </a:prstGeom>
              <a:solidFill>
                <a:srgbClr val="2D8C58"/>
              </a:solidFill>
              <a:ln w="12700">
                <a:solidFill>
                  <a:srgbClr val="2D8C5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9" name="future-point"/>
              <p:cNvSpPr/>
              <p:nvPr/>
            </p:nvSpPr>
            <p:spPr>
              <a:xfrm>
                <a:off x="18424922" y="12203906"/>
                <a:ext cx="267891" cy="267891"/>
              </a:xfrm>
              <a:prstGeom prst="ellipse">
                <a:avLst/>
              </a:prstGeom>
              <a:solidFill>
                <a:srgbClr val="FFFFFF"/>
              </a:solidFill>
              <a:ln w="52089">
                <a:solidFill>
                  <a:srgbClr val="B63B2D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4" name="validation-answer-capsule"/>
              <p:cNvSpPr/>
              <p:nvPr/>
            </p:nvSpPr>
            <p:spPr>
              <a:xfrm>
                <a:off x="20032266" y="12010430"/>
                <a:ext cx="6250781" cy="922734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44648">
                <a:solidFill>
                  <a:srgbClr val="7E9BB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6" name="validation-title"/>
              <p:cNvSpPr txBox="1"/>
              <p:nvPr/>
            </p:nvSpPr>
            <p:spPr>
              <a:xfrm>
                <a:off x="6756797" y="11385352"/>
                <a:ext cx="9301758" cy="7441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4218" b="1">
                    <a:solidFill>
                      <a:srgbClr val="5F917D"/>
                    </a:solidFill>
                    <a:latin typeface="Arial"/>
                    <a:ea typeface="Arial"/>
                    <a:cs typeface="Arial"/>
                  </a:rPr>
                  <a:t>5.4 </a:t>
                </a:r>
                <a:r>
                  <a:rPr lang="zh-CN" sz="4218" b="1">
                    <a:solidFill>
                      <a:srgbClr val="306C55"/>
                    </a:solidFill>
                    <a:latin typeface="Arial"/>
                    <a:ea typeface="Arial"/>
                    <a:cs typeface="Arial"/>
                  </a:rPr>
                  <a:t>Temporal Validation</a:t>
                </a:r>
                <a:endParaRPr lang="zh-CN" sz="4218"/>
              </a:p>
            </p:txBody>
          </p:sp>
          <p:sp>
            <p:nvSpPr>
              <p:cNvPr id="77" name="validation-subtitle"/>
              <p:cNvSpPr txBox="1"/>
              <p:nvPr/>
            </p:nvSpPr>
            <p:spPr>
              <a:xfrm>
                <a:off x="6756797" y="12159258"/>
                <a:ext cx="9197578" cy="7441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3984">
                    <a:solidFill>
                      <a:srgbClr val="5E626C"/>
                    </a:solidFill>
                    <a:latin typeface="Arial"/>
                    <a:ea typeface="Arial"/>
                    <a:cs typeface="Arial"/>
                  </a:rPr>
                  <a:t>leakage · data quality · before scores</a:t>
                </a:r>
                <a:endParaRPr lang="zh-CN" sz="3984"/>
              </a:p>
            </p:txBody>
          </p:sp>
          <p:sp>
            <p:nvSpPr>
              <p:cNvPr id="78" name="validation-answer"/>
              <p:cNvSpPr txBox="1"/>
              <p:nvPr/>
            </p:nvSpPr>
            <p:spPr>
              <a:xfrm>
                <a:off x="20240625" y="12069961"/>
                <a:ext cx="5848945" cy="788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984" i="1">
                    <a:solidFill>
                      <a:srgbClr val="344257"/>
                    </a:solidFill>
                    <a:latin typeface="Arial"/>
                    <a:ea typeface="Arial"/>
                    <a:cs typeface="Arial"/>
                  </a:rPr>
                  <a:t>passed: all v ≤ τ</a:t>
                </a:r>
                <a:endParaRPr lang="zh-CN" sz="3984"/>
              </a:p>
            </p:txBody>
          </p:sp>
          <p:sp>
            <p:nvSpPr>
              <p:cNvPr id="80" name="cutoff-tau"/>
              <p:cNvSpPr txBox="1"/>
              <p:nvPr/>
            </p:nvSpPr>
            <p:spPr>
              <a:xfrm>
                <a:off x="17918906" y="11251406"/>
                <a:ext cx="506016" cy="5953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750" b="1" i="1">
                    <a:solidFill>
                      <a:srgbClr val="B63B2D"/>
                    </a:solidFill>
                    <a:latin typeface="Arial"/>
                    <a:ea typeface="Arial"/>
                    <a:cs typeface="Arial"/>
                  </a:rPr>
                  <a:t>τ</a:t>
                </a:r>
                <a:endParaRPr lang="zh-CN" sz="3750"/>
              </a:p>
            </p:txBody>
          </p:sp>
          <p:sp>
            <p:nvSpPr>
              <p:cNvPr id="81" name="availability-axis-label"/>
              <p:cNvSpPr txBox="1"/>
              <p:nvPr/>
            </p:nvSpPr>
            <p:spPr>
              <a:xfrm>
                <a:off x="18424922" y="12546211"/>
                <a:ext cx="491133" cy="6101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632" i="1">
                    <a:solidFill>
                      <a:srgbClr val="5E626C"/>
                    </a:solidFill>
                    <a:latin typeface="Arial"/>
                    <a:ea typeface="Arial"/>
                    <a:cs typeface="Arial"/>
                  </a:rPr>
                  <a:t>v</a:t>
                </a:r>
                <a:endParaRPr lang="zh-CN" sz="3632"/>
              </a:p>
            </p:txBody>
          </p:sp>
        </p:grpSp>
        <p:grpSp>
          <p:nvGrpSpPr>
            <p:cNvPr id="1050" name="LLM"/>
            <p:cNvGrpSpPr/>
            <p:nvPr/>
          </p:nvGrpSpPr>
          <p:grpSpPr>
            <a:xfrm>
              <a:off x="27176016" y="2946797"/>
              <a:ext cx="2946797" cy="10328672"/>
              <a:chOff x="27176016" y="2946797"/>
              <a:chExt cx="2946797" cy="10328672"/>
            </a:xfrm>
          </p:grpSpPr>
          <p:sp>
            <p:nvSpPr>
              <p:cNvPr id="4" name="llm-box"/>
              <p:cNvSpPr/>
              <p:nvPr/>
            </p:nvSpPr>
            <p:spPr>
              <a:xfrm>
                <a:off x="27176016" y="2946797"/>
                <a:ext cx="2946797" cy="10328672"/>
              </a:xfrm>
              <a:prstGeom prst="roundRect">
                <a:avLst>
                  <a:gd name="adj" fmla="val 10606"/>
                </a:avLst>
              </a:prstGeom>
              <a:solidFill>
                <a:srgbClr val="20567E"/>
              </a:solidFill>
              <a:ln w="12700">
                <a:solidFill>
                  <a:srgbClr val="20567E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0" name="llm"/>
              <p:cNvSpPr txBox="1"/>
              <p:nvPr/>
            </p:nvSpPr>
            <p:spPr>
              <a:xfrm>
                <a:off x="27429023" y="7739062"/>
                <a:ext cx="2440781" cy="8632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5625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LLM</a:t>
                </a:r>
                <a:endParaRPr lang="zh-CN" sz="5625"/>
              </a:p>
            </p:txBody>
          </p:sp>
        </p:grpSp>
        <p:grpSp>
          <p:nvGrpSpPr>
            <p:cNvPr id="1051" name="LLM input interpretation"/>
            <p:cNvGrpSpPr/>
            <p:nvPr/>
          </p:nvGrpSpPr>
          <p:grpSpPr>
            <a:xfrm>
              <a:off x="18603516" y="431602"/>
              <a:ext cx="9078516" cy="3036093"/>
              <a:chOff x="18603516" y="431602"/>
              <a:chExt cx="9078516" cy="3036093"/>
            </a:xfrm>
          </p:grpSpPr>
          <p:sp>
            <p:nvSpPr>
              <p:cNvPr id="58" name="right-heading"/>
              <p:cNvSpPr txBox="1"/>
              <p:nvPr/>
            </p:nvSpPr>
            <p:spPr>
              <a:xfrm>
                <a:off x="20091797" y="431602"/>
                <a:ext cx="6101953" cy="788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4453" b="1">
                    <a:solidFill>
                      <a:srgbClr val="344257"/>
                    </a:solidFill>
                    <a:latin typeface="Arial"/>
                    <a:ea typeface="Arial"/>
                    <a:cs typeface="Arial"/>
                  </a:rPr>
                  <a:t>what the LLM reads</a:t>
                </a:r>
                <a:endParaRPr lang="zh-CN" sz="4453"/>
              </a:p>
            </p:txBody>
          </p:sp>
          <p:sp>
            <p:nvSpPr>
              <p:cNvPr id="59" name="example"/>
              <p:cNvSpPr txBox="1"/>
              <p:nvPr/>
            </p:nvSpPr>
            <p:spPr>
              <a:xfrm>
                <a:off x="18603516" y="1190625"/>
                <a:ext cx="9078516" cy="6994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984" i="1">
                    <a:solidFill>
                      <a:srgbClr val="5E626C"/>
                    </a:solidFill>
                    <a:latin typeface="Arial"/>
                    <a:ea typeface="Arial"/>
                    <a:cs typeface="Arial"/>
                  </a:rPr>
                  <a:t>example: daily store sales, τ = Jul 15</a:t>
                </a:r>
                <a:endParaRPr lang="zh-CN" sz="3984"/>
              </a:p>
            </p:txBody>
          </p:sp>
          <p:sp>
            <p:nvSpPr>
              <p:cNvPr id="79" name="asks-label"/>
              <p:cNvSpPr txBox="1"/>
              <p:nvPr/>
            </p:nvSpPr>
            <p:spPr>
              <a:xfrm>
                <a:off x="22383750" y="2753320"/>
                <a:ext cx="1637109" cy="714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984" i="1">
                    <a:solidFill>
                      <a:srgbClr val="5E626C"/>
                    </a:solidFill>
                    <a:latin typeface="Arial"/>
                    <a:ea typeface="Arial"/>
                    <a:cs typeface="Arial"/>
                  </a:rPr>
                  <a:t>asks</a:t>
                </a:r>
                <a:endParaRPr lang="zh-CN" sz="3984"/>
              </a:p>
            </p:txBody>
          </p:sp>
        </p:grpSp>
        <p:grpSp>
          <p:nvGrpSpPr>
            <p:cNvPr id="1052" name="Section title"/>
            <p:cNvGrpSpPr/>
            <p:nvPr/>
          </p:nvGrpSpPr>
          <p:grpSpPr>
            <a:xfrm>
              <a:off x="6295430" y="1756172"/>
              <a:ext cx="9658945" cy="907852"/>
              <a:chOff x="6295430" y="1756172"/>
              <a:chExt cx="9658945" cy="907852"/>
            </a:xfrm>
          </p:grpSpPr>
          <p:sp>
            <p:nvSpPr>
              <p:cNvPr id="40" name="section-title-pill"/>
              <p:cNvSpPr/>
              <p:nvPr/>
            </p:nvSpPr>
            <p:spPr>
              <a:xfrm>
                <a:off x="6295430" y="1756172"/>
                <a:ext cx="9658945" cy="907852"/>
              </a:xfrm>
              <a:prstGeom prst="roundRect">
                <a:avLst>
                  <a:gd name="adj" fmla="val 50000"/>
                </a:avLst>
              </a:prstGeom>
              <a:solidFill>
                <a:srgbClr val="306C55"/>
              </a:solidFill>
              <a:ln w="12700">
                <a:solidFill>
                  <a:srgbClr val="306C5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7" name="section-title"/>
              <p:cNvSpPr txBox="1"/>
              <p:nvPr/>
            </p:nvSpPr>
            <p:spPr>
              <a:xfrm>
                <a:off x="6533555" y="1785938"/>
                <a:ext cx="9182695" cy="8036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4218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General Time-Series Harness · §5</a:t>
                </a:r>
                <a:endParaRPr lang="zh-CN" sz="4218"/>
              </a:p>
            </p:txBody>
          </p:sp>
        </p:grpSp>
        <p:grpSp>
          <p:nvGrpSpPr>
            <p:cNvPr id="1053" name="Information boundary and notation"/>
            <p:cNvGrpSpPr/>
            <p:nvPr/>
          </p:nvGrpSpPr>
          <p:grpSpPr>
            <a:xfrm>
              <a:off x="5789414" y="14144625"/>
              <a:ext cx="24333399" cy="876300"/>
              <a:chOff x="5789414" y="14144625"/>
              <a:chExt cx="24333399" cy="876300"/>
            </a:xfrm>
          </p:grpSpPr>
          <p:sp>
            <p:nvSpPr>
              <p:cNvPr id="82" name="information-boundary-label"/>
              <p:cNvSpPr txBox="1"/>
              <p:nvPr/>
            </p:nvSpPr>
            <p:spPr>
              <a:xfrm>
                <a:off x="5789414" y="14183320"/>
                <a:ext cx="6072188" cy="788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4218" b="1">
                    <a:solidFill>
                      <a:srgbClr val="306C55"/>
                    </a:solidFill>
                    <a:latin typeface="Arial"/>
                    <a:ea typeface="Arial"/>
                    <a:cs typeface="Arial"/>
                  </a:rPr>
                  <a:t>information boundary</a:t>
                </a:r>
                <a:endParaRPr lang="zh-CN" sz="4218"/>
              </a:p>
            </p:txBody>
          </p:sp>
          <p:sp>
            <p:nvSpPr>
              <p:cNvPr id="83" name="notation-legend"/>
              <p:cNvSpPr txBox="1"/>
              <p:nvPr/>
            </p:nvSpPr>
            <p:spPr>
              <a:xfrm>
                <a:off x="22979063" y="14198203"/>
                <a:ext cx="7143750" cy="7739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3867">
                    <a:solidFill>
                      <a:srgbClr val="5E626C"/>
                    </a:solidFill>
                    <a:latin typeface="Arial"/>
                    <a:ea typeface="Arial"/>
                    <a:cs typeface="Arial"/>
                  </a:rPr>
                  <a:t>t event · v available · τ decision</a:t>
                </a:r>
                <a:endParaRPr lang="zh-CN" sz="3867"/>
              </a:p>
            </p:txBody>
          </p:sp>
          <p:sp>
            <p:nvSpPr>
              <p:cNvPr id="1043" name="boundary-equation-editable-text"/>
              <p:cNvSpPr txBox="1"/>
              <p:nvPr/>
            </p:nvSpPr>
            <p:spPr>
              <a:xfrm>
                <a:off x="11906250" y="14144625"/>
                <a:ext cx="6953250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rIns="0" tIns="0" bIns="0">
                <a:noAutofit/>
              </a:bodyPr>
              <a:lstStyle/>
              <a:p>
                <a:pPr algn="l"/>
                <a:r>
                  <a:rPr lang="en-US" sz="4900" b="1" i="1">
                    <a:solidFill>
                      <a:srgbClr val="306C55"/>
                    </a:solidFill>
                    <a:latin typeface="Cambria Math"/>
                    <a:ea typeface="Cambria Math"/>
                  </a:rPr>
                  <a:t>ℐ</a:t>
                </a:r>
                <a:r>
                  <a:rPr lang="en-US" sz="3400" b="1" i="1" baseline="-22000">
                    <a:solidFill>
                      <a:srgbClr val="306C55"/>
                    </a:solidFill>
                    <a:latin typeface="Arial"/>
                    <a:ea typeface="Arial"/>
                  </a:rPr>
                  <a:t>τ</a:t>
                </a:r>
                <a:r>
                  <a:rPr lang="en-US" sz="4900" b="1" i="1">
                    <a:solidFill>
                      <a:srgbClr val="306C55"/>
                    </a:solidFill>
                    <a:latin typeface="Arial"/>
                    <a:ea typeface="Arial"/>
                  </a:rPr>
                  <a:t> = { (</a:t>
                </a:r>
                <a:r>
                  <a:rPr lang="en-US" sz="4900" b="1" i="1">
                    <a:solidFill>
                      <a:srgbClr val="306C55"/>
                    </a:solidFill>
                    <a:latin typeface="Arial"/>
                    <a:ea typeface="Arial"/>
                  </a:rPr>
                  <a:t>x</a:t>
                </a:r>
                <a:r>
                  <a:rPr lang="en-US" sz="3400" b="1" i="1" baseline="-22000">
                    <a:solidFill>
                      <a:srgbClr val="306C55"/>
                    </a:solidFill>
                    <a:latin typeface="Arial"/>
                    <a:ea typeface="Arial"/>
                  </a:rPr>
                  <a:t>i</a:t>
                </a:r>
                <a:r>
                  <a:rPr lang="en-US" sz="4900" b="1" i="1">
                    <a:solidFill>
                      <a:srgbClr val="306C55"/>
                    </a:solidFill>
                    <a:latin typeface="Arial"/>
                    <a:ea typeface="Arial"/>
                  </a:rPr>
                  <a:t>, t</a:t>
                </a:r>
                <a:r>
                  <a:rPr lang="en-US" sz="3400" b="1" i="1" baseline="-22000">
                    <a:solidFill>
                      <a:srgbClr val="306C55"/>
                    </a:solidFill>
                    <a:latin typeface="Arial"/>
                    <a:ea typeface="Arial"/>
                  </a:rPr>
                  <a:t>i</a:t>
                </a:r>
                <a:r>
                  <a:rPr lang="en-US" sz="4900" b="1" i="1">
                    <a:solidFill>
                      <a:srgbClr val="306C55"/>
                    </a:solidFill>
                    <a:latin typeface="Arial"/>
                    <a:ea typeface="Arial"/>
                  </a:rPr>
                  <a:t>, v</a:t>
                </a:r>
                <a:r>
                  <a:rPr lang="en-US" sz="3400" b="1" i="1" baseline="-22000">
                    <a:solidFill>
                      <a:srgbClr val="306C55"/>
                    </a:solidFill>
                    <a:latin typeface="Arial"/>
                    <a:ea typeface="Arial"/>
                  </a:rPr>
                  <a:t>i</a:t>
                </a:r>
                <a:r>
                  <a:rPr lang="en-US" sz="4900" b="1" i="1">
                    <a:solidFill>
                      <a:srgbClr val="306C55"/>
                    </a:solidFill>
                    <a:latin typeface="Arial"/>
                    <a:ea typeface="Arial"/>
                  </a:rPr>
                  <a:t>) : v</a:t>
                </a:r>
                <a:r>
                  <a:rPr lang="en-US" sz="3400" b="1" i="1" baseline="-22000">
                    <a:solidFill>
                      <a:srgbClr val="306C55"/>
                    </a:solidFill>
                    <a:latin typeface="Arial"/>
                    <a:ea typeface="Arial"/>
                  </a:rPr>
                  <a:t>i</a:t>
                </a:r>
                <a:r>
                  <a:rPr lang="en-US" sz="4900" b="1" i="1">
                    <a:solidFill>
                      <a:srgbClr val="306C55"/>
                    </a:solidFill>
                    <a:latin typeface="Arial"/>
                    <a:ea typeface="Arial"/>
                  </a:rPr>
                  <a:t> ≤ τ }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