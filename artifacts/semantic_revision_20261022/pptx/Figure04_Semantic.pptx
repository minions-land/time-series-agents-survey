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517d040ed3f415e" Type="http://schemas.openxmlformats.org/officeDocument/2006/relationships/officeDocument" Target="ppt/presentation.xml"/><Relationship Id="R8fc2db0cf0a24a38" Type="http://schemas.openxmlformats.org/package/2006/relationships/metadata/core-properties" Target="docProps/core.xml"/><Relationship Id="Rffd274380bed4faa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82b326e3594524"/>
  </p:sldMasterIdLst>
  <p:notesMasterIdLst>
    <p:notesMasterId xmlns:r="http://schemas.openxmlformats.org/officeDocument/2006/relationships" r:id="R78c477489c6145c3"/>
  </p:notesMasterIdLst>
  <p:sldIdLst>
    <p:sldId xmlns:r="http://schemas.openxmlformats.org/officeDocument/2006/relationships" id="256" r:id="Rd8184071a04d41f7"/>
  </p:sldIdLst>
  <p:sldSz cx="13335000" cy="6524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a4570b423124d04" Type="http://schemas.openxmlformats.org/officeDocument/2006/relationships/theme" Target="theme/theme1.xml"/><Relationship Id="R78c477489c6145c3" Type="http://schemas.openxmlformats.org/officeDocument/2006/relationships/notesMaster" Target="notesMasters/notesMaster1.xml"/><Relationship Id="R9578c52b227146c5" Type="http://schemas.openxmlformats.org/officeDocument/2006/relationships/tableStyles" Target="tableStyles.xml"/><Relationship Id="Rba085ff40afd4850" Type="http://schemas.openxmlformats.org/officeDocument/2006/relationships/presProps" Target="presProps.xml"/><Relationship Id="Rd8184071a04d41f7" Type="http://schemas.openxmlformats.org/officeDocument/2006/relationships/slide" Target="slides/slide1.xml"/><Relationship Id="Re082b326e3594524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ceca238db2b448e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f73bfde95b942ea" Type="http://schemas.openxmlformats.org/officeDocument/2006/relationships/notesMaster" Target="../notesMasters/notesMaster1.xml"/><Relationship Id="Ra5acb296f92740ea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Survey task-function grid. Task columns and functional annotations are cross-cutting views of the same module taxonomy, not additional mutually exclusive classifications. Source examples: TimeSeriesScientist, SAGE-AD, MERIT, FinMem as cited in manuscript. Bottom demand-planning workflow illustrates general execution, shared temporal preparation, and task-specific forecasting and inventory. Filled regions mark future horizon, candidate interval, information unavailable after t0, or admissible action range. Curves are illustrative.</a:t>
            </a:r>
          </a:p>
          <a:p xmlns:a="http://schemas.openxmlformats.org/drawingml/2006/main">
            <a:r>
              <a:t>Icons: Lucide, ISC license, original source SVGs and license in assets/. All curves are schematic didactic examples, not experimental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669b64bd1ab469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cb2c017d3b846ad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edbf3ecd58f4a9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f359db7872af450b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25e1667ba9b4a3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372cd053aa7a4ad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2171D9-DE6B-4148-8E7B-771D2EEE6E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464858"/>
            <a:ext cx="10668000" cy="942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8CA32E-68BE-469B-94A6-7E57FD48CB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0250" y="3588544"/>
            <a:ext cx="9334500" cy="72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1FBE00-D022-48A7-95B2-E69F51D1E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718594"/>
            <a:ext cx="10668000" cy="1087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03BE01-5AD5-4C6F-A825-55063FC68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507471"/>
            <a:ext cx="11834813" cy="7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D36A3F-7C34-4DDE-AA1C-C4C62B949D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812396"/>
            <a:ext cx="11834813" cy="405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74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74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974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8743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742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6740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573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473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373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0ACB58-3465-4FDF-915E-AAC96123D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507471"/>
            <a:ext cx="11834813" cy="7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2A766E-D0AB-45FF-8407-117FA5A8CC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812396"/>
            <a:ext cx="5500688" cy="405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74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74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974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8743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742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6740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573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473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373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C5D9D8-B1A5-43C9-AD66-2EE09C4740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84219" y="1812396"/>
            <a:ext cx="5500688" cy="405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74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74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974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8743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742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6740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573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473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373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19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CB4902-9506-42B4-BB18-95F1C02EE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507471"/>
            <a:ext cx="11834813" cy="79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D4E030-81E8-428E-ACC8-0C5229CE8E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812396"/>
            <a:ext cx="5500688" cy="405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74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74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974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8743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742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6740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57388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47371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37354" indent="-217487" algn="l">
              <a:lnSpc>
                <a:spcPct val="110000"/>
              </a:lnSpc>
              <a:spcBef>
                <a:spcPts val="0"/>
              </a:spcBef>
              <a:spcAft>
                <a:spcPts val="1142"/>
              </a:spcAft>
              <a:buChar char="•"/>
              <a:defRPr sz="21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70b30c8a25d4e0d" Type="http://schemas.openxmlformats.org/officeDocument/2006/relationships/slideLayout" Target="../slideLayouts/slideLayout4.xml"/><Relationship Id="R639c820c62e24402" Type="http://schemas.openxmlformats.org/officeDocument/2006/relationships/theme" Target="theme/theme2.xml"/><Relationship Id="R7984eb9e46fe476b" Type="http://schemas.openxmlformats.org/officeDocument/2006/relationships/slideLayout" Target="../slideLayouts/slideLayout2.xml"/><Relationship Id="R865718935b2f407f" Type="http://schemas.openxmlformats.org/officeDocument/2006/relationships/slideLayout" Target="../slideLayouts/slideLayout5.xml"/><Relationship Id="Rbeeb46afcde54a74" Type="http://schemas.openxmlformats.org/officeDocument/2006/relationships/slideLayout" Target="../slideLayouts/slideLayout6.xml"/><Relationship Id="Rca5bf34c42194665" Type="http://schemas.openxmlformats.org/officeDocument/2006/relationships/slideLayout" Target="../slideLayouts/slideLayout1.xml"/><Relationship Id="Rd8dfe71f4e1f41ee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5bf34c42194665"/>
    <p:sldLayoutId xmlns:r="http://schemas.openxmlformats.org/officeDocument/2006/relationships" id="2147483650" r:id="R7984eb9e46fe476b"/>
    <p:sldLayoutId xmlns:r="http://schemas.openxmlformats.org/officeDocument/2006/relationships" id="2147483651" r:id="Rd8dfe71f4e1f41ee"/>
    <p:sldLayoutId xmlns:r="http://schemas.openxmlformats.org/officeDocument/2006/relationships" id="2147483652" r:id="R370b30c8a25d4e0d"/>
    <p:sldLayoutId xmlns:r="http://schemas.openxmlformats.org/officeDocument/2006/relationships" id="2147483653" r:id="R865718935b2f407f"/>
    <p:sldLayoutId xmlns:r="http://schemas.openxmlformats.org/officeDocument/2006/relationships" id="2147483654" r:id="Rbeeb46afcde54a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4802f15c0e74dd1" Type="http://schemas.openxmlformats.org/officeDocument/2006/relationships/notesSlide" Target="../notesSlides/notesSlide1.xml"/><Relationship Id="Rd92d177ad9e14239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16" name="Figure 04 - ungroup to edit modules"/>
          <p:cNvGrpSpPr/>
          <p:nvPr/>
        </p:nvGrpSpPr>
        <p:grpSpPr>
          <ns1:xfrm xmlns:ns1="http://schemas.openxmlformats.org/drawingml/2006/main">
            <ns1:off x="161925" y="114300"/>
            <ns1:ext cx="12887325" cy="6276975"/>
            <ns1:chOff x="161925" y="114300"/>
            <ns1:chExt cx="12887325" cy="6276975"/>
          </ns1:xfrm>
        </p:grpSpPr>
        <p:grpSp>
          <p:nvGrpSpPr>
            <p:cNvPr id="217" name="grid"/>
            <p:cNvGrpSpPr/>
            <p:nvPr/>
          </p:nvGrpSpPr>
          <p:grpSpPr>
            <ns1:xfrm xmlns:ns1="http://schemas.openxmlformats.org/drawingml/2006/main">
              <ns1:off x="161925" y="114300"/>
              <ns1:ext cx="12887325" cy="4343400"/>
              <ns1:chOff x="161925" y="114300"/>
              <ns1:chExt cx="12887325" cy="4343400"/>
            </ns1:xfrm>
          </p:grpSpPr>
          <p:sp>
            <p:nvSpPr>
              <p:cNvPr id="215" name="grid//box-1">
                <a:extLst xmlns:a="http://schemas.openxmlformats.org/drawingml/2006/main">
                  <a:ext uri="{FF2B5EF4-FFF2-40B4-BE49-F238E27FC236}">
                    <a16:creationId xmlns:a16="http://schemas.microsoft.com/office/drawing/2014/main" id="{575D9B60-C5CA-4D94-81D3-7CE1B5AA259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" y="114300"/>
                <a:ext cx="5334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(a)</a:t>
                </a:r>
              </a:p>
            </p:txBody>
          </p:sp>
          <p:grpSp>
            <p:nvGrpSpPr>
              <p:cNvPr id="218" name="icon-chart-spline-1"/>
              <p:cNvGrpSpPr/>
              <p:nvPr/>
            </p:nvGrpSpPr>
            <p:grpSpPr>
              <ns1:xfrm xmlns:ns1="http://schemas.openxmlformats.org/drawingml/2006/main">
                <ns1:off x="1876425" y="180975"/>
                <ns1:ext cx="295275" cy="295275"/>
                <ns1:chOff x="1876425" y="180975"/>
                <ns1:chExt cx="295275" cy="295275"/>
              </ns1:xfrm>
            </p:grpSpPr>
            <p:sp>
              <p:nvSpPr>
                <p:cNvPr id="2" name="grid/icon-chart-spline-1//chart-spline-2">
                  <a:extLst xmlns:a="http://schemas.openxmlformats.org/drawingml/2006/main">
                    <a:ext uri="{FF2B5EF4-FFF2-40B4-BE49-F238E27FC236}">
                      <a16:creationId xmlns:a16="http://schemas.microsoft.com/office/drawing/2014/main" id="{18D996E8-09B8-4F3E-82DC-84A5FE32423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876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28575"/>
                      </a:moveTo>
                      <a:lnTo>
                        <a:pt x="28575" y="180975"/>
                      </a:lnTo>
                      <a:cubicBezTo>
                        <a:pt x="28575" y="186025"/>
                        <a:pt x="30583" y="190874"/>
                        <a:pt x="34155" y="194445"/>
                      </a:cubicBezTo>
                      <a:cubicBezTo>
                        <a:pt x="37726" y="198017"/>
                        <a:pt x="42575" y="200025"/>
                        <a:pt x="47625" y="200025"/>
                      </a:cubicBezTo>
                      <a:lnTo>
                        <a:pt x="200025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" name="grid/icon-chart-spline-1//chart-spline-3">
                  <a:extLst xmlns:a="http://schemas.openxmlformats.org/drawingml/2006/main">
                    <a:ext uri="{FF2B5EF4-FFF2-40B4-BE49-F238E27FC236}">
                      <a16:creationId xmlns:a16="http://schemas.microsoft.com/office/drawing/2014/main" id="{BC3B6475-278D-497C-BC21-D24C97E344A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876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152400"/>
                      </a:moveTo>
                      <a:cubicBezTo>
                        <a:pt x="71438" y="133350"/>
                        <a:pt x="80963" y="85725"/>
                        <a:pt x="104775" y="85725"/>
                      </a:cubicBezTo>
                      <a:cubicBezTo>
                        <a:pt x="123825" y="85725"/>
                        <a:pt x="123825" y="114300"/>
                        <a:pt x="142875" y="114300"/>
                      </a:cubicBezTo>
                      <a:cubicBezTo>
                        <a:pt x="166688" y="114300"/>
                        <a:pt x="185738" y="66675"/>
                        <a:pt x="190500" y="4762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4" name="grid//box-4">
                <a:extLst xmlns:a="http://schemas.openxmlformats.org/drawingml/2006/main">
                  <a:ext uri="{FF2B5EF4-FFF2-40B4-BE49-F238E27FC236}">
                    <a16:creationId xmlns:a16="http://schemas.microsoft.com/office/drawing/2014/main" id="{2B771E7B-2D3A-47E0-83B2-F94E52704EE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0" y="133350"/>
                <a:ext cx="21526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Forecasting</a:t>
                </a:r>
              </a:p>
            </p:txBody>
          </p:sp>
          <p:grpSp>
            <p:nvGrpSpPr>
              <p:cNvPr id="219" name="icon-combine-4"/>
              <p:cNvGrpSpPr/>
              <p:nvPr/>
            </p:nvGrpSpPr>
            <p:grpSpPr>
              <ns1:xfrm xmlns:ns1="http://schemas.openxmlformats.org/drawingml/2006/main">
                <ns1:off x="4733925" y="180975"/>
                <ns1:ext cx="295275" cy="295275"/>
                <ns1:chOff x="4733925" y="180975"/>
                <ns1:chExt cx="295275" cy="295275"/>
              </ns1:xfrm>
            </p:grpSpPr>
            <p:sp>
              <p:nvSpPr>
                <p:cNvPr id="5" name="grid/icon-combine-4//combine-5">
                  <a:extLst xmlns:a="http://schemas.openxmlformats.org/drawingml/2006/main">
                    <a:ext uri="{FF2B5EF4-FFF2-40B4-BE49-F238E27FC236}">
                      <a16:creationId xmlns:a16="http://schemas.microsoft.com/office/drawing/2014/main" id="{A1768932-E044-47B8-9C94-A898FF41DA1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733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28575"/>
                      </a:moveTo>
                      <a:cubicBezTo>
                        <a:pt x="135875" y="28575"/>
                        <a:pt x="138300" y="29579"/>
                        <a:pt x="140085" y="31365"/>
                      </a:cubicBezTo>
                      <a:cubicBezTo>
                        <a:pt x="141871" y="33150"/>
                        <a:pt x="142875" y="35575"/>
                        <a:pt x="142875" y="38100"/>
                      </a:cubicBezTo>
                      <a:lnTo>
                        <a:pt x="142875" y="85725"/>
                      </a:lnTo>
                      <a:cubicBezTo>
                        <a:pt x="142875" y="88250"/>
                        <a:pt x="141871" y="90675"/>
                        <a:pt x="140085" y="92460"/>
                      </a:cubicBezTo>
                      <a:cubicBezTo>
                        <a:pt x="138300" y="94246"/>
                        <a:pt x="135875" y="95250"/>
                        <a:pt x="133350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" name="grid/icon-combine-4//combine-6">
                  <a:extLst xmlns:a="http://schemas.openxmlformats.org/drawingml/2006/main">
                    <a:ext uri="{FF2B5EF4-FFF2-40B4-BE49-F238E27FC236}">
                      <a16:creationId xmlns:a16="http://schemas.microsoft.com/office/drawing/2014/main" id="{27789395-0155-4B50-92FB-333C36FAD80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733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80975" y="28575"/>
                      </a:moveTo>
                      <a:cubicBezTo>
                        <a:pt x="183500" y="28575"/>
                        <a:pt x="185925" y="29579"/>
                        <a:pt x="187710" y="31365"/>
                      </a:cubicBezTo>
                      <a:cubicBezTo>
                        <a:pt x="189496" y="33150"/>
                        <a:pt x="190500" y="35575"/>
                        <a:pt x="190500" y="38100"/>
                      </a:cubicBezTo>
                      <a:lnTo>
                        <a:pt x="190500" y="85725"/>
                      </a:lnTo>
                      <a:cubicBezTo>
                        <a:pt x="190500" y="88250"/>
                        <a:pt x="189496" y="90675"/>
                        <a:pt x="187710" y="92460"/>
                      </a:cubicBezTo>
                      <a:cubicBezTo>
                        <a:pt x="185925" y="94246"/>
                        <a:pt x="183500" y="95250"/>
                        <a:pt x="180975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" name="grid/icon-combine-4//combine-7">
                  <a:extLst xmlns:a="http://schemas.openxmlformats.org/drawingml/2006/main">
                    <a:ext uri="{FF2B5EF4-FFF2-40B4-BE49-F238E27FC236}">
                      <a16:creationId xmlns:a16="http://schemas.microsoft.com/office/drawing/2014/main" id="{BF9DEBEB-8DBD-4484-91CF-558E570C75C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733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142875"/>
                      </a:moveTo>
                      <a:lnTo>
                        <a:pt x="952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8" name="grid/icon-combine-4//combine-8">
                  <a:extLst xmlns:a="http://schemas.openxmlformats.org/drawingml/2006/main">
                    <a:ext uri="{FF2B5EF4-FFF2-40B4-BE49-F238E27FC236}">
                      <a16:creationId xmlns:a16="http://schemas.microsoft.com/office/drawing/2014/main" id="{B6EBFB28-60F6-4137-B53F-41FEE0C3058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733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00025"/>
                      </a:moveTo>
                      <a:lnTo>
                        <a:pt x="95250" y="171450"/>
                      </a:lnTo>
                      <a:lnTo>
                        <a:pt x="47625" y="171450"/>
                      </a:lnTo>
                      <a:cubicBezTo>
                        <a:pt x="42575" y="171450"/>
                        <a:pt x="37726" y="169442"/>
                        <a:pt x="34155" y="165870"/>
                      </a:cubicBezTo>
                      <a:cubicBezTo>
                        <a:pt x="30583" y="162299"/>
                        <a:pt x="28575" y="157450"/>
                        <a:pt x="28575" y="152400"/>
                      </a:cubicBezTo>
                      <a:lnTo>
                        <a:pt x="28575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" name="grid/icon-combine-4//combine-9">
                  <a:extLst xmlns:a="http://schemas.openxmlformats.org/drawingml/2006/main">
                    <a:ext uri="{FF2B5EF4-FFF2-40B4-BE49-F238E27FC236}">
                      <a16:creationId xmlns:a16="http://schemas.microsoft.com/office/drawing/2014/main" id="{2734D37C-2A14-46D1-A7B7-70104948205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733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133350"/>
                      </a:moveTo>
                      <a:lnTo>
                        <a:pt x="190500" y="133350"/>
                      </a:lnTo>
                      <a:quadBezTo>
                        <a:pt x="200025" y="133350"/>
                        <a:pt x="200025" y="142875"/>
                      </a:quadBezTo>
                      <a:lnTo>
                        <a:pt x="200025" y="190500"/>
                      </a:lnTo>
                      <a:quadBezTo>
                        <a:pt x="200025" y="200025"/>
                        <a:pt x="190500" y="200025"/>
                      </a:quadBezTo>
                      <a:lnTo>
                        <a:pt x="142875" y="200025"/>
                      </a:lnTo>
                      <a:quadBezTo>
                        <a:pt x="133350" y="200025"/>
                        <a:pt x="133350" y="190500"/>
                      </a:quadBezTo>
                      <a:lnTo>
                        <a:pt x="133350" y="142875"/>
                      </a:lnTo>
                      <a:quadBezTo>
                        <a:pt x="133350" y="133350"/>
                        <a:pt x="142875" y="13335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" name="grid/icon-combine-4//combine-10">
                  <a:extLst xmlns:a="http://schemas.openxmlformats.org/drawingml/2006/main">
                    <a:ext uri="{FF2B5EF4-FFF2-40B4-BE49-F238E27FC236}">
                      <a16:creationId xmlns:a16="http://schemas.microsoft.com/office/drawing/2014/main" id="{F2863392-51A3-4FE9-BCB1-9AB17E6F30C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733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38100" y="28575"/>
                      </a:moveTo>
                      <a:lnTo>
                        <a:pt x="85725" y="28575"/>
                      </a:lnTo>
                      <a:quadBezTo>
                        <a:pt x="95250" y="28575"/>
                        <a:pt x="95250" y="38100"/>
                      </a:quadBezTo>
                      <a:lnTo>
                        <a:pt x="95250" y="85725"/>
                      </a:lnTo>
                      <a:quadBezTo>
                        <a:pt x="95250" y="95250"/>
                        <a:pt x="85725" y="95250"/>
                      </a:quadBezTo>
                      <a:lnTo>
                        <a:pt x="38100" y="95250"/>
                      </a:lnTo>
                      <a:quadBezTo>
                        <a:pt x="28575" y="95250"/>
                        <a:pt x="28575" y="85725"/>
                      </a:quadBezTo>
                      <a:lnTo>
                        <a:pt x="28575" y="38100"/>
                      </a:lnTo>
                      <a:quadBezTo>
                        <a:pt x="28575" y="28575"/>
                        <a:pt x="38100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1" name="grid//box-11">
                <a:extLst xmlns:a="http://schemas.openxmlformats.org/drawingml/2006/main">
                  <a:ext uri="{FF2B5EF4-FFF2-40B4-BE49-F238E27FC236}">
                    <a16:creationId xmlns:a16="http://schemas.microsoft.com/office/drawing/2014/main" id="{640151FA-E9AC-450F-9456-974221857D6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143500" y="133350"/>
                <a:ext cx="21526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Synthesis</a:t>
                </a:r>
              </a:p>
            </p:txBody>
          </p:sp>
          <p:grpSp>
            <p:nvGrpSpPr>
              <p:cNvPr id="220" name="icon-scan-eye-11"/>
              <p:cNvGrpSpPr/>
              <p:nvPr/>
            </p:nvGrpSpPr>
            <p:grpSpPr>
              <ns1:xfrm xmlns:ns1="http://schemas.openxmlformats.org/drawingml/2006/main">
                <ns1:off x="7591425" y="180975"/>
                <ns1:ext cx="295275" cy="295275"/>
                <ns1:chOff x="7591425" y="180975"/>
                <ns1:chExt cx="295275" cy="295275"/>
              </ns1:xfrm>
            </p:grpSpPr>
            <p:sp>
              <p:nvSpPr>
                <p:cNvPr id="12" name="grid/icon-scan-eye-11//scan-eye-12">
                  <a:extLst xmlns:a="http://schemas.openxmlformats.org/drawingml/2006/main">
                    <a:ext uri="{FF2B5EF4-FFF2-40B4-BE49-F238E27FC236}">
                      <a16:creationId xmlns:a16="http://schemas.microsoft.com/office/drawing/2014/main" id="{0D767645-CAA4-45A7-B805-083CDBED1E9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91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66675"/>
                      </a:moveTo>
                      <a:lnTo>
                        <a:pt x="28575" y="47625"/>
                      </a:lnTo>
                      <a:cubicBezTo>
                        <a:pt x="28575" y="42575"/>
                        <a:pt x="30583" y="37726"/>
                        <a:pt x="34155" y="34155"/>
                      </a:cubicBezTo>
                      <a:cubicBezTo>
                        <a:pt x="37726" y="30583"/>
                        <a:pt x="42575" y="28575"/>
                        <a:pt x="47625" y="28575"/>
                      </a:cubicBezTo>
                      <a:lnTo>
                        <a:pt x="66675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" name="grid/icon-scan-eye-11//scan-eye-13">
                  <a:extLst xmlns:a="http://schemas.openxmlformats.org/drawingml/2006/main">
                    <a:ext uri="{FF2B5EF4-FFF2-40B4-BE49-F238E27FC236}">
                      <a16:creationId xmlns:a16="http://schemas.microsoft.com/office/drawing/2014/main" id="{CD56A945-8230-4AE9-8A4C-269C4A896F1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91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61925" y="28575"/>
                      </a:moveTo>
                      <a:lnTo>
                        <a:pt x="180975" y="28575"/>
                      </a:lnTo>
                      <a:cubicBezTo>
                        <a:pt x="186025" y="28575"/>
                        <a:pt x="190874" y="30583"/>
                        <a:pt x="194445" y="34155"/>
                      </a:cubicBezTo>
                      <a:cubicBezTo>
                        <a:pt x="198017" y="37726"/>
                        <a:pt x="200025" y="42575"/>
                        <a:pt x="200025" y="47625"/>
                      </a:cubicBezTo>
                      <a:lnTo>
                        <a:pt x="200025" y="666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" name="grid/icon-scan-eye-11//scan-eye-14">
                  <a:extLst xmlns:a="http://schemas.openxmlformats.org/drawingml/2006/main">
                    <a:ext uri="{FF2B5EF4-FFF2-40B4-BE49-F238E27FC236}">
                      <a16:creationId xmlns:a16="http://schemas.microsoft.com/office/drawing/2014/main" id="{A62691C8-612B-4A47-8043-A2DAE9BFD75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91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61925"/>
                      </a:moveTo>
                      <a:lnTo>
                        <a:pt x="200025" y="180975"/>
                      </a:lnTo>
                      <a:cubicBezTo>
                        <a:pt x="200025" y="186025"/>
                        <a:pt x="198017" y="190874"/>
                        <a:pt x="194445" y="194445"/>
                      </a:cubicBezTo>
                      <a:cubicBezTo>
                        <a:pt x="190874" y="198017"/>
                        <a:pt x="186025" y="200025"/>
                        <a:pt x="180975" y="200025"/>
                      </a:cubicBezTo>
                      <a:lnTo>
                        <a:pt x="161925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5" name="grid/icon-scan-eye-11//scan-eye-15">
                  <a:extLst xmlns:a="http://schemas.openxmlformats.org/drawingml/2006/main">
                    <a:ext uri="{FF2B5EF4-FFF2-40B4-BE49-F238E27FC236}">
                      <a16:creationId xmlns:a16="http://schemas.microsoft.com/office/drawing/2014/main" id="{1243F625-CA96-4F31-A00A-2C66E0526AA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91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00025"/>
                      </a:moveTo>
                      <a:lnTo>
                        <a:pt x="47625" y="200025"/>
                      </a:lnTo>
                      <a:cubicBezTo>
                        <a:pt x="42575" y="200025"/>
                        <a:pt x="37726" y="198017"/>
                        <a:pt x="34155" y="194445"/>
                      </a:cubicBezTo>
                      <a:cubicBezTo>
                        <a:pt x="30583" y="190874"/>
                        <a:pt x="28575" y="186025"/>
                        <a:pt x="28575" y="180975"/>
                      </a:cubicBezTo>
                      <a:lnTo>
                        <a:pt x="28575" y="1619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6" name="grid/icon-scan-eye-11//scan-eye-16">
                  <a:extLst xmlns:a="http://schemas.openxmlformats.org/drawingml/2006/main">
                    <a:ext uri="{FF2B5EF4-FFF2-40B4-BE49-F238E27FC236}">
                      <a16:creationId xmlns:a16="http://schemas.microsoft.com/office/drawing/2014/main" id="{3DB1D790-4774-4B2A-BDE1-C2DC240D167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91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04775" y="114300"/>
                      </a:moveTo>
                      <a:cubicBezTo>
                        <a:pt x="104775" y="117699"/>
                        <a:pt x="106594" y="120850"/>
                        <a:pt x="109538" y="122549"/>
                      </a:cubicBezTo>
                      <a:cubicBezTo>
                        <a:pt x="112481" y="124248"/>
                        <a:pt x="116119" y="124248"/>
                        <a:pt x="119063" y="122549"/>
                      </a:cubicBezTo>
                      <a:cubicBezTo>
                        <a:pt x="122006" y="120850"/>
                        <a:pt x="123825" y="117699"/>
                        <a:pt x="123825" y="114300"/>
                      </a:cubicBezTo>
                      <a:cubicBezTo>
                        <a:pt x="123825" y="110901"/>
                        <a:pt x="122006" y="107750"/>
                        <a:pt x="119063" y="106051"/>
                      </a:cubicBezTo>
                      <a:cubicBezTo>
                        <a:pt x="116119" y="104352"/>
                        <a:pt x="112481" y="104352"/>
                        <a:pt x="109538" y="106051"/>
                      </a:cubicBezTo>
                      <a:cubicBezTo>
                        <a:pt x="106594" y="107750"/>
                        <a:pt x="104775" y="110901"/>
                        <a:pt x="104775" y="11430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" name="grid/icon-scan-eye-11//scan-eye-17">
                  <a:extLst xmlns:a="http://schemas.openxmlformats.org/drawingml/2006/main">
                    <a:ext uri="{FF2B5EF4-FFF2-40B4-BE49-F238E27FC236}">
                      <a16:creationId xmlns:a16="http://schemas.microsoft.com/office/drawing/2014/main" id="{3519EBD5-654F-426C-B3DF-3CF9C9484FC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914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80442" y="117443"/>
                      </a:moveTo>
                      <a:cubicBezTo>
                        <a:pt x="181153" y="115409"/>
                        <a:pt x="181153" y="113191"/>
                        <a:pt x="180442" y="111157"/>
                      </a:cubicBezTo>
                      <a:cubicBezTo>
                        <a:pt x="173253" y="93542"/>
                        <a:pt x="159317" y="79509"/>
                        <a:pt x="141753" y="72197"/>
                      </a:cubicBezTo>
                      <a:cubicBezTo>
                        <a:pt x="124189" y="64886"/>
                        <a:pt x="104411" y="64886"/>
                        <a:pt x="86847" y="72197"/>
                      </a:cubicBezTo>
                      <a:cubicBezTo>
                        <a:pt x="69283" y="79509"/>
                        <a:pt x="55347" y="93542"/>
                        <a:pt x="48158" y="111157"/>
                      </a:cubicBezTo>
                      <a:cubicBezTo>
                        <a:pt x="47447" y="113191"/>
                        <a:pt x="47447" y="115409"/>
                        <a:pt x="48158" y="117443"/>
                      </a:cubicBezTo>
                      <a:cubicBezTo>
                        <a:pt x="55347" y="135058"/>
                        <a:pt x="69283" y="149091"/>
                        <a:pt x="86847" y="156403"/>
                      </a:cubicBezTo>
                      <a:cubicBezTo>
                        <a:pt x="104411" y="163714"/>
                        <a:pt x="124189" y="163714"/>
                        <a:pt x="141753" y="156403"/>
                      </a:cubicBezTo>
                      <a:cubicBezTo>
                        <a:pt x="159317" y="149091"/>
                        <a:pt x="173253" y="135058"/>
                        <a:pt x="180442" y="117443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8" name="grid//box-18">
                <a:extLst xmlns:a="http://schemas.openxmlformats.org/drawingml/2006/main">
                  <a:ext uri="{FF2B5EF4-FFF2-40B4-BE49-F238E27FC236}">
                    <a16:creationId xmlns:a16="http://schemas.microsoft.com/office/drawing/2014/main" id="{E9370D71-A83C-4225-967B-4459D9119F4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01000" y="133350"/>
                <a:ext cx="21526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Diagnosis</a:t>
                </a:r>
              </a:p>
            </p:txBody>
          </p:sp>
          <p:grpSp>
            <p:nvGrpSpPr>
              <p:cNvPr id="221" name="icon-route-18"/>
              <p:cNvGrpSpPr/>
              <p:nvPr/>
            </p:nvGrpSpPr>
            <p:grpSpPr>
              <ns1:xfrm xmlns:ns1="http://schemas.openxmlformats.org/drawingml/2006/main">
                <ns1:off x="10448925" y="180975"/>
                <ns1:ext cx="295275" cy="295275"/>
                <ns1:chOff x="10448925" y="180975"/>
                <ns1:chExt cx="295275" cy="295275"/>
              </ns1:xfrm>
            </p:grpSpPr>
            <p:sp>
              <p:nvSpPr>
                <p:cNvPr id="19" name="grid/icon-route-18//route-19">
                  <a:extLst xmlns:a="http://schemas.openxmlformats.org/drawingml/2006/main">
                    <a:ext uri="{FF2B5EF4-FFF2-40B4-BE49-F238E27FC236}">
                      <a16:creationId xmlns:a16="http://schemas.microsoft.com/office/drawing/2014/main" id="{5693EA51-D235-44B9-A789-4A425DB3FC7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48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180975"/>
                      </a:moveTo>
                      <a:cubicBezTo>
                        <a:pt x="28575" y="191171"/>
                        <a:pt x="34032" y="200624"/>
                        <a:pt x="42863" y="205722"/>
                      </a:cubicBezTo>
                      <a:cubicBezTo>
                        <a:pt x="51693" y="210820"/>
                        <a:pt x="62607" y="210820"/>
                        <a:pt x="71438" y="205722"/>
                      </a:cubicBezTo>
                      <a:cubicBezTo>
                        <a:pt x="80268" y="200624"/>
                        <a:pt x="85725" y="191171"/>
                        <a:pt x="85725" y="180975"/>
                      </a:cubicBezTo>
                      <a:cubicBezTo>
                        <a:pt x="85725" y="170779"/>
                        <a:pt x="80268" y="161326"/>
                        <a:pt x="71438" y="156228"/>
                      </a:cubicBezTo>
                      <a:cubicBezTo>
                        <a:pt x="62607" y="151130"/>
                        <a:pt x="51693" y="151130"/>
                        <a:pt x="42863" y="156228"/>
                      </a:cubicBezTo>
                      <a:cubicBezTo>
                        <a:pt x="34032" y="161326"/>
                        <a:pt x="28575" y="170779"/>
                        <a:pt x="28575" y="18097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0" name="grid/icon-route-18//route-20">
                  <a:extLst xmlns:a="http://schemas.openxmlformats.org/drawingml/2006/main">
                    <a:ext uri="{FF2B5EF4-FFF2-40B4-BE49-F238E27FC236}">
                      <a16:creationId xmlns:a16="http://schemas.microsoft.com/office/drawing/2014/main" id="{D9F0F118-18F5-4419-ACB3-3DC702199E6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48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80975"/>
                      </a:moveTo>
                      <a:lnTo>
                        <a:pt x="166688" y="180975"/>
                      </a:lnTo>
                      <a:cubicBezTo>
                        <a:pt x="178583" y="180975"/>
                        <a:pt x="189611" y="174608"/>
                        <a:pt x="195559" y="164306"/>
                      </a:cubicBezTo>
                      <a:cubicBezTo>
                        <a:pt x="201506" y="154004"/>
                        <a:pt x="201506" y="141271"/>
                        <a:pt x="195559" y="130969"/>
                      </a:cubicBezTo>
                      <a:cubicBezTo>
                        <a:pt x="189611" y="120667"/>
                        <a:pt x="178583" y="114300"/>
                        <a:pt x="166688" y="114300"/>
                      </a:cubicBezTo>
                      <a:lnTo>
                        <a:pt x="61913" y="114300"/>
                      </a:lnTo>
                      <a:cubicBezTo>
                        <a:pt x="50017" y="114300"/>
                        <a:pt x="38989" y="107933"/>
                        <a:pt x="33041" y="97631"/>
                      </a:cubicBezTo>
                      <a:cubicBezTo>
                        <a:pt x="27094" y="87329"/>
                        <a:pt x="27094" y="74596"/>
                        <a:pt x="33041" y="64294"/>
                      </a:cubicBezTo>
                      <a:cubicBezTo>
                        <a:pt x="38989" y="53992"/>
                        <a:pt x="50017" y="47625"/>
                        <a:pt x="61913" y="47625"/>
                      </a:cubicBezTo>
                      <a:lnTo>
                        <a:pt x="142875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1" name="grid/icon-route-18//route-21">
                  <a:extLst xmlns:a="http://schemas.openxmlformats.org/drawingml/2006/main">
                    <a:ext uri="{FF2B5EF4-FFF2-40B4-BE49-F238E27FC236}">
                      <a16:creationId xmlns:a16="http://schemas.microsoft.com/office/drawing/2014/main" id="{DC49B30B-07F9-4F40-AE2D-577CE5B7924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48925" y="1809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47625"/>
                      </a:moveTo>
                      <a:cubicBezTo>
                        <a:pt x="142875" y="57821"/>
                        <a:pt x="148332" y="67274"/>
                        <a:pt x="157163" y="72372"/>
                      </a:cubicBezTo>
                      <a:cubicBezTo>
                        <a:pt x="165993" y="77470"/>
                        <a:pt x="176907" y="77470"/>
                        <a:pt x="185738" y="72372"/>
                      </a:cubicBezTo>
                      <a:cubicBezTo>
                        <a:pt x="194568" y="67274"/>
                        <a:pt x="200025" y="57821"/>
                        <a:pt x="200025" y="47625"/>
                      </a:cubicBezTo>
                      <a:cubicBezTo>
                        <a:pt x="200025" y="37429"/>
                        <a:pt x="194568" y="27976"/>
                        <a:pt x="185738" y="22878"/>
                      </a:cubicBezTo>
                      <a:cubicBezTo>
                        <a:pt x="176907" y="17780"/>
                        <a:pt x="165993" y="17780"/>
                        <a:pt x="157163" y="22878"/>
                      </a:cubicBezTo>
                      <a:cubicBezTo>
                        <a:pt x="148332" y="27976"/>
                        <a:pt x="142875" y="37429"/>
                        <a:pt x="142875" y="4762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22" name="grid//box-22">
                <a:extLst xmlns:a="http://schemas.openxmlformats.org/drawingml/2006/main">
                  <a:ext uri="{FF2B5EF4-FFF2-40B4-BE49-F238E27FC236}">
                    <a16:creationId xmlns:a16="http://schemas.microsoft.com/office/drawing/2014/main" id="{0470F484-A1B0-40CA-AF7B-91A26E7E82E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58500" y="133350"/>
                <a:ext cx="21526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Decision</a:t>
                </a:r>
              </a:p>
            </p:txBody>
          </p:sp>
          <p:sp>
            <p:nvSpPr>
              <p:cNvPr id="23" name="grid//box-23">
                <a:extLst xmlns:a="http://schemas.openxmlformats.org/drawingml/2006/main">
                  <a:ext uri="{FF2B5EF4-FFF2-40B4-BE49-F238E27FC236}">
                    <a16:creationId xmlns:a16="http://schemas.microsoft.com/office/drawing/2014/main" id="{C3408ACD-7ACA-46F4-96BA-532B552798B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6225" y="1066800"/>
                <a:ext cx="12858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Data</a:t>
                </a:r>
              </a:p>
            </p:txBody>
          </p:sp>
          <p:sp>
            <p:nvSpPr>
              <p:cNvPr id="24" name="grid//box-24">
                <a:extLst xmlns:a="http://schemas.openxmlformats.org/drawingml/2006/main">
                  <a:ext uri="{FF2B5EF4-FFF2-40B4-BE49-F238E27FC236}">
                    <a16:creationId xmlns:a16="http://schemas.microsoft.com/office/drawing/2014/main" id="{3FF0C1DB-410B-4471-A92F-3E6601680F9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0" y="723900"/>
                <a:ext cx="11430000" cy="9334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AFAF8"/>
              </a:solidFill>
              <a:ln xmlns:a="http://schemas.openxmlformats.org/drawingml/2006/main" w="6668" cap="rnd">
                <a:solidFill>
                  <a:srgbClr val="DEE2E3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5" name="grid//box-25">
                <a:extLst xmlns:a="http://schemas.openxmlformats.org/drawingml/2006/main">
                  <a:ext uri="{FF2B5EF4-FFF2-40B4-BE49-F238E27FC236}">
                    <a16:creationId xmlns:a16="http://schemas.microsoft.com/office/drawing/2014/main" id="{5EF66235-9EAA-47CF-913B-ADBC787B0E6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6225" y="2000250"/>
                <a:ext cx="12858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Processing</a:t>
                </a:r>
              </a:p>
            </p:txBody>
          </p:sp>
          <p:sp>
            <p:nvSpPr>
              <p:cNvPr id="26" name="grid//box-26">
                <a:extLst xmlns:a="http://schemas.openxmlformats.org/drawingml/2006/main">
                  <a:ext uri="{FF2B5EF4-FFF2-40B4-BE49-F238E27FC236}">
                    <a16:creationId xmlns:a16="http://schemas.microsoft.com/office/drawing/2014/main" id="{3656511C-6C74-4B3B-AE94-B0F33CD07CD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0" y="1657350"/>
                <a:ext cx="11430000" cy="9334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6668" cap="rnd">
                <a:solidFill>
                  <a:srgbClr val="DEE2E3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7" name="grid//box-27">
                <a:extLst xmlns:a="http://schemas.openxmlformats.org/drawingml/2006/main">
                  <a:ext uri="{FF2B5EF4-FFF2-40B4-BE49-F238E27FC236}">
                    <a16:creationId xmlns:a16="http://schemas.microsoft.com/office/drawing/2014/main" id="{7B657615-4B91-4584-B412-20F5CDA4C93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6225" y="2933700"/>
                <a:ext cx="12858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Context</a:t>
                </a:r>
              </a:p>
            </p:txBody>
          </p:sp>
          <p:sp>
            <p:nvSpPr>
              <p:cNvPr id="28" name="grid//box-28">
                <a:extLst xmlns:a="http://schemas.openxmlformats.org/drawingml/2006/main">
                  <a:ext uri="{FF2B5EF4-FFF2-40B4-BE49-F238E27FC236}">
                    <a16:creationId xmlns:a16="http://schemas.microsoft.com/office/drawing/2014/main" id="{1EAE9071-729B-4628-8E6B-C7B94839E2D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0" y="2590800"/>
                <a:ext cx="11430000" cy="9334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AFAF8"/>
              </a:solidFill>
              <a:ln xmlns:a="http://schemas.openxmlformats.org/drawingml/2006/main" w="6668" cap="rnd">
                <a:solidFill>
                  <a:srgbClr val="DEE2E3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9" name="grid//box-29">
                <a:extLst xmlns:a="http://schemas.openxmlformats.org/drawingml/2006/main">
                  <a:ext uri="{FF2B5EF4-FFF2-40B4-BE49-F238E27FC236}">
                    <a16:creationId xmlns:a16="http://schemas.microsoft.com/office/drawing/2014/main" id="{79463351-82D3-4C62-B84C-2A91D2D0C04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6225" y="3867150"/>
                <a:ext cx="128587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Validation</a:t>
                </a:r>
              </a:p>
            </p:txBody>
          </p:sp>
          <p:sp>
            <p:nvSpPr>
              <p:cNvPr id="30" name="grid//box-30">
                <a:extLst xmlns:a="http://schemas.openxmlformats.org/drawingml/2006/main">
                  <a:ext uri="{FF2B5EF4-FFF2-40B4-BE49-F238E27FC236}">
                    <a16:creationId xmlns:a16="http://schemas.microsoft.com/office/drawing/2014/main" id="{6E04A6A6-EA56-46FD-80D3-53045B680B9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0" y="3524250"/>
                <a:ext cx="11430000" cy="9334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6668" cap="rnd">
                <a:solidFill>
                  <a:srgbClr val="DEE2E3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31" name="grid//path-31">
                <a:extLst xmlns:a="http://schemas.openxmlformats.org/drawingml/2006/main">
                  <a:ext uri="{FF2B5EF4-FFF2-40B4-BE49-F238E27FC236}">
                    <a16:creationId xmlns:a16="http://schemas.microsoft.com/office/drawing/2014/main" id="{C70542F6-6389-421D-B240-B5ACF333872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0" y="723900"/>
                <a:ext cx="95" cy="3733800"/>
              </a:xfrm>
              <a:custGeom xmlns:a="http://schemas.openxmlformats.org/drawingml/2006/main">
                <a:pathLst>
                  <a:path w="9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668" cap="rnd">
                <a:solidFill>
                  <a:srgbClr val="D8DDDF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32" name="grid//path-32">
                <a:extLst xmlns:a="http://schemas.openxmlformats.org/drawingml/2006/main">
                  <a:ext uri="{FF2B5EF4-FFF2-40B4-BE49-F238E27FC236}">
                    <a16:creationId xmlns:a16="http://schemas.microsoft.com/office/drawing/2014/main" id="{288EA257-327A-44AC-BAEA-26BA4651B41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476750" y="723900"/>
                <a:ext cx="95" cy="3733800"/>
              </a:xfrm>
              <a:custGeom xmlns:a="http://schemas.openxmlformats.org/drawingml/2006/main">
                <a:pathLst>
                  <a:path w="9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668" cap="rnd">
                <a:solidFill>
                  <a:srgbClr val="D8DDDF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33" name="grid//path-33">
                <a:extLst xmlns:a="http://schemas.openxmlformats.org/drawingml/2006/main">
                  <a:ext uri="{FF2B5EF4-FFF2-40B4-BE49-F238E27FC236}">
                    <a16:creationId xmlns:a16="http://schemas.microsoft.com/office/drawing/2014/main" id="{5C193346-04F0-43C7-9BD3-36A3487FFA1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334250" y="723900"/>
                <a:ext cx="95" cy="3733800"/>
              </a:xfrm>
              <a:custGeom xmlns:a="http://schemas.openxmlformats.org/drawingml/2006/main">
                <a:pathLst>
                  <a:path w="9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668" cap="rnd">
                <a:solidFill>
                  <a:srgbClr val="D8DDDF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34" name="grid//path-34">
                <a:extLst xmlns:a="http://schemas.openxmlformats.org/drawingml/2006/main">
                  <a:ext uri="{FF2B5EF4-FFF2-40B4-BE49-F238E27FC236}">
                    <a16:creationId xmlns:a16="http://schemas.microsoft.com/office/drawing/2014/main" id="{54DC947B-99FB-493B-8007-5AAE4A3D2F7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91750" y="723900"/>
                <a:ext cx="95" cy="3733800"/>
              </a:xfrm>
              <a:custGeom xmlns:a="http://schemas.openxmlformats.org/drawingml/2006/main">
                <a:pathLst>
                  <a:path w="9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668" cap="rnd">
                <a:solidFill>
                  <a:srgbClr val="D8DDDF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222" name="cell-0-0"/>
              <p:cNvGrpSpPr/>
              <p:nvPr/>
            </p:nvGrpSpPr>
            <p:grpSpPr>
              <ns1:xfrm xmlns:ns1="http://schemas.openxmlformats.org/drawingml/2006/main">
                <ns1:off x="1781175" y="1057275"/>
                <ns1:ext cx="2600325" cy="266700"/>
                <ns1:chOff x="1781175" y="1057275"/>
                <ns1:chExt cx="2600325" cy="266700"/>
              </ns1:xfrm>
            </p:grpSpPr>
            <p:sp>
              <p:nvSpPr>
                <p:cNvPr id="35" name="grid/cell-0-0//series-35">
                  <a:extLst xmlns:a="http://schemas.openxmlformats.org/drawingml/2006/main">
                    <a:ext uri="{FF2B5EF4-FFF2-40B4-BE49-F238E27FC236}">
                      <a16:creationId xmlns:a16="http://schemas.microsoft.com/office/drawing/2014/main" id="{E6FD9AC7-798C-4787-B9B1-AE62F82C10A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781175" y="1108043"/>
                  <a:ext cx="1257300" cy="180213"/>
                </a:xfrm>
                <a:custGeom xmlns:a="http://schemas.openxmlformats.org/drawingml/2006/main">
                  <a:pathLst>
                    <a:path w="1257300" h="180213">
                      <a:moveTo>
                        <a:pt x="0" y="159734"/>
                      </a:moveTo>
                      <a:lnTo>
                        <a:pt x="114300" y="118777"/>
                      </a:lnTo>
                      <a:lnTo>
                        <a:pt x="228600" y="180213"/>
                      </a:lnTo>
                      <a:lnTo>
                        <a:pt x="342900" y="102394"/>
                      </a:lnTo>
                      <a:lnTo>
                        <a:pt x="457200" y="61436"/>
                      </a:lnTo>
                      <a:lnTo>
                        <a:pt x="571500" y="143351"/>
                      </a:lnTo>
                      <a:lnTo>
                        <a:pt x="685800" y="36862"/>
                      </a:lnTo>
                      <a:lnTo>
                        <a:pt x="800100" y="81915"/>
                      </a:lnTo>
                      <a:lnTo>
                        <a:pt x="914400" y="57340"/>
                      </a:lnTo>
                      <a:lnTo>
                        <a:pt x="1028700" y="0"/>
                      </a:lnTo>
                      <a:lnTo>
                        <a:pt x="1143000" y="57340"/>
                      </a:lnTo>
                      <a:lnTo>
                        <a:pt x="1257300" y="8191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9050" cap="rnd">
                  <a:solidFill>
                    <a:srgbClr val="24272A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6" name="grid/cell-0-0//box-36">
                  <a:extLst xmlns:a="http://schemas.openxmlformats.org/drawingml/2006/main">
                    <a:ext uri="{FF2B5EF4-FFF2-40B4-BE49-F238E27FC236}">
                      <a16:creationId xmlns:a16="http://schemas.microsoft.com/office/drawing/2014/main" id="{590A0C90-66CB-4C8E-B86C-1E1D98DAF93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228975" y="105727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History</a:t>
                  </a:r>
                </a:p>
              </p:txBody>
            </p:sp>
          </p:grpSp>
          <p:grpSp>
            <p:nvGrpSpPr>
              <p:cNvPr id="223" name="cell-0-1"/>
              <p:cNvGrpSpPr/>
              <p:nvPr/>
            </p:nvGrpSpPr>
            <p:grpSpPr>
              <ns1:xfrm xmlns:ns1="http://schemas.openxmlformats.org/drawingml/2006/main">
                <ns1:off x="4733925" y="981075"/>
                <ns1:ext cx="2505075" cy="409575"/>
                <ns1:chOff x="4733925" y="981075"/>
                <ns1:chExt cx="2505075" cy="409575"/>
              </ns1:xfrm>
            </p:grpSpPr>
            <p:grpSp>
              <p:nvGrpSpPr>
                <p:cNvPr id="224" name="icon-table-properties-36"/>
                <p:cNvGrpSpPr/>
                <p:nvPr/>
              </p:nvGrpSpPr>
              <p:grpSpPr>
                <ns1:xfrm xmlns:ns1="http://schemas.openxmlformats.org/drawingml/2006/main">
                  <ns1:off x="4733925" y="981075"/>
                  <ns1:ext cx="409575" cy="409575"/>
                  <ns1:chOff x="4733925" y="981075"/>
                  <ns1:chExt cx="409575" cy="409575"/>
                </ns1:xfrm>
              </p:grpSpPr>
              <p:sp>
                <p:nvSpPr>
                  <p:cNvPr id="37" name="grid/cell-0-1/icon-table-properties-36//table-properties-3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5D22FD7-3512-45AB-B629-1830BFCB7D03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42875" y="28575"/>
                        </a:moveTo>
                        <a:lnTo>
                          <a:pt x="142875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38" name="grid/cell-0-1/icon-table-properties-36//table-properties-3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B634159-92CC-4640-B6AC-C6D59F076EC3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47625" y="28575"/>
                        </a:moveTo>
                        <a:lnTo>
                          <a:pt x="180975" y="28575"/>
                        </a:lnTo>
                        <a:quadBezTo>
                          <a:pt x="200025" y="28575"/>
                          <a:pt x="200025" y="47625"/>
                        </a:quadBezTo>
                        <a:lnTo>
                          <a:pt x="200025" y="180975"/>
                        </a:lnTo>
                        <a:quadBezTo>
                          <a:pt x="200025" y="200025"/>
                          <a:pt x="180975" y="200025"/>
                        </a:quadBezTo>
                        <a:lnTo>
                          <a:pt x="47625" y="200025"/>
                        </a:lnTo>
                        <a:quadBezTo>
                          <a:pt x="28575" y="200025"/>
                          <a:pt x="28575" y="180975"/>
                        </a:quadBezTo>
                        <a:lnTo>
                          <a:pt x="28575" y="47625"/>
                        </a:lnTo>
                        <a:quadBezTo>
                          <a:pt x="28575" y="28575"/>
                          <a:pt x="47625" y="28575"/>
                        </a:quad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39" name="grid/cell-0-1/icon-table-properties-36//table-properties-3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F1DA6AE-CC78-41E1-8C42-B93F6CBD0FE6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85725"/>
                        </a:moveTo>
                        <a:lnTo>
                          <a:pt x="28575" y="857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40" name="grid/cell-0-1/icon-table-properties-36//table-properties-4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AE8E1B16-5ED3-4869-9C9A-2976B7C010B1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142875"/>
                        </a:moveTo>
                        <a:lnTo>
                          <a:pt x="28575" y="1428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41" name="grid/cell-0-1//box-41">
                  <a:extLst xmlns:a="http://schemas.openxmlformats.org/drawingml/2006/main">
                    <a:ext uri="{FF2B5EF4-FFF2-40B4-BE49-F238E27FC236}">
                      <a16:creationId xmlns:a16="http://schemas.microsoft.com/office/drawing/2014/main" id="{3397FA2A-83C8-4350-AA09-9C1F831A03E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086475" y="105727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Samples</a:t>
                  </a:r>
                </a:p>
              </p:txBody>
            </p:sp>
            <p:sp>
              <p:nvSpPr>
                <p:cNvPr id="42" name="grid/cell-0-1//box-42">
                  <a:extLst xmlns:a="http://schemas.openxmlformats.org/drawingml/2006/main">
                    <a:ext uri="{FF2B5EF4-FFF2-40B4-BE49-F238E27FC236}">
                      <a16:creationId xmlns:a16="http://schemas.microsoft.com/office/drawing/2014/main" id="{82B5C964-9F5C-47C5-BF15-C85AA4880B7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257800" y="1047750"/>
                  <a:ext cx="723900" cy="25717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rPr>
                    <a:t>x₁  x₂  …</a:t>
                  </a:r>
                </a:p>
              </p:txBody>
            </p:sp>
          </p:grpSp>
          <p:grpSp>
            <p:nvGrpSpPr>
              <p:cNvPr id="225" name="cell-0-2"/>
              <p:cNvGrpSpPr/>
              <p:nvPr/>
            </p:nvGrpSpPr>
            <p:grpSpPr>
              <ns1:xfrm xmlns:ns1="http://schemas.openxmlformats.org/drawingml/2006/main">
                <ns1:off x="7591425" y="981075"/>
                <ns1:ext cx="2505075" cy="409575"/>
                <ns1:chOff x="7591425" y="981075"/>
                <ns1:chExt cx="2505075" cy="409575"/>
              </ns1:xfrm>
            </p:grpSpPr>
            <p:grpSp>
              <p:nvGrpSpPr>
                <p:cNvPr id="226" name="icon-audio-lines-42"/>
                <p:cNvGrpSpPr/>
                <p:nvPr/>
              </p:nvGrpSpPr>
              <p:grpSpPr>
                <ns1:xfrm xmlns:ns1="http://schemas.openxmlformats.org/drawingml/2006/main">
                  <ns1:off x="7591425" y="981075"/>
                  <ns1:ext cx="409575" cy="409575"/>
                  <ns1:chOff x="7591425" y="981075"/>
                  <ns1:chExt cx="409575" cy="409575"/>
                </ns1:xfrm>
              </p:grpSpPr>
              <p:sp>
                <p:nvSpPr>
                  <p:cNvPr id="43" name="grid/cell-0-2/icon-audio-lines-42//audio-lines-4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D9A913A-695B-4554-BC77-F06B3CCA906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9050" y="95250"/>
                        </a:moveTo>
                        <a:lnTo>
                          <a:pt x="19050" y="1238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44" name="grid/cell-0-2/icon-audio-lines-42//audio-lines-4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A071D2E0-8E21-44EB-8DBE-0D3C9628EE2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57150" y="57150"/>
                        </a:moveTo>
                        <a:lnTo>
                          <a:pt x="57150" y="1619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45" name="grid/cell-0-2/icon-audio-lines-42//audio-lines-45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A0BB2D48-7596-4A82-B5D8-787F5AABD29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95250" y="28575"/>
                        </a:moveTo>
                        <a:lnTo>
                          <a:pt x="95250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46" name="grid/cell-0-2/icon-audio-lines-42//audio-lines-46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3302BDF-1554-4694-92BE-04F85ECA3A76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33350" y="76200"/>
                        </a:moveTo>
                        <a:lnTo>
                          <a:pt x="133350" y="1428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47" name="grid/cell-0-2/icon-audio-lines-42//audio-lines-4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043F35D-F434-4BB9-BBFE-0AEA082E43F7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71450" y="47625"/>
                        </a:moveTo>
                        <a:lnTo>
                          <a:pt x="171450" y="1714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48" name="grid/cell-0-2/icon-audio-lines-42//audio-lines-4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D335F89-6DFC-47E9-AAE8-67EA9F209F1C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981075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9550" y="95250"/>
                        </a:moveTo>
                        <a:lnTo>
                          <a:pt x="209550" y="1238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49" name="grid/cell-0-2//box-49">
                  <a:extLst xmlns:a="http://schemas.openxmlformats.org/drawingml/2006/main">
                    <a:ext uri="{FF2B5EF4-FFF2-40B4-BE49-F238E27FC236}">
                      <a16:creationId xmlns:a16="http://schemas.microsoft.com/office/drawing/2014/main" id="{D3E6D8AC-76C7-4431-BF83-64D4163EEA6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943975" y="105727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Streams</a:t>
                  </a:r>
                </a:p>
              </p:txBody>
            </p:sp>
            <p:sp>
              <p:nvSpPr>
                <p:cNvPr id="50" name="grid/cell-0-2//box-50">
                  <a:extLst xmlns:a="http://schemas.openxmlformats.org/drawingml/2006/main">
                    <a:ext uri="{FF2B5EF4-FFF2-40B4-BE49-F238E27FC236}">
                      <a16:creationId xmlns:a16="http://schemas.microsoft.com/office/drawing/2014/main" id="{693BFFB8-38B6-4DE7-B279-986E57BEE26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143875" y="1057275"/>
                  <a:ext cx="742950" cy="25717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20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rPr>
                    <a:t>A   B   C</a:t>
                  </a:r>
                </a:p>
              </p:txBody>
            </p:sp>
          </p:grpSp>
          <p:grpSp>
            <p:nvGrpSpPr>
              <p:cNvPr id="227" name="cell-0-3"/>
              <p:cNvGrpSpPr/>
              <p:nvPr/>
            </p:nvGrpSpPr>
            <p:grpSpPr>
              <ns1:xfrm xmlns:ns1="http://schemas.openxmlformats.org/drawingml/2006/main">
                <ns1:off x="10439400" y="952500"/>
                <ns1:ext cx="2514600" cy="428625"/>
                <ns1:chOff x="10439400" y="952500"/>
                <ns1:chExt cx="2514600" cy="428625"/>
              </ns1:xfrm>
            </p:grpSpPr>
            <p:grpSp>
              <p:nvGrpSpPr>
                <p:cNvPr id="228" name="icon-warehouse-50"/>
                <p:cNvGrpSpPr/>
                <p:nvPr/>
              </p:nvGrpSpPr>
              <p:grpSpPr>
                <ns1:xfrm xmlns:ns1="http://schemas.openxmlformats.org/drawingml/2006/main">
                  <ns1:off x="10439400" y="952500"/>
                  <ns1:ext cx="428625" cy="428625"/>
                  <ns1:chOff x="10439400" y="952500"/>
                  <ns1:chExt cx="428625" cy="428625"/>
                </ns1:xfrm>
              </p:grpSpPr>
              <p:sp>
                <p:nvSpPr>
                  <p:cNvPr id="51" name="grid/cell-0-3/icon-warehouse-50//warehouse-5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34BAFCE9-C85D-42A7-8A8E-5677B87F34C5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39400" y="952500"/>
                    <a:ext cx="428625" cy="4286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71450" y="200025"/>
                        </a:moveTo>
                        <a:lnTo>
                          <a:pt x="171450" y="95250"/>
                        </a:lnTo>
                        <a:cubicBezTo>
                          <a:pt x="171450" y="92725"/>
                          <a:pt x="170446" y="90300"/>
                          <a:pt x="168660" y="88515"/>
                        </a:cubicBezTo>
                        <a:cubicBezTo>
                          <a:pt x="166875" y="86729"/>
                          <a:pt x="164450" y="85725"/>
                          <a:pt x="161925" y="85725"/>
                        </a:cubicBezTo>
                        <a:lnTo>
                          <a:pt x="66675" y="85725"/>
                        </a:lnTo>
                        <a:cubicBezTo>
                          <a:pt x="64150" y="85725"/>
                          <a:pt x="61725" y="86729"/>
                          <a:pt x="59940" y="88515"/>
                        </a:cubicBezTo>
                        <a:cubicBezTo>
                          <a:pt x="58154" y="90300"/>
                          <a:pt x="57150" y="92725"/>
                          <a:pt x="57150" y="95250"/>
                        </a:cubicBezTo>
                        <a:lnTo>
                          <a:pt x="57150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52" name="grid/cell-0-3/icon-warehouse-50//warehouse-5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2A078D2-6A4D-4136-80C5-B4A64352FFFD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39400" y="952500"/>
                    <a:ext cx="428625" cy="4286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9550" y="180975"/>
                        </a:moveTo>
                        <a:cubicBezTo>
                          <a:pt x="209550" y="186025"/>
                          <a:pt x="207542" y="190874"/>
                          <a:pt x="203970" y="194445"/>
                        </a:cubicBezTo>
                        <a:cubicBezTo>
                          <a:pt x="200399" y="198017"/>
                          <a:pt x="195550" y="200025"/>
                          <a:pt x="190500" y="200025"/>
                        </a:cubicBezTo>
                        <a:lnTo>
                          <a:pt x="38100" y="200025"/>
                        </a:lnTo>
                        <a:cubicBezTo>
                          <a:pt x="33050" y="200025"/>
                          <a:pt x="28201" y="198017"/>
                          <a:pt x="24630" y="194445"/>
                        </a:cubicBezTo>
                        <a:cubicBezTo>
                          <a:pt x="21058" y="190874"/>
                          <a:pt x="19050" y="186025"/>
                          <a:pt x="19050" y="180975"/>
                        </a:cubicBezTo>
                        <a:lnTo>
                          <a:pt x="19050" y="76200"/>
                        </a:lnTo>
                        <a:cubicBezTo>
                          <a:pt x="19048" y="72613"/>
                          <a:pt x="20059" y="69097"/>
                          <a:pt x="21966" y="66059"/>
                        </a:cubicBezTo>
                        <a:cubicBezTo>
                          <a:pt x="23874" y="63021"/>
                          <a:pt x="26601" y="60583"/>
                          <a:pt x="29832" y="59026"/>
                        </a:cubicBezTo>
                        <a:lnTo>
                          <a:pt x="105556" y="21174"/>
                        </a:lnTo>
                        <a:cubicBezTo>
                          <a:pt x="111039" y="18339"/>
                          <a:pt x="117571" y="18339"/>
                          <a:pt x="123053" y="21174"/>
                        </a:cubicBezTo>
                        <a:lnTo>
                          <a:pt x="198758" y="59026"/>
                        </a:lnTo>
                        <a:cubicBezTo>
                          <a:pt x="201992" y="60582"/>
                          <a:pt x="204721" y="63020"/>
                          <a:pt x="206630" y="66058"/>
                        </a:cubicBezTo>
                        <a:cubicBezTo>
                          <a:pt x="208539" y="69096"/>
                          <a:pt x="209551" y="72612"/>
                          <a:pt x="209550" y="76200"/>
                        </a:cubicBezTo>
                        <a:lnTo>
                          <a:pt x="209550" y="1809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53" name="grid/cell-0-3/icon-warehouse-50//warehouse-5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8A198A44-8B2A-45DC-9B84-01189545163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39400" y="952500"/>
                    <a:ext cx="428625" cy="4286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57150" y="123825"/>
                        </a:moveTo>
                        <a:lnTo>
                          <a:pt x="171450" y="1238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54" name="grid/cell-0-3/icon-warehouse-50//warehouse-5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14EA5A0-12A2-4D41-A4FC-D25C636D85E7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39400" y="952500"/>
                    <a:ext cx="428625" cy="4286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57150" y="161925"/>
                        </a:moveTo>
                        <a:lnTo>
                          <a:pt x="171450" y="1619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55" name="grid/cell-0-3//box-55">
                  <a:extLst xmlns:a="http://schemas.openxmlformats.org/drawingml/2006/main">
                    <a:ext uri="{FF2B5EF4-FFF2-40B4-BE49-F238E27FC236}">
                      <a16:creationId xmlns:a16="http://schemas.microsoft.com/office/drawing/2014/main" id="{37CDD997-785B-4663-A3A7-4BA99ABB0CE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801475" y="105727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State</a:t>
                  </a:r>
                </a:p>
              </p:txBody>
            </p:sp>
            <p:sp>
              <p:nvSpPr>
                <p:cNvPr id="56" name="grid/cell-0-3//box-56">
                  <a:extLst xmlns:a="http://schemas.openxmlformats.org/drawingml/2006/main">
                    <a:ext uri="{FF2B5EF4-FFF2-40B4-BE49-F238E27FC236}">
                      <a16:creationId xmlns:a16="http://schemas.microsoft.com/office/drawing/2014/main" id="{1A137FAA-C947-4BB9-8F17-7756A227984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972800" y="1066800"/>
                  <a:ext cx="752475" cy="25717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050" b="0" i="0">
                      <a:solidFill>
                        <a:srgbClr val="626A6F"/>
                      </a:solidFill>
                      <a:latin typeface="Arial"/>
                      <a:ea typeface="Arial"/>
                      <a:cs typeface="Arial"/>
                    </a:rPr>
                    <a:t>stock, cost</a:t>
                  </a:r>
                </a:p>
              </p:txBody>
            </p:sp>
          </p:grpSp>
          <p:grpSp>
            <p:nvGrpSpPr>
              <p:cNvPr id="229" name="cell-1-0"/>
              <p:cNvGrpSpPr/>
              <p:nvPr/>
            </p:nvGrpSpPr>
            <p:grpSpPr>
              <ns1:xfrm xmlns:ns1="http://schemas.openxmlformats.org/drawingml/2006/main">
                <ns1:off x="1790700" y="1866900"/>
                <ns1:ext cx="2590800" cy="523875"/>
                <ns1:chOff x="1790700" y="1866900"/>
                <ns1:chExt cx="2590800" cy="523875"/>
              </ns1:xfrm>
            </p:grpSpPr>
            <p:sp>
              <p:nvSpPr>
                <p:cNvPr id="57" name="grid/cell-1-0//box-57">
                  <a:extLst xmlns:a="http://schemas.openxmlformats.org/drawingml/2006/main">
                    <a:ext uri="{FF2B5EF4-FFF2-40B4-BE49-F238E27FC236}">
                      <a16:creationId xmlns:a16="http://schemas.microsoft.com/office/drawing/2014/main" id="{D0AF8629-D547-4FA6-B84C-4AF6A7C39A4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486025" y="1866900"/>
                  <a:ext cx="533400" cy="46672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EAF0F3"/>
                </a:solidFill>
                <a:ln xmlns:a="http://schemas.openxmlformats.org/drawingml/2006/main" w="0" cap="rnd">
                  <a:noFill/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8" name="grid/cell-1-0//series-58">
                  <a:extLst xmlns:a="http://schemas.openxmlformats.org/drawingml/2006/main">
                    <a:ext uri="{FF2B5EF4-FFF2-40B4-BE49-F238E27FC236}">
                      <a16:creationId xmlns:a16="http://schemas.microsoft.com/office/drawing/2014/main" id="{BA34D7E2-E798-4132-BA95-EDFAFF1A832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790700" y="2082165"/>
                  <a:ext cx="695325" cy="130016"/>
                </a:xfrm>
                <a:custGeom xmlns:a="http://schemas.openxmlformats.org/drawingml/2006/main">
                  <a:pathLst>
                    <a:path w="695325" h="130016">
                      <a:moveTo>
                        <a:pt x="0" y="111443"/>
                      </a:moveTo>
                      <a:lnTo>
                        <a:pt x="99332" y="74295"/>
                      </a:lnTo>
                      <a:lnTo>
                        <a:pt x="198664" y="130016"/>
                      </a:lnTo>
                      <a:lnTo>
                        <a:pt x="297996" y="59436"/>
                      </a:lnTo>
                      <a:lnTo>
                        <a:pt x="397329" y="22289"/>
                      </a:lnTo>
                      <a:lnTo>
                        <a:pt x="496661" y="96584"/>
                      </a:lnTo>
                      <a:lnTo>
                        <a:pt x="595993" y="0"/>
                      </a:lnTo>
                      <a:lnTo>
                        <a:pt x="695325" y="40862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9050" cap="rnd">
                  <a:solidFill>
                    <a:srgbClr val="24272A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9" name="grid/cell-1-0//series-59">
                  <a:extLst xmlns:a="http://schemas.openxmlformats.org/drawingml/2006/main">
                    <a:ext uri="{FF2B5EF4-FFF2-40B4-BE49-F238E27FC236}">
                      <a16:creationId xmlns:a16="http://schemas.microsoft.com/office/drawing/2014/main" id="{FBEC599C-4A2B-4433-9EC7-C8063FBC4D2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486025" y="2011585"/>
                  <a:ext cx="533400" cy="93345"/>
                </a:xfrm>
                <a:custGeom xmlns:a="http://schemas.openxmlformats.org/drawingml/2006/main">
                  <a:pathLst>
                    <a:path w="533400" h="93345">
                      <a:moveTo>
                        <a:pt x="0" y="93345"/>
                      </a:moveTo>
                      <a:lnTo>
                        <a:pt x="133350" y="65342"/>
                      </a:lnTo>
                      <a:lnTo>
                        <a:pt x="266700" y="0"/>
                      </a:lnTo>
                      <a:lnTo>
                        <a:pt x="400050" y="65342"/>
                      </a:lnTo>
                      <a:lnTo>
                        <a:pt x="533400" y="9334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9050" cap="rnd">
                  <a:solidFill>
                    <a:srgbClr val="24272A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0" name="grid/cell-1-0//interval-bracket-60">
                  <a:extLst xmlns:a="http://schemas.openxmlformats.org/drawingml/2006/main">
                    <a:ext uri="{FF2B5EF4-FFF2-40B4-BE49-F238E27FC236}">
                      <a16:creationId xmlns:a16="http://schemas.microsoft.com/office/drawing/2014/main" id="{D43EF9C0-E12D-44AE-8F79-904BBBD2178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486025" y="2352675"/>
                  <a:ext cx="533400" cy="38100"/>
                </a:xfrm>
                <a:custGeom xmlns:a="http://schemas.openxmlformats.org/drawingml/2006/main">
                  <a:pathLst>
                    <a:path w="533400" h="38100">
                      <a:moveTo>
                        <a:pt x="0" y="0"/>
                      </a:moveTo>
                      <a:lnTo>
                        <a:pt x="0" y="38100"/>
                      </a:lnTo>
                      <a:lnTo>
                        <a:pt x="533400" y="38100"/>
                      </a:lnTo>
                      <a:lnTo>
                        <a:pt x="533400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1" name="grid/cell-1-0//box-61">
                  <a:extLst xmlns:a="http://schemas.openxmlformats.org/drawingml/2006/main">
                    <a:ext uri="{FF2B5EF4-FFF2-40B4-BE49-F238E27FC236}">
                      <a16:creationId xmlns:a16="http://schemas.microsoft.com/office/drawing/2014/main" id="{110F9627-200F-4596-9261-77A5491F432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228975" y="199072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Horizon</a:t>
                  </a:r>
                </a:p>
              </p:txBody>
            </p:sp>
          </p:grpSp>
          <p:grpSp>
            <p:nvGrpSpPr>
              <p:cNvPr id="230" name="cell-1-1"/>
              <p:cNvGrpSpPr/>
              <p:nvPr/>
            </p:nvGrpSpPr>
            <p:grpSpPr>
              <ns1:xfrm xmlns:ns1="http://schemas.openxmlformats.org/drawingml/2006/main">
                <ns1:off x="4724400" y="1924050"/>
                <ns1:ext cx="2514600" cy="371475"/>
                <ns1:chOff x="4724400" y="1924050"/>
                <ns1:chExt cx="2514600" cy="371475"/>
              </ns1:xfrm>
            </p:grpSpPr>
            <p:grpSp>
              <p:nvGrpSpPr>
                <p:cNvPr id="231" name="icon-shuffle-61"/>
                <p:cNvGrpSpPr/>
                <p:nvPr/>
              </p:nvGrpSpPr>
              <p:grpSpPr>
                <ns1:xfrm xmlns:ns1="http://schemas.openxmlformats.org/drawingml/2006/main">
                  <ns1:off x="4724400" y="1924050"/>
                  <ns1:ext cx="371475" cy="371475"/>
                  <ns1:chOff x="4724400" y="1924050"/>
                  <ns1:chExt cx="371475" cy="371475"/>
                </ns1:xfrm>
              </p:grpSpPr>
              <p:sp>
                <p:nvSpPr>
                  <p:cNvPr id="62" name="grid/cell-1-1/icon-shuffle-61//shuffle-6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DA8E19BF-D3FA-489E-9484-3E08E5A69F46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24400" y="1924050"/>
                    <a:ext cx="371475" cy="3714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71450" y="133350"/>
                        </a:moveTo>
                        <a:lnTo>
                          <a:pt x="209550" y="171450"/>
                        </a:lnTo>
                        <a:lnTo>
                          <a:pt x="171450" y="2095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63" name="grid/cell-1-1/icon-shuffle-61//shuffle-6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1DDE302-0697-450A-8DD0-3FFEC34FDC75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24400" y="1924050"/>
                    <a:ext cx="371475" cy="3714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71450" y="19050"/>
                        </a:moveTo>
                        <a:lnTo>
                          <a:pt x="209550" y="57150"/>
                        </a:lnTo>
                        <a:lnTo>
                          <a:pt x="171450" y="952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64" name="grid/cell-1-1/icon-shuffle-61//shuffle-6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F93B5AF-C31E-4715-BA95-B525DE98B52B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24400" y="1924050"/>
                    <a:ext cx="371475" cy="3714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9050" y="171450"/>
                        </a:moveTo>
                        <a:lnTo>
                          <a:pt x="37843" y="171450"/>
                        </a:lnTo>
                        <a:cubicBezTo>
                          <a:pt x="50331" y="171535"/>
                          <a:pt x="62095" y="165475"/>
                          <a:pt x="69275" y="155258"/>
                        </a:cubicBezTo>
                        <a:lnTo>
                          <a:pt x="121225" y="73343"/>
                        </a:lnTo>
                        <a:cubicBezTo>
                          <a:pt x="128405" y="63125"/>
                          <a:pt x="140169" y="57065"/>
                          <a:pt x="152657" y="57150"/>
                        </a:cubicBezTo>
                        <a:lnTo>
                          <a:pt x="209550" y="571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65" name="grid/cell-1-1/icon-shuffle-61//shuffle-65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E5E7440F-B677-4CA3-905B-F00C0656993C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24400" y="1924050"/>
                    <a:ext cx="371475" cy="3714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9050" y="57150"/>
                        </a:moveTo>
                        <a:lnTo>
                          <a:pt x="37833" y="57150"/>
                        </a:lnTo>
                        <a:cubicBezTo>
                          <a:pt x="44933" y="57101"/>
                          <a:pt x="51907" y="59037"/>
                          <a:pt x="57966" y="62739"/>
                        </a:cubicBezTo>
                        <a:cubicBezTo>
                          <a:pt x="64024" y="66441"/>
                          <a:pt x="68928" y="71764"/>
                          <a:pt x="72123" y="78105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66" name="grid/cell-1-1/icon-shuffle-61//shuffle-66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C245F754-F7E7-4E67-AF3B-A38A828D821B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24400" y="1924050"/>
                    <a:ext cx="371475" cy="3714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9550" y="171450"/>
                        </a:moveTo>
                        <a:lnTo>
                          <a:pt x="152009" y="171450"/>
                        </a:lnTo>
                        <a:cubicBezTo>
                          <a:pt x="139344" y="171321"/>
                          <a:pt x="127543" y="164884"/>
                          <a:pt x="120577" y="154305"/>
                        </a:cubicBezTo>
                        <a:lnTo>
                          <a:pt x="117158" y="150019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67" name="grid/cell-1-1//flow-67">
                  <a:extLst xmlns:a="http://schemas.openxmlformats.org/drawingml/2006/main">
                    <a:ext uri="{FF2B5EF4-FFF2-40B4-BE49-F238E27FC236}">
                      <a16:creationId xmlns:a16="http://schemas.microsoft.com/office/drawing/2014/main" id="{78CA3E2C-91FE-4586-B8DD-54BE15E42B9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210175" y="2105025"/>
                  <a:ext cx="238125" cy="95"/>
                </a:xfrm>
                <a:custGeom xmlns:a="http://schemas.openxmlformats.org/drawingml/2006/main">
                  <a:pathLst>
                    <a:path w="238125" h="95">
                      <a:moveTo>
                        <a:pt x="0" y="0"/>
                      </a:moveTo>
                      <a:lnTo>
                        <a:pt x="238125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25718" cap="rnd">
                  <a:solidFill>
                    <a:srgbClr val="836780"/>
                  </a:solidFill>
                  <a:prstDash val="solid"/>
                  <a:round/>
                </a:ln>
              </p:spPr>
              <p:style>
                <a:lnRef xmlns:a="http://schemas.openxmlformats.org/drawingml/2006/main" idx="0"/>
                <a:fillRef xmlns:a="http://schemas.openxmlformats.org/drawingml/2006/main" idx="0"/>
                <a:effectRef xmlns:a="http://schemas.openxmlformats.org/drawingml/2006/main" idx="10"/>
                <a:fontRef xmlns:a="http://schemas.openxmlformats.org/drawingml/2006/main" idx="major"/>
              </p:style>
              <p:txBody xmlns:a="http://schemas.openxmlformats.org/drawingml/2006/main">
                <a:bodyPr/>
                <a:p/>
              </p:txBody>
            </p:sp>
            <p:sp>
              <p:nvSpPr>
                <p:cNvPr id="68" name="grid/cell-1-1//flow-tip-68">
                  <a:extLst xmlns:a="http://schemas.openxmlformats.org/drawingml/2006/main">
                    <a:ext uri="{FF2B5EF4-FFF2-40B4-BE49-F238E27FC236}">
                      <a16:creationId xmlns:a16="http://schemas.microsoft.com/office/drawing/2014/main" id="{E4F85E99-F92C-487F-95EC-092397CC3C7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372100" y="2064068"/>
                  <a:ext cx="76200" cy="81915"/>
                </a:xfrm>
                <a:custGeom xmlns:a="http://schemas.openxmlformats.org/drawingml/2006/main">
                  <a:pathLst>
                    <a:path w="76200" h="81915">
                      <a:moveTo>
                        <a:pt x="76200" y="40958"/>
                      </a:moveTo>
                      <a:lnTo>
                        <a:pt x="0" y="0"/>
                      </a:lnTo>
                      <a:lnTo>
                        <a:pt x="0" y="8191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836780"/>
                </a:solidFill>
                <a:ln xmlns:a="http://schemas.openxmlformats.org/drawingml/2006/main" w="95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grpSp>
              <p:nvGrpSpPr>
                <p:cNvPr id="232" name="icon-crop-68"/>
                <p:cNvGrpSpPr/>
                <p:nvPr/>
              </p:nvGrpSpPr>
              <p:grpSpPr>
                <ns1:xfrm xmlns:ns1="http://schemas.openxmlformats.org/drawingml/2006/main">
                  <ns1:off x="5553075" y="1924050"/>
                  <ns1:ext cx="361950" cy="361950"/>
                  <ns1:chOff x="5553075" y="1924050"/>
                  <ns1:chExt cx="361950" cy="361950"/>
                </ns1:xfrm>
              </p:grpSpPr>
              <p:sp>
                <p:nvSpPr>
                  <p:cNvPr id="69" name="grid/cell-1-1/icon-crop-68//crop-6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B2DBB323-4090-4BC2-BBE1-1750EB4C97E8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5553075" y="1924050"/>
                    <a:ext cx="361950" cy="3619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57150" y="19050"/>
                        </a:moveTo>
                        <a:lnTo>
                          <a:pt x="57150" y="152400"/>
                        </a:lnTo>
                        <a:cubicBezTo>
                          <a:pt x="57150" y="157450"/>
                          <a:pt x="59158" y="162299"/>
                          <a:pt x="62730" y="165870"/>
                        </a:cubicBezTo>
                        <a:cubicBezTo>
                          <a:pt x="66301" y="169442"/>
                          <a:pt x="71150" y="171450"/>
                          <a:pt x="76200" y="171450"/>
                        </a:cubicBezTo>
                        <a:lnTo>
                          <a:pt x="209550" y="1714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70" name="grid/cell-1-1/icon-crop-68//crop-7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F9DFB146-5B35-446C-9A07-2BEB05E93BEB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5553075" y="1924050"/>
                    <a:ext cx="361950" cy="3619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71450" y="209550"/>
                        </a:moveTo>
                        <a:lnTo>
                          <a:pt x="171450" y="76200"/>
                        </a:lnTo>
                        <a:cubicBezTo>
                          <a:pt x="171450" y="71150"/>
                          <a:pt x="169442" y="66301"/>
                          <a:pt x="165870" y="62730"/>
                        </a:cubicBezTo>
                        <a:cubicBezTo>
                          <a:pt x="162299" y="59158"/>
                          <a:pt x="157450" y="57150"/>
                          <a:pt x="152400" y="57150"/>
                        </a:cubicBezTo>
                        <a:lnTo>
                          <a:pt x="19050" y="571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71" name="grid/cell-1-1//box-71">
                  <a:extLst xmlns:a="http://schemas.openxmlformats.org/drawingml/2006/main">
                    <a:ext uri="{FF2B5EF4-FFF2-40B4-BE49-F238E27FC236}">
                      <a16:creationId xmlns:a16="http://schemas.microsoft.com/office/drawing/2014/main" id="{8D7B8457-2DBE-4681-8CED-8A59D89F274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086475" y="199072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Transforms</a:t>
                  </a:r>
                </a:p>
              </p:txBody>
            </p:sp>
          </p:grpSp>
          <p:grpSp>
            <p:nvGrpSpPr>
              <p:cNvPr id="233" name="cell-1-2"/>
              <p:cNvGrpSpPr/>
              <p:nvPr/>
            </p:nvGrpSpPr>
            <p:grpSpPr>
              <ns1:xfrm xmlns:ns1="http://schemas.openxmlformats.org/drawingml/2006/main">
                <ns1:off x="7515225" y="1847850"/>
                <ns1:ext cx="2581275" cy="552450"/>
                <ns1:chOff x="7515225" y="1847850"/>
                <ns1:chExt cx="2581275" cy="552450"/>
              </ns1:xfrm>
            </p:grpSpPr>
            <p:sp>
              <p:nvSpPr>
                <p:cNvPr id="72" name="grid/cell-1-2//box-72">
                  <a:extLst xmlns:a="http://schemas.openxmlformats.org/drawingml/2006/main">
                    <a:ext uri="{FF2B5EF4-FFF2-40B4-BE49-F238E27FC236}">
                      <a16:creationId xmlns:a16="http://schemas.microsoft.com/office/drawing/2014/main" id="{7259C575-D4A3-47F7-8444-098044459AC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010525" y="1847850"/>
                  <a:ext cx="390525" cy="514350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F7EDE7"/>
                </a:solidFill>
                <a:ln xmlns:a="http://schemas.openxmlformats.org/drawingml/2006/main" w="0" cap="rnd">
                  <a:noFill/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3" name="grid/cell-1-2//series-73">
                  <a:extLst xmlns:a="http://schemas.openxmlformats.org/drawingml/2006/main">
                    <a:ext uri="{FF2B5EF4-FFF2-40B4-BE49-F238E27FC236}">
                      <a16:creationId xmlns:a16="http://schemas.microsoft.com/office/drawing/2014/main" id="{1132F581-8F66-4E5D-BCF4-C952A70F0EA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15225" y="1967865"/>
                  <a:ext cx="1238250" cy="274320"/>
                </a:xfrm>
                <a:custGeom xmlns:a="http://schemas.openxmlformats.org/drawingml/2006/main">
                  <a:pathLst>
                    <a:path w="1238250" h="274320">
                      <a:moveTo>
                        <a:pt x="0" y="274320"/>
                      </a:moveTo>
                      <a:lnTo>
                        <a:pt x="123825" y="228600"/>
                      </a:lnTo>
                      <a:lnTo>
                        <a:pt x="247650" y="260604"/>
                      </a:lnTo>
                      <a:lnTo>
                        <a:pt x="371475" y="251460"/>
                      </a:lnTo>
                      <a:lnTo>
                        <a:pt x="495300" y="182880"/>
                      </a:lnTo>
                      <a:lnTo>
                        <a:pt x="619125" y="0"/>
                      </a:lnTo>
                      <a:lnTo>
                        <a:pt x="742950" y="68580"/>
                      </a:lnTo>
                      <a:lnTo>
                        <a:pt x="866775" y="201168"/>
                      </a:lnTo>
                      <a:lnTo>
                        <a:pt x="990600" y="274320"/>
                      </a:lnTo>
                      <a:lnTo>
                        <a:pt x="1114425" y="233172"/>
                      </a:lnTo>
                      <a:lnTo>
                        <a:pt x="1238250" y="256032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9050" cap="rnd">
                  <a:solidFill>
                    <a:srgbClr val="24272A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4" name="grid/cell-1-2//interval-bracket-74">
                  <a:extLst xmlns:a="http://schemas.openxmlformats.org/drawingml/2006/main">
                    <a:ext uri="{FF2B5EF4-FFF2-40B4-BE49-F238E27FC236}">
                      <a16:creationId xmlns:a16="http://schemas.microsoft.com/office/drawing/2014/main" id="{BE67C482-7ADB-4561-BAF6-3D8A68DDF62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010525" y="2352675"/>
                  <a:ext cx="390525" cy="47625"/>
                </a:xfrm>
                <a:custGeom xmlns:a="http://schemas.openxmlformats.org/drawingml/2006/main">
                  <a:pathLst>
                    <a:path w="390525" h="47625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390525" y="47625"/>
                      </a:lnTo>
                      <a:lnTo>
                        <a:pt x="390525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5" name="grid/cell-1-2//box-75">
                  <a:extLst xmlns:a="http://schemas.openxmlformats.org/drawingml/2006/main">
                    <a:ext uri="{FF2B5EF4-FFF2-40B4-BE49-F238E27FC236}">
                      <a16:creationId xmlns:a16="http://schemas.microsoft.com/office/drawing/2014/main" id="{6B4ADD19-BB1F-4D33-B532-2DD1E7F8F8E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943975" y="199072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Intervals</a:t>
                  </a:r>
                </a:p>
              </p:txBody>
            </p:sp>
          </p:grpSp>
          <p:grpSp>
            <p:nvGrpSpPr>
              <p:cNvPr id="234" name="cell-1-3"/>
              <p:cNvGrpSpPr/>
              <p:nvPr/>
            </p:nvGrpSpPr>
            <p:grpSpPr>
              <ns1:xfrm xmlns:ns1="http://schemas.openxmlformats.org/drawingml/2006/main">
                <ns1:off x="10448925" y="1914525"/>
                <ns1:ext cx="2505075" cy="390525"/>
                <ns1:chOff x="10448925" y="1914525"/>
                <ns1:chExt cx="2505075" cy="390525"/>
              </ns1:xfrm>
            </p:grpSpPr>
            <p:grpSp>
              <p:nvGrpSpPr>
                <p:cNvPr id="235" name="icon-route-75"/>
                <p:cNvGrpSpPr/>
                <p:nvPr/>
              </p:nvGrpSpPr>
              <p:grpSpPr>
                <ns1:xfrm xmlns:ns1="http://schemas.openxmlformats.org/drawingml/2006/main">
                  <ns1:off x="10448925" y="1914525"/>
                  <ns1:ext cx="390525" cy="390525"/>
                  <ns1:chOff x="10448925" y="1914525"/>
                  <ns1:chExt cx="390525" cy="390525"/>
                </ns1:xfrm>
              </p:grpSpPr>
              <p:sp>
                <p:nvSpPr>
                  <p:cNvPr id="76" name="grid/cell-1-3/icon-route-75//route-76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035B432-CDF3-4A36-A2C7-A695F72EEBF8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48925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8575" y="180975"/>
                        </a:moveTo>
                        <a:cubicBezTo>
                          <a:pt x="28575" y="191171"/>
                          <a:pt x="34032" y="200624"/>
                          <a:pt x="42863" y="205722"/>
                        </a:cubicBezTo>
                        <a:cubicBezTo>
                          <a:pt x="51693" y="210820"/>
                          <a:pt x="62607" y="210820"/>
                          <a:pt x="71438" y="205722"/>
                        </a:cubicBezTo>
                        <a:cubicBezTo>
                          <a:pt x="80268" y="200624"/>
                          <a:pt x="85725" y="191171"/>
                          <a:pt x="85725" y="180975"/>
                        </a:cubicBezTo>
                        <a:cubicBezTo>
                          <a:pt x="85725" y="170779"/>
                          <a:pt x="80268" y="161326"/>
                          <a:pt x="71438" y="156228"/>
                        </a:cubicBezTo>
                        <a:cubicBezTo>
                          <a:pt x="62607" y="151130"/>
                          <a:pt x="51693" y="151130"/>
                          <a:pt x="42863" y="156228"/>
                        </a:cubicBezTo>
                        <a:cubicBezTo>
                          <a:pt x="34032" y="161326"/>
                          <a:pt x="28575" y="170779"/>
                          <a:pt x="28575" y="180975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77" name="grid/cell-1-3/icon-route-75//route-7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F759F9C9-3B1F-4ABE-9F2F-D882E2CF8BFC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48925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85725" y="180975"/>
                        </a:moveTo>
                        <a:lnTo>
                          <a:pt x="166688" y="180975"/>
                        </a:lnTo>
                        <a:cubicBezTo>
                          <a:pt x="178583" y="180975"/>
                          <a:pt x="189611" y="174608"/>
                          <a:pt x="195559" y="164306"/>
                        </a:cubicBezTo>
                        <a:cubicBezTo>
                          <a:pt x="201506" y="154004"/>
                          <a:pt x="201506" y="141271"/>
                          <a:pt x="195559" y="130969"/>
                        </a:cubicBezTo>
                        <a:cubicBezTo>
                          <a:pt x="189611" y="120667"/>
                          <a:pt x="178583" y="114300"/>
                          <a:pt x="166688" y="114300"/>
                        </a:cubicBezTo>
                        <a:lnTo>
                          <a:pt x="61913" y="114300"/>
                        </a:lnTo>
                        <a:cubicBezTo>
                          <a:pt x="50017" y="114300"/>
                          <a:pt x="38989" y="107933"/>
                          <a:pt x="33041" y="97631"/>
                        </a:cubicBezTo>
                        <a:cubicBezTo>
                          <a:pt x="27094" y="87329"/>
                          <a:pt x="27094" y="74596"/>
                          <a:pt x="33041" y="64294"/>
                        </a:cubicBezTo>
                        <a:cubicBezTo>
                          <a:pt x="38989" y="53992"/>
                          <a:pt x="50017" y="47625"/>
                          <a:pt x="61913" y="47625"/>
                        </a:cubicBezTo>
                        <a:lnTo>
                          <a:pt x="142875" y="476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78" name="grid/cell-1-3/icon-route-75//route-7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3DC59D48-34CC-4FDC-BA9D-B2C678EFFC50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48925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42875" y="47625"/>
                        </a:moveTo>
                        <a:cubicBezTo>
                          <a:pt x="142875" y="57821"/>
                          <a:pt x="148332" y="67274"/>
                          <a:pt x="157163" y="72372"/>
                        </a:cubicBezTo>
                        <a:cubicBezTo>
                          <a:pt x="165993" y="77470"/>
                          <a:pt x="176907" y="77470"/>
                          <a:pt x="185738" y="72372"/>
                        </a:cubicBezTo>
                        <a:cubicBezTo>
                          <a:pt x="194568" y="67274"/>
                          <a:pt x="200025" y="57821"/>
                          <a:pt x="200025" y="47625"/>
                        </a:cubicBezTo>
                        <a:cubicBezTo>
                          <a:pt x="200025" y="37429"/>
                          <a:pt x="194568" y="27976"/>
                          <a:pt x="185738" y="22878"/>
                        </a:cubicBezTo>
                        <a:cubicBezTo>
                          <a:pt x="176907" y="17780"/>
                          <a:pt x="165993" y="17780"/>
                          <a:pt x="157163" y="22878"/>
                        </a:cubicBezTo>
                        <a:cubicBezTo>
                          <a:pt x="148332" y="27976"/>
                          <a:pt x="142875" y="37429"/>
                          <a:pt x="142875" y="47625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grpSp>
              <p:nvGrpSpPr>
                <p:cNvPr id="236" name="icon-package-check-78"/>
                <p:cNvGrpSpPr/>
                <p:nvPr/>
              </p:nvGrpSpPr>
              <p:grpSpPr>
                <ns1:xfrm xmlns:ns1="http://schemas.openxmlformats.org/drawingml/2006/main">
                  <ns1:off x="11182350" y="1914525"/>
                  <ns1:ext cx="390525" cy="390525"/>
                  <ns1:chOff x="11182350" y="1914525"/>
                  <ns1:chExt cx="390525" cy="390525"/>
                </ns1:xfrm>
              </p:grpSpPr>
              <p:sp>
                <p:nvSpPr>
                  <p:cNvPr id="79" name="grid/cell-1-3/icon-package-check-78//package-check-7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356BDD7-8E1E-41DF-9FE0-F54F1EE9AF40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182350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209550"/>
                        </a:moveTo>
                        <a:lnTo>
                          <a:pt x="114300" y="1143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80" name="grid/cell-1-3/icon-package-check-78//package-check-8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B7B0EC98-7D77-46AB-B700-E1EE7D1D388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182350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52400" y="161925"/>
                        </a:moveTo>
                        <a:lnTo>
                          <a:pt x="171450" y="180975"/>
                        </a:lnTo>
                        <a:lnTo>
                          <a:pt x="209550" y="1428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81" name="grid/cell-1-3/icon-package-check-78//package-check-8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2D006A1-1E5D-4433-A48E-A6EA7B4EC3C9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182350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105985"/>
                        </a:moveTo>
                        <a:lnTo>
                          <a:pt x="200025" y="76200"/>
                        </a:lnTo>
                        <a:cubicBezTo>
                          <a:pt x="200018" y="69409"/>
                          <a:pt x="196381" y="63117"/>
                          <a:pt x="190500" y="59722"/>
                        </a:cubicBezTo>
                        <a:lnTo>
                          <a:pt x="123825" y="21622"/>
                        </a:lnTo>
                        <a:cubicBezTo>
                          <a:pt x="120929" y="19950"/>
                          <a:pt x="117644" y="19070"/>
                          <a:pt x="114300" y="19070"/>
                        </a:cubicBezTo>
                        <a:cubicBezTo>
                          <a:pt x="110956" y="19070"/>
                          <a:pt x="107671" y="19950"/>
                          <a:pt x="104775" y="21622"/>
                        </a:cubicBezTo>
                        <a:lnTo>
                          <a:pt x="38100" y="59722"/>
                        </a:lnTo>
                        <a:cubicBezTo>
                          <a:pt x="32219" y="63117"/>
                          <a:pt x="28582" y="69409"/>
                          <a:pt x="28575" y="76200"/>
                        </a:cubicBezTo>
                        <a:lnTo>
                          <a:pt x="28575" y="152400"/>
                        </a:lnTo>
                        <a:cubicBezTo>
                          <a:pt x="28585" y="159187"/>
                          <a:pt x="32222" y="165475"/>
                          <a:pt x="38100" y="168869"/>
                        </a:cubicBezTo>
                        <a:lnTo>
                          <a:pt x="104775" y="206969"/>
                        </a:lnTo>
                        <a:cubicBezTo>
                          <a:pt x="107670" y="208642"/>
                          <a:pt x="110955" y="209524"/>
                          <a:pt x="114299" y="209526"/>
                        </a:cubicBezTo>
                        <a:cubicBezTo>
                          <a:pt x="117642" y="209527"/>
                          <a:pt x="120928" y="208649"/>
                          <a:pt x="123825" y="206978"/>
                        </a:cubicBezTo>
                        <a:lnTo>
                          <a:pt x="136398" y="199806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82" name="grid/cell-1-3/icon-package-check-78//package-check-8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2507CF8-38E5-4D58-88BA-232ED8327E4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182350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31337" y="66675"/>
                        </a:moveTo>
                        <a:lnTo>
                          <a:pt x="114300" y="114300"/>
                        </a:lnTo>
                        <a:lnTo>
                          <a:pt x="197263" y="666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83" name="grid/cell-1-3/icon-package-check-78//package-check-8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FA01579D-7121-41AB-BF46-AC4588880BA7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182350" y="191452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71438" y="40672"/>
                        </a:moveTo>
                        <a:lnTo>
                          <a:pt x="157134" y="89706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84" name="grid/cell-1-3//flow-84">
                  <a:extLst xmlns:a="http://schemas.openxmlformats.org/drawingml/2006/main">
                    <a:ext uri="{FF2B5EF4-FFF2-40B4-BE49-F238E27FC236}">
                      <a16:creationId xmlns:a16="http://schemas.microsoft.com/office/drawing/2014/main" id="{4F5E49AA-84FB-4A59-9584-1426C950942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906125" y="2124075"/>
                  <a:ext cx="209550" cy="95"/>
                </a:xfrm>
                <a:custGeom xmlns:a="http://schemas.openxmlformats.org/drawingml/2006/main">
                  <a:pathLst>
                    <a:path w="209550" h="9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25718" cap="rnd">
                  <a:solidFill>
                    <a:srgbClr val="328372"/>
                  </a:solidFill>
                  <a:prstDash val="solid"/>
                  <a:round/>
                </a:ln>
              </p:spPr>
              <p:style>
                <a:lnRef xmlns:a="http://schemas.openxmlformats.org/drawingml/2006/main" idx="0"/>
                <a:fillRef xmlns:a="http://schemas.openxmlformats.org/drawingml/2006/main" idx="0"/>
                <a:effectRef xmlns:a="http://schemas.openxmlformats.org/drawingml/2006/main" idx="10"/>
                <a:fontRef xmlns:a="http://schemas.openxmlformats.org/drawingml/2006/main" idx="major"/>
              </p:style>
              <p:txBody xmlns:a="http://schemas.openxmlformats.org/drawingml/2006/main">
                <a:bodyPr/>
                <a:p/>
              </p:txBody>
            </p:sp>
            <p:sp>
              <p:nvSpPr>
                <p:cNvPr id="85" name="grid/cell-1-3//flow-tip-85">
                  <a:extLst xmlns:a="http://schemas.openxmlformats.org/drawingml/2006/main">
                    <a:ext uri="{FF2B5EF4-FFF2-40B4-BE49-F238E27FC236}">
                      <a16:creationId xmlns:a16="http://schemas.microsoft.com/office/drawing/2014/main" id="{881619B4-0D18-47AC-B10C-9508805D3BF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039475" y="2083118"/>
                  <a:ext cx="76200" cy="81915"/>
                </a:xfrm>
                <a:custGeom xmlns:a="http://schemas.openxmlformats.org/drawingml/2006/main">
                  <a:pathLst>
                    <a:path w="76200" h="81915">
                      <a:moveTo>
                        <a:pt x="76200" y="40958"/>
                      </a:moveTo>
                      <a:lnTo>
                        <a:pt x="0" y="0"/>
                      </a:lnTo>
                      <a:lnTo>
                        <a:pt x="0" y="8191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328372"/>
                </a:solidFill>
                <a:ln xmlns:a="http://schemas.openxmlformats.org/drawingml/2006/main" w="95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86" name="grid/cell-1-3//box-86">
                  <a:extLst xmlns:a="http://schemas.openxmlformats.org/drawingml/2006/main">
                    <a:ext uri="{FF2B5EF4-FFF2-40B4-BE49-F238E27FC236}">
                      <a16:creationId xmlns:a16="http://schemas.microsoft.com/office/drawing/2014/main" id="{EE9FF97C-6374-4E71-9462-50B4CC1FDE6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801475" y="199072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Actions</a:t>
                  </a:r>
                </a:p>
              </p:txBody>
            </p:sp>
          </p:grpSp>
          <p:grpSp>
            <p:nvGrpSpPr>
              <p:cNvPr id="237" name="cell-2-0"/>
              <p:cNvGrpSpPr/>
              <p:nvPr/>
            </p:nvGrpSpPr>
            <p:grpSpPr>
              <ns1:xfrm xmlns:ns1="http://schemas.openxmlformats.org/drawingml/2006/main">
                <ns1:off x="1857375" y="2838450"/>
                <ns1:ext cx="2524125" cy="409575"/>
                <ns1:chOff x="1857375" y="2838450"/>
                <ns1:chExt cx="2524125" cy="409575"/>
              </ns1:xfrm>
            </p:grpSpPr>
            <p:grpSp>
              <p:nvGrpSpPr>
                <p:cNvPr id="238" name="icon-calendar-clock-86"/>
                <p:cNvGrpSpPr/>
                <p:nvPr/>
              </p:nvGrpSpPr>
              <p:grpSpPr>
                <ns1:xfrm xmlns:ns1="http://schemas.openxmlformats.org/drawingml/2006/main">
                  <ns1:off x="1857375" y="2838450"/>
                  <ns1:ext cx="409575" cy="409575"/>
                  <ns1:chOff x="1857375" y="2838450"/>
                  <ns1:chExt cx="409575" cy="409575"/>
                </ns1:xfrm>
              </p:grpSpPr>
              <p:sp>
                <p:nvSpPr>
                  <p:cNvPr id="87" name="grid/cell-2-0/icon-calendar-clock-86//calendar-clock-8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B444F537-589D-4506-BCCF-D29C5428DAAB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857375" y="2838450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52400" y="133350"/>
                        </a:moveTo>
                        <a:lnTo>
                          <a:pt x="152400" y="154305"/>
                        </a:lnTo>
                        <a:lnTo>
                          <a:pt x="167640" y="16383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88" name="grid/cell-2-0/icon-calendar-clock-86//calendar-clock-8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453A2689-5924-49EF-ACBC-1B7441DF54C1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857375" y="2838450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52400" y="19050"/>
                        </a:moveTo>
                        <a:lnTo>
                          <a:pt x="152400" y="476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89" name="grid/cell-2-0/icon-calendar-clock-86//calendar-clock-8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FBEB2B3-2DD3-4D8D-815E-7EEEBC595707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857375" y="2838450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69894"/>
                        </a:moveTo>
                        <a:lnTo>
                          <a:pt x="200025" y="47625"/>
                        </a:lnTo>
                        <a:cubicBezTo>
                          <a:pt x="200025" y="42575"/>
                          <a:pt x="198017" y="37726"/>
                          <a:pt x="194445" y="34155"/>
                        </a:cubicBezTo>
                        <a:cubicBezTo>
                          <a:pt x="190874" y="30583"/>
                          <a:pt x="186025" y="28575"/>
                          <a:pt x="180975" y="28575"/>
                        </a:cubicBezTo>
                        <a:lnTo>
                          <a:pt x="47625" y="28575"/>
                        </a:lnTo>
                        <a:cubicBezTo>
                          <a:pt x="42575" y="28575"/>
                          <a:pt x="37726" y="30583"/>
                          <a:pt x="34155" y="34155"/>
                        </a:cubicBezTo>
                        <a:cubicBezTo>
                          <a:pt x="30583" y="37726"/>
                          <a:pt x="28575" y="42575"/>
                          <a:pt x="28575" y="47625"/>
                        </a:cubicBezTo>
                        <a:lnTo>
                          <a:pt x="28575" y="180975"/>
                        </a:lnTo>
                        <a:cubicBezTo>
                          <a:pt x="28575" y="186025"/>
                          <a:pt x="30583" y="190874"/>
                          <a:pt x="34155" y="194445"/>
                        </a:cubicBezTo>
                        <a:cubicBezTo>
                          <a:pt x="37726" y="198017"/>
                          <a:pt x="42575" y="200025"/>
                          <a:pt x="47625" y="200025"/>
                        </a:cubicBezTo>
                        <a:lnTo>
                          <a:pt x="69894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90" name="grid/cell-2-0/icon-calendar-clock-86//calendar-clock-9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129B059-08E7-4588-9527-E9BCCFB24279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857375" y="2838450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8575" y="85725"/>
                        </a:moveTo>
                        <a:lnTo>
                          <a:pt x="84382" y="857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91" name="grid/cell-2-0/icon-calendar-clock-86//calendar-clock-9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954FCD9E-57E3-49FA-A75A-750CC72C042A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857375" y="2838450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76200" y="19050"/>
                        </a:moveTo>
                        <a:lnTo>
                          <a:pt x="76200" y="476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92" name="grid/cell-2-0/icon-calendar-clock-86//calendar-clock-9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48B658F6-D105-4FCD-A8B9-C16CB0E3148C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857375" y="2838450"/>
                    <a:ext cx="409575" cy="40957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95250" y="152400"/>
                        </a:moveTo>
                        <a:cubicBezTo>
                          <a:pt x="95250" y="172792"/>
                          <a:pt x="106165" y="191697"/>
                          <a:pt x="123825" y="201893"/>
                        </a:cubicBezTo>
                        <a:cubicBezTo>
                          <a:pt x="141485" y="212090"/>
                          <a:pt x="163315" y="212090"/>
                          <a:pt x="180975" y="201893"/>
                        </a:cubicBezTo>
                        <a:cubicBezTo>
                          <a:pt x="198635" y="191697"/>
                          <a:pt x="209550" y="172792"/>
                          <a:pt x="209550" y="152400"/>
                        </a:cubicBezTo>
                        <a:cubicBezTo>
                          <a:pt x="209550" y="132008"/>
                          <a:pt x="198635" y="113103"/>
                          <a:pt x="180975" y="102907"/>
                        </a:cubicBezTo>
                        <a:cubicBezTo>
                          <a:pt x="163315" y="92710"/>
                          <a:pt x="141485" y="92710"/>
                          <a:pt x="123825" y="102907"/>
                        </a:cubicBezTo>
                        <a:cubicBezTo>
                          <a:pt x="106165" y="113103"/>
                          <a:pt x="95250" y="132008"/>
                          <a:pt x="95250" y="15240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grpSp>
              <p:nvGrpSpPr>
                <p:cNvPr id="239" name="icon-milestone-92"/>
                <p:cNvGrpSpPr/>
                <p:nvPr/>
              </p:nvGrpSpPr>
              <p:grpSpPr>
                <ns1:xfrm xmlns:ns1="http://schemas.openxmlformats.org/drawingml/2006/main">
                  <ns1:off x="2609850" y="2847975"/>
                  <ns1:ext cx="390525" cy="390525"/>
                  <ns1:chOff x="2609850" y="2847975"/>
                  <ns1:chExt cx="390525" cy="390525"/>
                </ns1:xfrm>
              </p:grpSpPr>
              <p:sp>
                <p:nvSpPr>
                  <p:cNvPr id="93" name="grid/cell-2-0/icon-milestone-92//milestone-9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35CC4E1-05CC-47E9-8214-CF60EF7AB870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2609850" y="284797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123825"/>
                        </a:moveTo>
                        <a:lnTo>
                          <a:pt x="114300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94" name="grid/cell-2-0/icon-milestone-92//milestone-9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D5C5F43-3B46-42AA-AE7E-BDC12C38C878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2609850" y="284797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28575"/>
                        </a:moveTo>
                        <a:lnTo>
                          <a:pt x="114300" y="571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95" name="grid/cell-2-0/icon-milestone-92//milestone-95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D4B622E7-A615-45E2-BBA0-7D33526B9663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2609850" y="2847975"/>
                    <a:ext cx="390525" cy="390525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73088" y="57150"/>
                        </a:moveTo>
                        <a:cubicBezTo>
                          <a:pt x="178138" y="57151"/>
                          <a:pt x="182986" y="59160"/>
                          <a:pt x="186557" y="62732"/>
                        </a:cubicBezTo>
                        <a:lnTo>
                          <a:pt x="206178" y="82353"/>
                        </a:lnTo>
                        <a:cubicBezTo>
                          <a:pt x="208336" y="84509"/>
                          <a:pt x="209550" y="87437"/>
                          <a:pt x="209550" y="90488"/>
                        </a:cubicBezTo>
                        <a:cubicBezTo>
                          <a:pt x="209550" y="93538"/>
                          <a:pt x="208336" y="96466"/>
                          <a:pt x="206178" y="98622"/>
                        </a:cubicBezTo>
                        <a:lnTo>
                          <a:pt x="186557" y="118243"/>
                        </a:lnTo>
                        <a:cubicBezTo>
                          <a:pt x="182986" y="121815"/>
                          <a:pt x="178138" y="123824"/>
                          <a:pt x="173088" y="123825"/>
                        </a:cubicBezTo>
                        <a:lnTo>
                          <a:pt x="38100" y="123825"/>
                        </a:lnTo>
                        <a:cubicBezTo>
                          <a:pt x="35575" y="123825"/>
                          <a:pt x="33150" y="122821"/>
                          <a:pt x="31365" y="121035"/>
                        </a:cubicBezTo>
                        <a:cubicBezTo>
                          <a:pt x="29579" y="119250"/>
                          <a:pt x="28575" y="116825"/>
                          <a:pt x="28575" y="114300"/>
                        </a:cubicBezTo>
                        <a:lnTo>
                          <a:pt x="28575" y="66675"/>
                        </a:lnTo>
                        <a:cubicBezTo>
                          <a:pt x="28575" y="64150"/>
                          <a:pt x="29579" y="61725"/>
                          <a:pt x="31365" y="59940"/>
                        </a:cubicBezTo>
                        <a:cubicBezTo>
                          <a:pt x="33150" y="58154"/>
                          <a:pt x="35575" y="57150"/>
                          <a:pt x="38100" y="57150"/>
                        </a:cubicBezTo>
                        <a:lnTo>
                          <a:pt x="173088" y="571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96" name="grid/cell-2-0//box-96">
                  <a:extLst xmlns:a="http://schemas.openxmlformats.org/drawingml/2006/main">
                    <a:ext uri="{FF2B5EF4-FFF2-40B4-BE49-F238E27FC236}">
                      <a16:creationId xmlns:a16="http://schemas.microsoft.com/office/drawing/2014/main" id="{2B3B3295-5A0E-4F9F-B247-F34543FBED1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228975" y="292417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Events</a:t>
                  </a:r>
                </a:p>
              </p:txBody>
            </p:sp>
          </p:grpSp>
          <p:grpSp>
            <p:nvGrpSpPr>
              <p:cNvPr id="240" name="cell-2-1"/>
              <p:cNvGrpSpPr/>
              <p:nvPr/>
            </p:nvGrpSpPr>
            <p:grpSpPr>
              <ns1:xfrm xmlns:ns1="http://schemas.openxmlformats.org/drawingml/2006/main">
                <ns1:off x="4733925" y="2847975"/>
                <ns1:ext cx="2562225" cy="400050"/>
                <ns1:chOff x="4733925" y="2847975"/>
                <ns1:chExt cx="2562225" cy="400050"/>
              </ns1:xfrm>
            </p:grpSpPr>
            <p:grpSp>
              <p:nvGrpSpPr>
                <p:cNvPr id="241" name="icon-fingerprint-96"/>
                <p:cNvGrpSpPr/>
                <p:nvPr/>
              </p:nvGrpSpPr>
              <p:grpSpPr>
                <ns1:xfrm xmlns:ns1="http://schemas.openxmlformats.org/drawingml/2006/main">
                  <ns1:off x="4733925" y="2847975"/>
                  <ns1:ext cx="400050" cy="400050"/>
                  <ns1:chOff x="4733925" y="2847975"/>
                  <ns1:chExt cx="400050" cy="400050"/>
                </ns1:xfrm>
              </p:grpSpPr>
              <p:sp>
                <p:nvSpPr>
                  <p:cNvPr id="97" name="grid/cell-2-1/icon-fingerprint-96//fingerprint-9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FCBA8848-BDF3-4FF8-B4DD-DB9587AA985C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95250"/>
                        </a:moveTo>
                        <a:cubicBezTo>
                          <a:pt x="109250" y="95250"/>
                          <a:pt x="104401" y="97258"/>
                          <a:pt x="100830" y="100830"/>
                        </a:cubicBezTo>
                        <a:cubicBezTo>
                          <a:pt x="97258" y="104401"/>
                          <a:pt x="95250" y="109250"/>
                          <a:pt x="95250" y="114300"/>
                        </a:cubicBezTo>
                        <a:cubicBezTo>
                          <a:pt x="95250" y="124016"/>
                          <a:pt x="94298" y="138208"/>
                          <a:pt x="92774" y="15240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98" name="grid/cell-2-1/icon-fingerprint-96//fingerprint-9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F5899CC-C1FC-42C6-9DD4-6DDBC5163FB5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33350" y="124968"/>
                        </a:moveTo>
                        <a:cubicBezTo>
                          <a:pt x="133350" y="147638"/>
                          <a:pt x="133350" y="185738"/>
                          <a:pt x="123825" y="20955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99" name="grid/cell-2-1/icon-fingerprint-96//fingerprint-9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FC547BF-D16D-4B84-A5BE-2699D6F0567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64687" y="200216"/>
                        </a:moveTo>
                        <a:cubicBezTo>
                          <a:pt x="165830" y="194500"/>
                          <a:pt x="168783" y="178308"/>
                          <a:pt x="169450" y="17145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00" name="grid/cell-2-1/icon-fingerprint-96//fingerprint-10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B5C6C63-C6E1-4685-9682-FFF7BC30A223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9050" y="114300"/>
                        </a:moveTo>
                        <a:cubicBezTo>
                          <a:pt x="19050" y="87486"/>
                          <a:pt x="30372" y="61881"/>
                          <a:pt x="50208" y="43839"/>
                        </a:cubicBezTo>
                        <a:cubicBezTo>
                          <a:pt x="70043" y="25796"/>
                          <a:pt x="96603" y="16943"/>
                          <a:pt x="123297" y="19476"/>
                        </a:cubicBezTo>
                        <a:cubicBezTo>
                          <a:pt x="149991" y="22009"/>
                          <a:pt x="174412" y="35699"/>
                          <a:pt x="190500" y="5715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01" name="grid/cell-2-1/icon-fingerprint-96//fingerprint-10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AA9B6FD-E60C-499A-BC41-F9298E5D7414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9050" y="152400"/>
                        </a:moveTo>
                        <a:lnTo>
                          <a:pt x="19145" y="1524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02" name="grid/cell-2-1/icon-fingerprint-96//fingerprint-10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4A84C1D-50D2-4363-BD75-A69FC7FBBEA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7645" y="152400"/>
                        </a:moveTo>
                        <a:cubicBezTo>
                          <a:pt x="209550" y="133350"/>
                          <a:pt x="208893" y="101403"/>
                          <a:pt x="207645" y="9525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03" name="grid/cell-2-1/icon-fingerprint-96//fingerprint-10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CEB3E029-91C1-4F10-AE66-11B14E858D08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47625" y="185738"/>
                        </a:moveTo>
                        <a:cubicBezTo>
                          <a:pt x="52388" y="171450"/>
                          <a:pt x="57150" y="142875"/>
                          <a:pt x="57150" y="114300"/>
                        </a:cubicBezTo>
                        <a:cubicBezTo>
                          <a:pt x="57140" y="107812"/>
                          <a:pt x="58236" y="101370"/>
                          <a:pt x="60389" y="9525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04" name="grid/cell-2-1/icon-fingerprint-96//fingerprint-10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C21E60D9-36BC-4BFB-9007-96D3CAF5953F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82391" y="209550"/>
                        </a:moveTo>
                        <a:cubicBezTo>
                          <a:pt x="84392" y="203264"/>
                          <a:pt x="86678" y="196977"/>
                          <a:pt x="87821" y="19050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05" name="grid/cell-2-1/icon-fingerprint-96//fingerprint-105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2051D8A-3543-41B5-B7A1-9DA8D64BE08F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33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85725" y="64770"/>
                        </a:moveTo>
                        <a:cubicBezTo>
                          <a:pt x="97362" y="58051"/>
                          <a:pt x="111004" y="55648"/>
                          <a:pt x="124236" y="57984"/>
                        </a:cubicBezTo>
                        <a:cubicBezTo>
                          <a:pt x="137469" y="60320"/>
                          <a:pt x="149462" y="67250"/>
                          <a:pt x="158095" y="77547"/>
                        </a:cubicBezTo>
                        <a:cubicBezTo>
                          <a:pt x="166728" y="87844"/>
                          <a:pt x="171459" y="100863"/>
                          <a:pt x="171450" y="114300"/>
                        </a:cubicBezTo>
                        <a:lnTo>
                          <a:pt x="171450" y="1333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106" name="grid/cell-2-1//flow-106">
                  <a:extLst xmlns:a="http://schemas.openxmlformats.org/drawingml/2006/main">
                    <a:ext uri="{FF2B5EF4-FFF2-40B4-BE49-F238E27FC236}">
                      <a16:creationId xmlns:a16="http://schemas.microsoft.com/office/drawing/2014/main" id="{46BF13D8-77AB-4A0D-ABBB-FA040A390DD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229225" y="3048000"/>
                  <a:ext cx="219075" cy="95"/>
                </a:xfrm>
                <a:custGeom xmlns:a="http://schemas.openxmlformats.org/drawingml/2006/main">
                  <a:pathLst>
                    <a:path w="219075" h="95">
                      <a:moveTo>
                        <a:pt x="0" y="0"/>
                      </a:moveTo>
                      <a:lnTo>
                        <a:pt x="219075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25718" cap="rnd">
                  <a:solidFill>
                    <a:srgbClr val="836780"/>
                  </a:solidFill>
                  <a:prstDash val="solid"/>
                  <a:round/>
                </a:ln>
              </p:spPr>
              <p:style>
                <a:lnRef xmlns:a="http://schemas.openxmlformats.org/drawingml/2006/main" idx="0"/>
                <a:fillRef xmlns:a="http://schemas.openxmlformats.org/drawingml/2006/main" idx="0"/>
                <a:effectRef xmlns:a="http://schemas.openxmlformats.org/drawingml/2006/main" idx="10"/>
                <a:fontRef xmlns:a="http://schemas.openxmlformats.org/drawingml/2006/main" idx="major"/>
              </p:style>
              <p:txBody xmlns:a="http://schemas.openxmlformats.org/drawingml/2006/main">
                <a:bodyPr/>
                <a:p/>
              </p:txBody>
            </p:sp>
            <p:sp>
              <p:nvSpPr>
                <p:cNvPr id="107" name="grid/cell-2-1//flow-tip-107">
                  <a:extLst xmlns:a="http://schemas.openxmlformats.org/drawingml/2006/main">
                    <a:ext uri="{FF2B5EF4-FFF2-40B4-BE49-F238E27FC236}">
                      <a16:creationId xmlns:a16="http://schemas.microsoft.com/office/drawing/2014/main" id="{033E14CA-CAB2-4AFC-B3F0-11642DFD3EB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372100" y="3007043"/>
                  <a:ext cx="76200" cy="81915"/>
                </a:xfrm>
                <a:custGeom xmlns:a="http://schemas.openxmlformats.org/drawingml/2006/main">
                  <a:pathLst>
                    <a:path w="76200" h="81915">
                      <a:moveTo>
                        <a:pt x="76200" y="40958"/>
                      </a:moveTo>
                      <a:lnTo>
                        <a:pt x="0" y="0"/>
                      </a:lnTo>
                      <a:lnTo>
                        <a:pt x="0" y="8191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836780"/>
                </a:solidFill>
                <a:ln xmlns:a="http://schemas.openxmlformats.org/drawingml/2006/main" w="95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grpSp>
              <p:nvGrpSpPr>
                <p:cNvPr id="242" name="icon-text-search-107"/>
                <p:cNvGrpSpPr/>
                <p:nvPr/>
              </p:nvGrpSpPr>
              <p:grpSpPr>
                <ns1:xfrm xmlns:ns1="http://schemas.openxmlformats.org/drawingml/2006/main">
                  <ns1:off x="5534025" y="2847975"/>
                  <ns1:ext cx="381000" cy="381000"/>
                  <ns1:chOff x="5534025" y="2847975"/>
                  <ns1:chExt cx="381000" cy="381000"/>
                </ns1:xfrm>
              </p:grpSpPr>
              <p:sp>
                <p:nvSpPr>
                  <p:cNvPr id="108" name="grid/cell-2-1/icon-text-search-107//text-search-10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C118612D-C458-4B35-92F3-BE359C4D1FD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55340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47625"/>
                        </a:moveTo>
                        <a:lnTo>
                          <a:pt x="28575" y="476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09" name="grid/cell-2-1/icon-text-search-107//text-search-10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8E2EFF93-513A-4EF4-8D46-A1C9F80DBF84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55340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95250" y="114300"/>
                        </a:moveTo>
                        <a:lnTo>
                          <a:pt x="28575" y="1143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0" name="grid/cell-2-1/icon-text-search-107//text-search-11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4240D4C-3F12-41AD-AA07-95F1BA6BB40B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55340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95250" y="180975"/>
                        </a:moveTo>
                        <a:lnTo>
                          <a:pt x="28575" y="1809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1" name="grid/cell-2-1/icon-text-search-107//text-search-11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92736DB-C575-45D5-B51B-8CFC3F6B03CB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55340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33350" y="142875"/>
                        </a:moveTo>
                        <a:cubicBezTo>
                          <a:pt x="133350" y="153071"/>
                          <a:pt x="138807" y="162524"/>
                          <a:pt x="147638" y="167622"/>
                        </a:cubicBezTo>
                        <a:cubicBezTo>
                          <a:pt x="156468" y="172720"/>
                          <a:pt x="167382" y="172720"/>
                          <a:pt x="176213" y="167622"/>
                        </a:cubicBezTo>
                        <a:cubicBezTo>
                          <a:pt x="185043" y="162524"/>
                          <a:pt x="190500" y="153071"/>
                          <a:pt x="190500" y="142875"/>
                        </a:cubicBezTo>
                        <a:cubicBezTo>
                          <a:pt x="190500" y="132679"/>
                          <a:pt x="185043" y="123226"/>
                          <a:pt x="176213" y="118128"/>
                        </a:cubicBezTo>
                        <a:cubicBezTo>
                          <a:pt x="167382" y="113030"/>
                          <a:pt x="156468" y="113030"/>
                          <a:pt x="147638" y="118128"/>
                        </a:cubicBezTo>
                        <a:cubicBezTo>
                          <a:pt x="138807" y="123226"/>
                          <a:pt x="133350" y="132679"/>
                          <a:pt x="133350" y="142875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2" name="grid/cell-2-1/icon-text-search-107//text-search-11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B9FA90B2-219E-439F-B018-FD6F2120D1F8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55340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180975"/>
                        </a:moveTo>
                        <a:lnTo>
                          <a:pt x="181928" y="162878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F6C85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113" name="grid/cell-2-1//box-113">
                  <a:extLst xmlns:a="http://schemas.openxmlformats.org/drawingml/2006/main">
                    <a:ext uri="{FF2B5EF4-FFF2-40B4-BE49-F238E27FC236}">
                      <a16:creationId xmlns:a16="http://schemas.microsoft.com/office/drawing/2014/main" id="{3DA4EC53-A6C5-42F8-B4F4-547DA631853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086475" y="2924175"/>
                  <a:ext cx="120967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References</a:t>
                  </a:r>
                </a:p>
              </p:txBody>
            </p:sp>
          </p:grpSp>
          <p:grpSp>
            <p:nvGrpSpPr>
              <p:cNvPr id="243" name="cell-2-2"/>
              <p:cNvGrpSpPr/>
              <p:nvPr/>
            </p:nvGrpSpPr>
            <p:grpSpPr>
              <ns1:xfrm xmlns:ns1="http://schemas.openxmlformats.org/drawingml/2006/main">
                <ns1:off x="7591425" y="2847975"/>
                <ns1:ext cx="2505075" cy="400050"/>
                <ns1:chOff x="7591425" y="2847975"/>
                <ns1:chExt cx="2505075" cy="400050"/>
              </ns1:xfrm>
            </p:grpSpPr>
            <p:grpSp>
              <p:nvGrpSpPr>
                <p:cNvPr id="244" name="icon-clipboard-list-113"/>
                <p:cNvGrpSpPr/>
                <p:nvPr/>
              </p:nvGrpSpPr>
              <p:grpSpPr>
                <ns1:xfrm xmlns:ns1="http://schemas.openxmlformats.org/drawingml/2006/main">
                  <ns1:off x="7591425" y="2847975"/>
                  <ns1:ext cx="400050" cy="400050"/>
                  <ns1:chOff x="7591425" y="2847975"/>
                  <ns1:chExt cx="400050" cy="400050"/>
                </ns1:xfrm>
              </p:grpSpPr>
              <p:sp>
                <p:nvSpPr>
                  <p:cNvPr id="114" name="grid/cell-2-2/icon-clipboard-list-113//clipboard-list-11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50C5EA8-5CFB-4BE6-BC0D-33F089531863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85725" y="19050"/>
                        </a:moveTo>
                        <a:lnTo>
                          <a:pt x="142875" y="19050"/>
                        </a:lnTo>
                        <a:quadBezTo>
                          <a:pt x="152400" y="19050"/>
                          <a:pt x="152400" y="28575"/>
                        </a:quadBezTo>
                        <a:lnTo>
                          <a:pt x="152400" y="47625"/>
                        </a:lnTo>
                        <a:quadBezTo>
                          <a:pt x="152400" y="57150"/>
                          <a:pt x="142875" y="57150"/>
                        </a:quadBezTo>
                        <a:lnTo>
                          <a:pt x="85725" y="57150"/>
                        </a:lnTo>
                        <a:quadBezTo>
                          <a:pt x="76200" y="57150"/>
                          <a:pt x="76200" y="47625"/>
                        </a:quadBezTo>
                        <a:lnTo>
                          <a:pt x="76200" y="28575"/>
                        </a:lnTo>
                        <a:quadBezTo>
                          <a:pt x="76200" y="19050"/>
                          <a:pt x="85725" y="19050"/>
                        </a:quad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5" name="grid/cell-2-2/icon-clipboard-list-113//clipboard-list-115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88DFEDE4-C7E0-4721-BFE7-E2E62F8D6F5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52400" y="38100"/>
                        </a:moveTo>
                        <a:lnTo>
                          <a:pt x="171450" y="38100"/>
                        </a:lnTo>
                        <a:cubicBezTo>
                          <a:pt x="176500" y="38100"/>
                          <a:pt x="181349" y="40108"/>
                          <a:pt x="184920" y="43680"/>
                        </a:cubicBezTo>
                        <a:cubicBezTo>
                          <a:pt x="188492" y="47251"/>
                          <a:pt x="190500" y="52100"/>
                          <a:pt x="190500" y="57150"/>
                        </a:cubicBezTo>
                        <a:lnTo>
                          <a:pt x="190500" y="190500"/>
                        </a:lnTo>
                        <a:cubicBezTo>
                          <a:pt x="190500" y="195550"/>
                          <a:pt x="188492" y="200399"/>
                          <a:pt x="184920" y="203970"/>
                        </a:cubicBezTo>
                        <a:cubicBezTo>
                          <a:pt x="181349" y="207542"/>
                          <a:pt x="176500" y="209550"/>
                          <a:pt x="171450" y="209550"/>
                        </a:cubicBezTo>
                        <a:lnTo>
                          <a:pt x="57150" y="209550"/>
                        </a:lnTo>
                        <a:cubicBezTo>
                          <a:pt x="52100" y="209550"/>
                          <a:pt x="47251" y="207542"/>
                          <a:pt x="43680" y="203970"/>
                        </a:cubicBezTo>
                        <a:cubicBezTo>
                          <a:pt x="40108" y="200399"/>
                          <a:pt x="38100" y="195550"/>
                          <a:pt x="38100" y="190500"/>
                        </a:cubicBezTo>
                        <a:lnTo>
                          <a:pt x="38100" y="57150"/>
                        </a:lnTo>
                        <a:cubicBezTo>
                          <a:pt x="38100" y="52100"/>
                          <a:pt x="40108" y="47251"/>
                          <a:pt x="43680" y="43680"/>
                        </a:cubicBezTo>
                        <a:cubicBezTo>
                          <a:pt x="47251" y="40108"/>
                          <a:pt x="52100" y="38100"/>
                          <a:pt x="57150" y="38100"/>
                        </a:cubicBezTo>
                        <a:lnTo>
                          <a:pt x="76200" y="381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6" name="grid/cell-2-2/icon-clipboard-list-113//clipboard-list-116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20991091-1D6F-4136-B7A6-AC5BB73AC14C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104775"/>
                        </a:moveTo>
                        <a:lnTo>
                          <a:pt x="152400" y="1047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7" name="grid/cell-2-2/icon-clipboard-list-113//clipboard-list-11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4AD5FDD9-5884-4E33-895C-AA2C29D7E259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152400"/>
                        </a:moveTo>
                        <a:lnTo>
                          <a:pt x="152400" y="1524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8" name="grid/cell-2-2/icon-clipboard-list-113//clipboard-list-11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8F938CC-1F6F-4777-BEC4-CA9E1E388EAD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76200" y="104775"/>
                        </a:moveTo>
                        <a:lnTo>
                          <a:pt x="76295" y="1047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19" name="grid/cell-2-2/icon-clipboard-list-113//clipboard-list-11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9A09E68-02E4-4CCC-8EA1-8ABBD303763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914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76200" y="152400"/>
                        </a:moveTo>
                        <a:lnTo>
                          <a:pt x="76295" y="1524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grpSp>
              <p:nvGrpSpPr>
                <p:cNvPr id="245" name="icon-milestone-119"/>
                <p:cNvGrpSpPr/>
                <p:nvPr/>
              </p:nvGrpSpPr>
              <p:grpSpPr>
                <ns1:xfrm xmlns:ns1="http://schemas.openxmlformats.org/drawingml/2006/main">
                  <ns1:off x="8353425" y="2847975"/>
                  <ns1:ext cx="381000" cy="381000"/>
                  <ns1:chOff x="8353425" y="2847975"/>
                  <ns1:chExt cx="381000" cy="381000"/>
                </ns1:xfrm>
              </p:grpSpPr>
              <p:sp>
                <p:nvSpPr>
                  <p:cNvPr id="120" name="grid/cell-2-2/icon-milestone-119//milestone-12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C05FF3B5-E004-4C72-8435-BEB22426AC20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83534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123825"/>
                        </a:moveTo>
                        <a:lnTo>
                          <a:pt x="114300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21" name="grid/cell-2-2/icon-milestone-119//milestone-12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C95B9E43-8010-41BC-B316-BD20C42A61C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83534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14300" y="28575"/>
                        </a:moveTo>
                        <a:lnTo>
                          <a:pt x="114300" y="571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22" name="grid/cell-2-2/icon-milestone-119//milestone-12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8CCA37F6-A956-4B4A-A267-FEE34187CBF9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83534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73088" y="57150"/>
                        </a:moveTo>
                        <a:cubicBezTo>
                          <a:pt x="178138" y="57151"/>
                          <a:pt x="182986" y="59160"/>
                          <a:pt x="186557" y="62732"/>
                        </a:cubicBezTo>
                        <a:lnTo>
                          <a:pt x="206178" y="82353"/>
                        </a:lnTo>
                        <a:cubicBezTo>
                          <a:pt x="208336" y="84509"/>
                          <a:pt x="209550" y="87437"/>
                          <a:pt x="209550" y="90488"/>
                        </a:cubicBezTo>
                        <a:cubicBezTo>
                          <a:pt x="209550" y="93538"/>
                          <a:pt x="208336" y="96466"/>
                          <a:pt x="206178" y="98622"/>
                        </a:cubicBezTo>
                        <a:lnTo>
                          <a:pt x="186557" y="118243"/>
                        </a:lnTo>
                        <a:cubicBezTo>
                          <a:pt x="182986" y="121815"/>
                          <a:pt x="178138" y="123824"/>
                          <a:pt x="173088" y="123825"/>
                        </a:cubicBezTo>
                        <a:lnTo>
                          <a:pt x="38100" y="123825"/>
                        </a:lnTo>
                        <a:cubicBezTo>
                          <a:pt x="35575" y="123825"/>
                          <a:pt x="33150" y="122821"/>
                          <a:pt x="31365" y="121035"/>
                        </a:cubicBezTo>
                        <a:cubicBezTo>
                          <a:pt x="29579" y="119250"/>
                          <a:pt x="28575" y="116825"/>
                          <a:pt x="28575" y="114300"/>
                        </a:cubicBezTo>
                        <a:lnTo>
                          <a:pt x="28575" y="66675"/>
                        </a:lnTo>
                        <a:cubicBezTo>
                          <a:pt x="28575" y="64150"/>
                          <a:pt x="29579" y="61725"/>
                          <a:pt x="31365" y="59940"/>
                        </a:cubicBezTo>
                        <a:cubicBezTo>
                          <a:pt x="33150" y="58154"/>
                          <a:pt x="35575" y="57150"/>
                          <a:pt x="38100" y="57150"/>
                        </a:cubicBezTo>
                        <a:lnTo>
                          <a:pt x="173088" y="571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AF853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123" name="grid/cell-2-2//box-123">
                  <a:extLst xmlns:a="http://schemas.openxmlformats.org/drawingml/2006/main">
                    <a:ext uri="{FF2B5EF4-FFF2-40B4-BE49-F238E27FC236}">
                      <a16:creationId xmlns:a16="http://schemas.microsoft.com/office/drawing/2014/main" id="{D6BEFFAE-F18B-43F3-B26A-6354F575215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943975" y="292417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Incidents</a:t>
                  </a:r>
                </a:p>
              </p:txBody>
            </p:sp>
          </p:grpSp>
          <p:grpSp>
            <p:nvGrpSpPr>
              <p:cNvPr id="246" name="cell-2-3"/>
              <p:cNvGrpSpPr/>
              <p:nvPr/>
            </p:nvGrpSpPr>
            <p:grpSpPr>
              <ns1:xfrm xmlns:ns1="http://schemas.openxmlformats.org/drawingml/2006/main">
                <ns1:off x="10448925" y="2847975"/>
                <ns1:ext cx="2562225" cy="400050"/>
                <ns1:chOff x="10448925" y="2847975"/>
                <ns1:chExt cx="2562225" cy="400050"/>
              </ns1:xfrm>
            </p:grpSpPr>
            <p:grpSp>
              <p:nvGrpSpPr>
                <p:cNvPr id="247" name="icon-route-123"/>
                <p:cNvGrpSpPr/>
                <p:nvPr/>
              </p:nvGrpSpPr>
              <p:grpSpPr>
                <ns1:xfrm xmlns:ns1="http://schemas.openxmlformats.org/drawingml/2006/main">
                  <ns1:off x="10448925" y="2847975"/>
                  <ns1:ext cx="400050" cy="400050"/>
                  <ns1:chOff x="10448925" y="2847975"/>
                  <ns1:chExt cx="400050" cy="400050"/>
                </ns1:xfrm>
              </p:grpSpPr>
              <p:sp>
                <p:nvSpPr>
                  <p:cNvPr id="124" name="grid/cell-2-3/icon-route-123//route-12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8F86BE30-3A48-465F-A5D7-A96CF308C4ED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48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8575" y="180975"/>
                        </a:moveTo>
                        <a:cubicBezTo>
                          <a:pt x="28575" y="191171"/>
                          <a:pt x="34032" y="200624"/>
                          <a:pt x="42863" y="205722"/>
                        </a:cubicBezTo>
                        <a:cubicBezTo>
                          <a:pt x="51693" y="210820"/>
                          <a:pt x="62607" y="210820"/>
                          <a:pt x="71438" y="205722"/>
                        </a:cubicBezTo>
                        <a:cubicBezTo>
                          <a:pt x="80268" y="200624"/>
                          <a:pt x="85725" y="191171"/>
                          <a:pt x="85725" y="180975"/>
                        </a:cubicBezTo>
                        <a:cubicBezTo>
                          <a:pt x="85725" y="170779"/>
                          <a:pt x="80268" y="161326"/>
                          <a:pt x="71438" y="156228"/>
                        </a:cubicBezTo>
                        <a:cubicBezTo>
                          <a:pt x="62607" y="151130"/>
                          <a:pt x="51693" y="151130"/>
                          <a:pt x="42863" y="156228"/>
                        </a:cubicBezTo>
                        <a:cubicBezTo>
                          <a:pt x="34032" y="161326"/>
                          <a:pt x="28575" y="170779"/>
                          <a:pt x="28575" y="180975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25" name="grid/cell-2-3/icon-route-123//route-125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F850D9E5-A337-42BB-A273-606884DC465A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48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85725" y="180975"/>
                        </a:moveTo>
                        <a:lnTo>
                          <a:pt x="166688" y="180975"/>
                        </a:lnTo>
                        <a:cubicBezTo>
                          <a:pt x="178583" y="180975"/>
                          <a:pt x="189611" y="174608"/>
                          <a:pt x="195559" y="164306"/>
                        </a:cubicBezTo>
                        <a:cubicBezTo>
                          <a:pt x="201506" y="154004"/>
                          <a:pt x="201506" y="141271"/>
                          <a:pt x="195559" y="130969"/>
                        </a:cubicBezTo>
                        <a:cubicBezTo>
                          <a:pt x="189611" y="120667"/>
                          <a:pt x="178583" y="114300"/>
                          <a:pt x="166688" y="114300"/>
                        </a:cubicBezTo>
                        <a:lnTo>
                          <a:pt x="61913" y="114300"/>
                        </a:lnTo>
                        <a:cubicBezTo>
                          <a:pt x="50017" y="114300"/>
                          <a:pt x="38989" y="107933"/>
                          <a:pt x="33041" y="97631"/>
                        </a:cubicBezTo>
                        <a:cubicBezTo>
                          <a:pt x="27094" y="87329"/>
                          <a:pt x="27094" y="74596"/>
                          <a:pt x="33041" y="64294"/>
                        </a:cubicBezTo>
                        <a:cubicBezTo>
                          <a:pt x="38989" y="53992"/>
                          <a:pt x="50017" y="47625"/>
                          <a:pt x="61913" y="47625"/>
                        </a:cubicBezTo>
                        <a:lnTo>
                          <a:pt x="142875" y="476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26" name="grid/cell-2-3/icon-route-123//route-126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CDCC074-BE13-449D-B91B-F71735C7729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0448925" y="284797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42875" y="47625"/>
                        </a:moveTo>
                        <a:cubicBezTo>
                          <a:pt x="142875" y="57821"/>
                          <a:pt x="148332" y="67274"/>
                          <a:pt x="157163" y="72372"/>
                        </a:cubicBezTo>
                        <a:cubicBezTo>
                          <a:pt x="165993" y="77470"/>
                          <a:pt x="176907" y="77470"/>
                          <a:pt x="185738" y="72372"/>
                        </a:cubicBezTo>
                        <a:cubicBezTo>
                          <a:pt x="194568" y="67274"/>
                          <a:pt x="200025" y="57821"/>
                          <a:pt x="200025" y="47625"/>
                        </a:cubicBezTo>
                        <a:cubicBezTo>
                          <a:pt x="200025" y="37429"/>
                          <a:pt x="194568" y="27976"/>
                          <a:pt x="185738" y="22878"/>
                        </a:cubicBezTo>
                        <a:cubicBezTo>
                          <a:pt x="176907" y="17780"/>
                          <a:pt x="165993" y="17780"/>
                          <a:pt x="157163" y="22878"/>
                        </a:cubicBezTo>
                        <a:cubicBezTo>
                          <a:pt x="148332" y="27976"/>
                          <a:pt x="142875" y="37429"/>
                          <a:pt x="142875" y="47625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grpSp>
              <p:nvGrpSpPr>
                <p:cNvPr id="248" name="icon-text-search-126"/>
                <p:cNvGrpSpPr/>
                <p:nvPr/>
              </p:nvGrpSpPr>
              <p:grpSpPr>
                <ns1:xfrm xmlns:ns1="http://schemas.openxmlformats.org/drawingml/2006/main">
                  <ns1:off x="11210925" y="2847975"/>
                  <ns1:ext cx="381000" cy="381000"/>
                  <ns1:chOff x="11210925" y="2847975"/>
                  <ns1:chExt cx="381000" cy="381000"/>
                </ns1:xfrm>
              </p:grpSpPr>
              <p:sp>
                <p:nvSpPr>
                  <p:cNvPr id="127" name="grid/cell-2-3/icon-text-search-126//text-search-12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97A2BCF-D67C-4D40-95A3-ADDF1659CDD3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2109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47625"/>
                        </a:moveTo>
                        <a:lnTo>
                          <a:pt x="28575" y="476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28" name="grid/cell-2-3/icon-text-search-126//text-search-12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B53C55F-C515-40F8-B363-C782F0FFA5BF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2109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95250" y="114300"/>
                        </a:moveTo>
                        <a:lnTo>
                          <a:pt x="28575" y="1143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29" name="grid/cell-2-3/icon-text-search-126//text-search-12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346BFEB-0D23-4BA8-ADC8-230D0791E11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2109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95250" y="180975"/>
                        </a:moveTo>
                        <a:lnTo>
                          <a:pt x="28575" y="1809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30" name="grid/cell-2-3/icon-text-search-126//text-search-13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2A76D31D-4E12-4611-938D-10BA676FA661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2109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33350" y="142875"/>
                        </a:moveTo>
                        <a:cubicBezTo>
                          <a:pt x="133350" y="153071"/>
                          <a:pt x="138807" y="162524"/>
                          <a:pt x="147638" y="167622"/>
                        </a:cubicBezTo>
                        <a:cubicBezTo>
                          <a:pt x="156468" y="172720"/>
                          <a:pt x="167382" y="172720"/>
                          <a:pt x="176213" y="167622"/>
                        </a:cubicBezTo>
                        <a:cubicBezTo>
                          <a:pt x="185043" y="162524"/>
                          <a:pt x="190500" y="153071"/>
                          <a:pt x="190500" y="142875"/>
                        </a:cubicBezTo>
                        <a:cubicBezTo>
                          <a:pt x="190500" y="132679"/>
                          <a:pt x="185043" y="123226"/>
                          <a:pt x="176213" y="118128"/>
                        </a:cubicBezTo>
                        <a:cubicBezTo>
                          <a:pt x="167382" y="113030"/>
                          <a:pt x="156468" y="113030"/>
                          <a:pt x="147638" y="118128"/>
                        </a:cubicBezTo>
                        <a:cubicBezTo>
                          <a:pt x="138807" y="123226"/>
                          <a:pt x="133350" y="132679"/>
                          <a:pt x="133350" y="142875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31" name="grid/cell-2-3/icon-text-search-126//text-search-13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8D941739-4F86-4515-8DC1-BCF46D127160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11210925" y="284797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180975"/>
                        </a:moveTo>
                        <a:lnTo>
                          <a:pt x="181928" y="162878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132" name="grid/cell-2-3//box-132">
                  <a:extLst xmlns:a="http://schemas.openxmlformats.org/drawingml/2006/main">
                    <a:ext uri="{FF2B5EF4-FFF2-40B4-BE49-F238E27FC236}">
                      <a16:creationId xmlns:a16="http://schemas.microsoft.com/office/drawing/2014/main" id="{6786D2D8-93F7-4DBA-B0D6-9C6A7480304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801475" y="2924175"/>
                  <a:ext cx="120967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Experience</a:t>
                  </a:r>
                </a:p>
              </p:txBody>
            </p:sp>
          </p:grpSp>
          <p:grpSp>
            <p:nvGrpSpPr>
              <p:cNvPr id="249" name="cell-3-0"/>
              <p:cNvGrpSpPr/>
              <p:nvPr/>
            </p:nvGrpSpPr>
            <p:grpSpPr>
              <ns1:xfrm xmlns:ns1="http://schemas.openxmlformats.org/drawingml/2006/main">
                <ns1:off x="1800225" y="3724275"/>
                <ns1:ext cx="2581275" cy="676275"/>
                <ns1:chOff x="1800225" y="3724275"/>
                <ns1:chExt cx="2581275" cy="676275"/>
              </ns1:xfrm>
            </p:grpSpPr>
            <p:sp>
              <p:nvSpPr>
                <p:cNvPr id="133" name="grid/cell-3-0//box-133">
                  <a:extLst xmlns:a="http://schemas.openxmlformats.org/drawingml/2006/main">
                    <a:ext uri="{FF2B5EF4-FFF2-40B4-BE49-F238E27FC236}">
                      <a16:creationId xmlns:a16="http://schemas.microsoft.com/office/drawing/2014/main" id="{BEE9954A-C731-4602-B2EA-2FE6D40173A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543175" y="3752850"/>
                  <a:ext cx="466725" cy="438150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EBEDEA"/>
                </a:solidFill>
                <a:ln xmlns:a="http://schemas.openxmlformats.org/drawingml/2006/main" w="0" cap="rnd">
                  <a:noFill/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4" name="grid/cell-3-0//flow-134">
                  <a:extLst xmlns:a="http://schemas.openxmlformats.org/drawingml/2006/main">
                    <a:ext uri="{FF2B5EF4-FFF2-40B4-BE49-F238E27FC236}">
                      <a16:creationId xmlns:a16="http://schemas.microsoft.com/office/drawing/2014/main" id="{B2F930CD-FE5C-437C-9C46-42AEBDCE99A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800225" y="4010025"/>
                  <a:ext cx="1228725" cy="95"/>
                </a:xfrm>
                <a:custGeom xmlns:a="http://schemas.openxmlformats.org/drawingml/2006/main">
                  <a:pathLst>
                    <a:path w="1228725" h="95">
                      <a:moveTo>
                        <a:pt x="0" y="0"/>
                      </a:moveTo>
                      <a:lnTo>
                        <a:pt x="1228725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25718" cap="rnd">
                  <a:solidFill>
                    <a:srgbClr val="3F6C85"/>
                  </a:solidFill>
                  <a:prstDash val="solid"/>
                  <a:round/>
                </a:ln>
              </p:spPr>
              <p:style>
                <a:lnRef xmlns:a="http://schemas.openxmlformats.org/drawingml/2006/main" idx="0"/>
                <a:fillRef xmlns:a="http://schemas.openxmlformats.org/drawingml/2006/main" idx="0"/>
                <a:effectRef xmlns:a="http://schemas.openxmlformats.org/drawingml/2006/main" idx="10"/>
                <a:fontRef xmlns:a="http://schemas.openxmlformats.org/drawingml/2006/main" idx="major"/>
              </p:style>
              <p:txBody xmlns:a="http://schemas.openxmlformats.org/drawingml/2006/main">
                <a:bodyPr/>
                <a:p/>
              </p:txBody>
            </p:sp>
            <p:sp>
              <p:nvSpPr>
                <p:cNvPr id="135" name="grid/cell-3-0//flow-tip-135">
                  <a:extLst xmlns:a="http://schemas.openxmlformats.org/drawingml/2006/main">
                    <a:ext uri="{FF2B5EF4-FFF2-40B4-BE49-F238E27FC236}">
                      <a16:creationId xmlns:a16="http://schemas.microsoft.com/office/drawing/2014/main" id="{F5F0E869-67CA-4EDE-AE25-39E8216C9C8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952750" y="3969068"/>
                  <a:ext cx="76200" cy="81915"/>
                </a:xfrm>
                <a:custGeom xmlns:a="http://schemas.openxmlformats.org/drawingml/2006/main">
                  <a:pathLst>
                    <a:path w="76200" h="81915">
                      <a:moveTo>
                        <a:pt x="76200" y="40958"/>
                      </a:moveTo>
                      <a:lnTo>
                        <a:pt x="0" y="0"/>
                      </a:lnTo>
                      <a:lnTo>
                        <a:pt x="0" y="8191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3F6C85"/>
                </a:solidFill>
                <a:ln xmlns:a="http://schemas.openxmlformats.org/drawingml/2006/main" w="95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6" name="grid/cell-3-0//path-136">
                  <a:extLst xmlns:a="http://schemas.openxmlformats.org/drawingml/2006/main">
                    <a:ext uri="{FF2B5EF4-FFF2-40B4-BE49-F238E27FC236}">
                      <a16:creationId xmlns:a16="http://schemas.microsoft.com/office/drawing/2014/main" id="{3CEBC64B-FBCB-4389-8589-C9EE10855DD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543175" y="3724275"/>
                  <a:ext cx="95" cy="514350"/>
                </a:xfrm>
                <a:custGeom xmlns:a="http://schemas.openxmlformats.org/drawingml/2006/main">
                  <a:pathLst>
                    <a:path w="95" h="514350">
                      <a:moveTo>
                        <a:pt x="0" y="0"/>
                      </a:moveTo>
                      <a:lnTo>
                        <a:pt x="0" y="514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5240" cap="rnd">
                  <a:solidFill>
                    <a:srgbClr val="24272A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7" name="grid/cell-3-0//box-137">
                  <a:extLst xmlns:a="http://schemas.openxmlformats.org/drawingml/2006/main">
                    <a:ext uri="{FF2B5EF4-FFF2-40B4-BE49-F238E27FC236}">
                      <a16:creationId xmlns:a16="http://schemas.microsoft.com/office/drawing/2014/main" id="{BF8F88D6-6AC8-4C1E-9A72-1ACC9AC9182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438400" y="4210050"/>
                  <a:ext cx="295275" cy="1905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ctr">
                    <a:def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05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t₀</a:t>
                  </a:r>
                </a:p>
              </p:txBody>
            </p:sp>
            <p:sp>
              <p:nvSpPr>
                <p:cNvPr id="138" name="grid/cell-3-0//box-138">
                  <a:extLst xmlns:a="http://schemas.openxmlformats.org/drawingml/2006/main">
                    <a:ext uri="{FF2B5EF4-FFF2-40B4-BE49-F238E27FC236}">
                      <a16:creationId xmlns:a16="http://schemas.microsoft.com/office/drawing/2014/main" id="{60427480-9E7F-4162-9FAD-82B9BBEEB8F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228975" y="385762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Cutoff</a:t>
                  </a:r>
                </a:p>
              </p:txBody>
            </p:sp>
          </p:grpSp>
          <p:grpSp>
            <p:nvGrpSpPr>
              <p:cNvPr id="250" name="cell-3-1"/>
              <p:cNvGrpSpPr/>
              <p:nvPr/>
            </p:nvGrpSpPr>
            <p:grpSpPr>
              <ns1:xfrm xmlns:ns1="http://schemas.openxmlformats.org/drawingml/2006/main">
                <ns1:off x="4705350" y="3752850"/>
                <ns1:ext cx="2533650" cy="419100"/>
                <ns1:chOff x="4705350" y="3752850"/>
                <ns1:chExt cx="2533650" cy="419100"/>
              </ns1:xfrm>
            </p:grpSpPr>
            <p:grpSp>
              <p:nvGrpSpPr>
                <p:cNvPr id="251" name="icon-scan-eye-138"/>
                <p:cNvGrpSpPr/>
                <p:nvPr/>
              </p:nvGrpSpPr>
              <p:grpSpPr>
                <ns1:xfrm xmlns:ns1="http://schemas.openxmlformats.org/drawingml/2006/main">
                  <ns1:off x="4705350" y="3752850"/>
                  <ns1:ext cx="419100" cy="419100"/>
                  <ns1:chOff x="4705350" y="3752850"/>
                  <ns1:chExt cx="419100" cy="419100"/>
                </ns1:xfrm>
              </p:grpSpPr>
              <p:sp>
                <p:nvSpPr>
                  <p:cNvPr id="139" name="grid/cell-3-1/icon-scan-eye-138//scan-eye-13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DCD81A87-55D7-489D-974F-F8701441668D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05350" y="3752850"/>
                    <a:ext cx="419100" cy="4191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8575" y="66675"/>
                        </a:moveTo>
                        <a:lnTo>
                          <a:pt x="28575" y="47625"/>
                        </a:lnTo>
                        <a:cubicBezTo>
                          <a:pt x="28575" y="42575"/>
                          <a:pt x="30583" y="37726"/>
                          <a:pt x="34155" y="34155"/>
                        </a:cubicBezTo>
                        <a:cubicBezTo>
                          <a:pt x="37726" y="30583"/>
                          <a:pt x="42575" y="28575"/>
                          <a:pt x="47625" y="28575"/>
                        </a:cubicBezTo>
                        <a:lnTo>
                          <a:pt x="66675" y="285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40" name="grid/cell-3-1/icon-scan-eye-138//scan-eye-14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9B5BDF5E-F5FF-4168-9860-A19D012F77E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05350" y="3752850"/>
                    <a:ext cx="419100" cy="4191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61925" y="28575"/>
                        </a:moveTo>
                        <a:lnTo>
                          <a:pt x="180975" y="28575"/>
                        </a:lnTo>
                        <a:cubicBezTo>
                          <a:pt x="186025" y="28575"/>
                          <a:pt x="190874" y="30583"/>
                          <a:pt x="194445" y="34155"/>
                        </a:cubicBezTo>
                        <a:cubicBezTo>
                          <a:pt x="198017" y="37726"/>
                          <a:pt x="200025" y="42575"/>
                          <a:pt x="200025" y="47625"/>
                        </a:cubicBezTo>
                        <a:lnTo>
                          <a:pt x="200025" y="666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41" name="grid/cell-3-1/icon-scan-eye-138//scan-eye-141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45739786-A55F-4A09-A644-49350837858C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05350" y="3752850"/>
                    <a:ext cx="419100" cy="4191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161925"/>
                        </a:moveTo>
                        <a:lnTo>
                          <a:pt x="200025" y="180975"/>
                        </a:lnTo>
                        <a:cubicBezTo>
                          <a:pt x="200025" y="186025"/>
                          <a:pt x="198017" y="190874"/>
                          <a:pt x="194445" y="194445"/>
                        </a:cubicBezTo>
                        <a:cubicBezTo>
                          <a:pt x="190874" y="198017"/>
                          <a:pt x="186025" y="200025"/>
                          <a:pt x="180975" y="200025"/>
                        </a:cubicBezTo>
                        <a:lnTo>
                          <a:pt x="161925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42" name="grid/cell-3-1/icon-scan-eye-138//scan-eye-142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5B2DE08-8C7D-4663-B951-2117E6B3842D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05350" y="3752850"/>
                    <a:ext cx="419100" cy="4191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66675" y="200025"/>
                        </a:moveTo>
                        <a:lnTo>
                          <a:pt x="47625" y="200025"/>
                        </a:lnTo>
                        <a:cubicBezTo>
                          <a:pt x="42575" y="200025"/>
                          <a:pt x="37726" y="198017"/>
                          <a:pt x="34155" y="194445"/>
                        </a:cubicBezTo>
                        <a:cubicBezTo>
                          <a:pt x="30583" y="190874"/>
                          <a:pt x="28575" y="186025"/>
                          <a:pt x="28575" y="180975"/>
                        </a:cubicBezTo>
                        <a:lnTo>
                          <a:pt x="28575" y="1619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43" name="grid/cell-3-1/icon-scan-eye-138//scan-eye-14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B4F7A3CD-B8CB-41CE-952A-5C7CFAA7FAF6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05350" y="3752850"/>
                    <a:ext cx="419100" cy="4191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04775" y="114300"/>
                        </a:moveTo>
                        <a:cubicBezTo>
                          <a:pt x="104775" y="117699"/>
                          <a:pt x="106594" y="120850"/>
                          <a:pt x="109538" y="122549"/>
                        </a:cubicBezTo>
                        <a:cubicBezTo>
                          <a:pt x="112481" y="124248"/>
                          <a:pt x="116119" y="124248"/>
                          <a:pt x="119063" y="122549"/>
                        </a:cubicBezTo>
                        <a:cubicBezTo>
                          <a:pt x="122006" y="120850"/>
                          <a:pt x="123825" y="117699"/>
                          <a:pt x="123825" y="114300"/>
                        </a:cubicBezTo>
                        <a:cubicBezTo>
                          <a:pt x="123825" y="110901"/>
                          <a:pt x="122006" y="107750"/>
                          <a:pt x="119063" y="106051"/>
                        </a:cubicBezTo>
                        <a:cubicBezTo>
                          <a:pt x="116119" y="104352"/>
                          <a:pt x="112481" y="104352"/>
                          <a:pt x="109538" y="106051"/>
                        </a:cubicBezTo>
                        <a:cubicBezTo>
                          <a:pt x="106594" y="107750"/>
                          <a:pt x="104775" y="110901"/>
                          <a:pt x="104775" y="114300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44" name="grid/cell-3-1/icon-scan-eye-138//scan-eye-14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9BCF8223-4EC8-430E-9227-FE379B342470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4705350" y="3752850"/>
                    <a:ext cx="419100" cy="4191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80442" y="117443"/>
                        </a:moveTo>
                        <a:cubicBezTo>
                          <a:pt x="181153" y="115409"/>
                          <a:pt x="181153" y="113191"/>
                          <a:pt x="180442" y="111157"/>
                        </a:cubicBezTo>
                        <a:cubicBezTo>
                          <a:pt x="173253" y="93542"/>
                          <a:pt x="159317" y="79509"/>
                          <a:pt x="141753" y="72197"/>
                        </a:cubicBezTo>
                        <a:cubicBezTo>
                          <a:pt x="124189" y="64886"/>
                          <a:pt x="104411" y="64886"/>
                          <a:pt x="86847" y="72197"/>
                        </a:cubicBezTo>
                        <a:cubicBezTo>
                          <a:pt x="69283" y="79509"/>
                          <a:pt x="55347" y="93542"/>
                          <a:pt x="48158" y="111157"/>
                        </a:cubicBezTo>
                        <a:cubicBezTo>
                          <a:pt x="47447" y="113191"/>
                          <a:pt x="47447" y="115409"/>
                          <a:pt x="48158" y="117443"/>
                        </a:cubicBezTo>
                        <a:cubicBezTo>
                          <a:pt x="55347" y="135058"/>
                          <a:pt x="69283" y="149091"/>
                          <a:pt x="86847" y="156403"/>
                        </a:cubicBezTo>
                        <a:cubicBezTo>
                          <a:pt x="104411" y="163714"/>
                          <a:pt x="124189" y="163714"/>
                          <a:pt x="141753" y="156403"/>
                        </a:cubicBezTo>
                        <a:cubicBezTo>
                          <a:pt x="159317" y="149091"/>
                          <a:pt x="173253" y="135058"/>
                          <a:pt x="180442" y="117443"/>
                        </a:cubic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836780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145" name="grid/cell-3-1//check-145">
                  <a:extLst xmlns:a="http://schemas.openxmlformats.org/drawingml/2006/main">
                    <a:ext uri="{FF2B5EF4-FFF2-40B4-BE49-F238E27FC236}">
                      <a16:creationId xmlns:a16="http://schemas.microsoft.com/office/drawing/2014/main" id="{A43A296E-ADC1-4D3B-ACBB-6B4FA362D0B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543550" y="3905250"/>
                  <a:ext cx="142875" cy="95250"/>
                </a:xfrm>
                <a:custGeom xmlns:a="http://schemas.openxmlformats.org/drawingml/2006/main">
                  <a:pathLst>
                    <a:path w="142875" h="95250">
                      <a:moveTo>
                        <a:pt x="0" y="47625"/>
                      </a:moveTo>
                      <a:lnTo>
                        <a:pt x="47625" y="95250"/>
                      </a:lnTo>
                      <a:lnTo>
                        <a:pt x="142875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24765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6" name="grid/cell-3-1//box-146">
                  <a:extLst xmlns:a="http://schemas.openxmlformats.org/drawingml/2006/main">
                    <a:ext uri="{FF2B5EF4-FFF2-40B4-BE49-F238E27FC236}">
                      <a16:creationId xmlns:a16="http://schemas.microsoft.com/office/drawing/2014/main" id="{21D211FE-7D44-4E79-B646-3B908EE764E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086475" y="385762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Fidelity</a:t>
                  </a:r>
                </a:p>
              </p:txBody>
            </p:sp>
          </p:grpSp>
          <p:grpSp>
            <p:nvGrpSpPr>
              <p:cNvPr id="252" name="cell-3-2"/>
              <p:cNvGrpSpPr/>
              <p:nvPr/>
            </p:nvGrpSpPr>
            <p:grpSpPr>
              <ns1:xfrm xmlns:ns1="http://schemas.openxmlformats.org/drawingml/2006/main">
                <ns1:off x="7581900" y="3781425"/>
                <ns1:ext cx="2514600" cy="400050"/>
                <ns1:chOff x="7581900" y="3781425"/>
                <ns1:chExt cx="2514600" cy="400050"/>
              </ns1:xfrm>
            </p:grpSpPr>
            <p:grpSp>
              <p:nvGrpSpPr>
                <p:cNvPr id="253" name="icon-table-properties-146"/>
                <p:cNvGrpSpPr/>
                <p:nvPr/>
              </p:nvGrpSpPr>
              <p:grpSpPr>
                <ns1:xfrm xmlns:ns1="http://schemas.openxmlformats.org/drawingml/2006/main">
                  <ns1:off x="7581900" y="3781425"/>
                  <ns1:ext cx="400050" cy="400050"/>
                  <ns1:chOff x="7581900" y="3781425"/>
                  <ns1:chExt cx="400050" cy="400050"/>
                </ns1:xfrm>
              </p:grpSpPr>
              <p:sp>
                <p:nvSpPr>
                  <p:cNvPr id="147" name="grid/cell-3-2/icon-table-properties-146//table-properties-147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5EDBBF30-27B1-4E1D-AC9B-00E1DF9A3DAF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81900" y="378142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42875" y="28575"/>
                        </a:moveTo>
                        <a:lnTo>
                          <a:pt x="142875" y="2000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48" name="grid/cell-3-2/icon-table-properties-146//table-properties-148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A76427BD-DCB3-482F-8086-7F93BA73D242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81900" y="378142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47625" y="28575"/>
                        </a:moveTo>
                        <a:lnTo>
                          <a:pt x="180975" y="28575"/>
                        </a:lnTo>
                        <a:quadBezTo>
                          <a:pt x="200025" y="28575"/>
                          <a:pt x="200025" y="47625"/>
                        </a:quadBezTo>
                        <a:lnTo>
                          <a:pt x="200025" y="180975"/>
                        </a:lnTo>
                        <a:quadBezTo>
                          <a:pt x="200025" y="200025"/>
                          <a:pt x="180975" y="200025"/>
                        </a:quadBezTo>
                        <a:lnTo>
                          <a:pt x="47625" y="200025"/>
                        </a:lnTo>
                        <a:quadBezTo>
                          <a:pt x="28575" y="200025"/>
                          <a:pt x="28575" y="180975"/>
                        </a:quadBezTo>
                        <a:lnTo>
                          <a:pt x="28575" y="47625"/>
                        </a:lnTo>
                        <a:quadBezTo>
                          <a:pt x="28575" y="28575"/>
                          <a:pt x="47625" y="28575"/>
                        </a:quadBez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49" name="grid/cell-3-2/icon-table-properties-146//table-properties-149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E8EFB5B-AEB9-4605-B407-E9A6FB2C998E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81900" y="378142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85725"/>
                        </a:moveTo>
                        <a:lnTo>
                          <a:pt x="28575" y="8572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50" name="grid/cell-3-2/icon-table-properties-146//table-properties-150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4B9C8E3E-D48A-4E18-A2A2-E29EE8EACAA4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7581900" y="3781425"/>
                    <a:ext cx="400050" cy="40005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200025" y="142875"/>
                        </a:moveTo>
                        <a:lnTo>
                          <a:pt x="28575" y="142875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B76C4D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151" name="grid/cell-3-2//flow-151">
                  <a:extLst xmlns:a="http://schemas.openxmlformats.org/drawingml/2006/main">
                    <a:ext uri="{FF2B5EF4-FFF2-40B4-BE49-F238E27FC236}">
                      <a16:creationId xmlns:a16="http://schemas.microsoft.com/office/drawing/2014/main" id="{2B35810E-30EB-47B0-8B51-F0D9394C8F2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077200" y="3981450"/>
                  <a:ext cx="209550" cy="95"/>
                </a:xfrm>
                <a:custGeom xmlns:a="http://schemas.openxmlformats.org/drawingml/2006/main">
                  <a:pathLst>
                    <a:path w="209550" h="9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25718" cap="rnd">
                  <a:solidFill>
                    <a:srgbClr val="B76C4D"/>
                  </a:solidFill>
                  <a:prstDash val="solid"/>
                  <a:round/>
                </a:ln>
              </p:spPr>
              <p:style>
                <a:lnRef xmlns:a="http://schemas.openxmlformats.org/drawingml/2006/main" idx="0"/>
                <a:fillRef xmlns:a="http://schemas.openxmlformats.org/drawingml/2006/main" idx="0"/>
                <a:effectRef xmlns:a="http://schemas.openxmlformats.org/drawingml/2006/main" idx="10"/>
                <a:fontRef xmlns:a="http://schemas.openxmlformats.org/drawingml/2006/main" idx="major"/>
              </p:style>
              <p:txBody xmlns:a="http://schemas.openxmlformats.org/drawingml/2006/main">
                <a:bodyPr/>
                <a:p/>
              </p:txBody>
            </p:sp>
            <p:sp>
              <p:nvSpPr>
                <p:cNvPr id="152" name="grid/cell-3-2//flow-tip-152">
                  <a:extLst xmlns:a="http://schemas.openxmlformats.org/drawingml/2006/main">
                    <a:ext uri="{FF2B5EF4-FFF2-40B4-BE49-F238E27FC236}">
                      <a16:creationId xmlns:a16="http://schemas.microsoft.com/office/drawing/2014/main" id="{5D504675-5D5E-4FC0-AF46-8229070118A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210550" y="3940493"/>
                  <a:ext cx="76200" cy="81915"/>
                </a:xfrm>
                <a:custGeom xmlns:a="http://schemas.openxmlformats.org/drawingml/2006/main">
                  <a:pathLst>
                    <a:path w="76200" h="81915">
                      <a:moveTo>
                        <a:pt x="76200" y="40958"/>
                      </a:moveTo>
                      <a:lnTo>
                        <a:pt x="0" y="0"/>
                      </a:lnTo>
                      <a:lnTo>
                        <a:pt x="0" y="81915"/>
                      </a:lnTo>
                      <a:close/>
                    </a:path>
                  </a:pathLst>
                </a:custGeom>
                <a:solidFill xmlns:a="http://schemas.openxmlformats.org/drawingml/2006/main">
                  <a:srgbClr val="B76C4D"/>
                </a:solidFill>
                <a:ln xmlns:a="http://schemas.openxmlformats.org/drawingml/2006/main" w="95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grpSp>
              <p:nvGrpSpPr>
                <p:cNvPr id="254" name="icon-file-check-2-152"/>
                <p:cNvGrpSpPr/>
                <p:nvPr/>
              </p:nvGrpSpPr>
              <p:grpSpPr>
                <ns1:xfrm xmlns:ns1="http://schemas.openxmlformats.org/drawingml/2006/main">
                  <ns1:off x="8382000" y="3781425"/>
                  <ns1:ext cx="381000" cy="381000"/>
                  <ns1:chOff x="8382000" y="3781425"/>
                  <ns1:chExt cx="381000" cy="381000"/>
                </ns1:xfrm>
              </p:grpSpPr>
              <p:sp>
                <p:nvSpPr>
                  <p:cNvPr id="153" name="grid/cell-3-2/icon-file-check-2-152//file-check-2-153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591345B-0D46-45AC-BC37-512AAF1AC103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8382000" y="378142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00013" y="209550"/>
                        </a:moveTo>
                        <a:lnTo>
                          <a:pt x="57150" y="209550"/>
                        </a:lnTo>
                        <a:cubicBezTo>
                          <a:pt x="52100" y="209550"/>
                          <a:pt x="47251" y="207542"/>
                          <a:pt x="43680" y="203970"/>
                        </a:cubicBezTo>
                        <a:cubicBezTo>
                          <a:pt x="40108" y="200399"/>
                          <a:pt x="38100" y="195550"/>
                          <a:pt x="38100" y="190500"/>
                        </a:cubicBezTo>
                        <a:lnTo>
                          <a:pt x="38100" y="38100"/>
                        </a:lnTo>
                        <a:cubicBezTo>
                          <a:pt x="38100" y="33050"/>
                          <a:pt x="40108" y="28201"/>
                          <a:pt x="43680" y="24630"/>
                        </a:cubicBezTo>
                        <a:cubicBezTo>
                          <a:pt x="47251" y="21058"/>
                          <a:pt x="52100" y="19050"/>
                          <a:pt x="57150" y="19050"/>
                        </a:cubicBezTo>
                        <a:lnTo>
                          <a:pt x="133350" y="19050"/>
                        </a:lnTo>
                        <a:cubicBezTo>
                          <a:pt x="139444" y="19035"/>
                          <a:pt x="145298" y="21458"/>
                          <a:pt x="149600" y="25775"/>
                        </a:cubicBezTo>
                        <a:lnTo>
                          <a:pt x="183775" y="59950"/>
                        </a:lnTo>
                        <a:cubicBezTo>
                          <a:pt x="188092" y="64252"/>
                          <a:pt x="190515" y="70106"/>
                          <a:pt x="190500" y="76200"/>
                        </a:cubicBezTo>
                        <a:lnTo>
                          <a:pt x="190500" y="1333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54" name="grid/cell-3-2/icon-file-check-2-152//file-check-2-154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FD475B80-CC61-4155-B074-658CFAC6A93A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8382000" y="378142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33350" y="19050"/>
                        </a:moveTo>
                        <a:lnTo>
                          <a:pt x="133350" y="66675"/>
                        </a:lnTo>
                        <a:cubicBezTo>
                          <a:pt x="133350" y="69200"/>
                          <a:pt x="134354" y="71625"/>
                          <a:pt x="136140" y="73410"/>
                        </a:cubicBezTo>
                        <a:cubicBezTo>
                          <a:pt x="137925" y="75196"/>
                          <a:pt x="140350" y="76200"/>
                          <a:pt x="142875" y="76200"/>
                        </a:cubicBezTo>
                        <a:lnTo>
                          <a:pt x="190500" y="7620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  <p:sp>
                <p:nvSpPr>
                  <p:cNvPr id="155" name="grid/cell-3-2/icon-file-check-2-152//file-check-2-155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2F58A91-951B-4AC7-AB82-B61FADFC9057}"/>
                      </a:ext>
                    </a:extLst>
                  </p:cNvPr>
                  <p:cNvSpPr>
                    <a:spLocks xmlns:a="http://schemas.openxmlformats.org/drawingml/2006/main"/>
                  </p:cNvSpPr>
                  <p:nvPr/>
                </p:nvSpPr>
                <p:spPr>
                  <a:xfrm xmlns:a="http://schemas.openxmlformats.org/drawingml/2006/main">
                    <a:off x="8382000" y="3781425"/>
                    <a:ext cx="381000" cy="381000"/>
                  </a:xfrm>
                  <a:custGeom xmlns:a="http://schemas.openxmlformats.org/drawingml/2006/main">
                    <a:pathLst>
                      <a:path w="228600" h="228600">
                        <a:moveTo>
                          <a:pt x="133350" y="190500"/>
                        </a:moveTo>
                        <a:lnTo>
                          <a:pt x="152400" y="209550"/>
                        </a:lnTo>
                        <a:lnTo>
                          <a:pt x="190500" y="171450"/>
                        </a:lnTo>
                      </a:path>
                    </a:pathLst>
                  </a:custGeom>
                  <a:noFill xmlns:a="http://schemas.openxmlformats.org/drawingml/2006/main"/>
                  <a:ln xmlns:a="http://schemas.openxmlformats.org/drawingml/2006/main" w="16193" cap="rnd">
                    <a:solidFill>
                      <a:srgbClr val="328372"/>
                    </a:solidFill>
                    <a:prstDash val="solid"/>
                    <a:round/>
                  </a:ln>
                </p:spPr>
                <p:txBody xmlns:a="http://schemas.openxmlformats.org/drawingml/2006/main">
                  <a:bodyPr/>
                  <a:p/>
                </p:txBody>
              </p:sp>
            </p:grpSp>
            <p:sp>
              <p:nvSpPr>
                <p:cNvPr id="156" name="grid/cell-3-2//box-156">
                  <a:extLst xmlns:a="http://schemas.openxmlformats.org/drawingml/2006/main">
                    <a:ext uri="{FF2B5EF4-FFF2-40B4-BE49-F238E27FC236}">
                      <a16:creationId xmlns:a16="http://schemas.microsoft.com/office/drawing/2014/main" id="{6AECB736-4C64-4430-B303-A74007085FA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943975" y="3857625"/>
                  <a:ext cx="115252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500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Evidence</a:t>
                  </a:r>
                </a:p>
              </p:txBody>
            </p:sp>
          </p:grpSp>
          <p:grpSp>
            <p:nvGrpSpPr>
              <p:cNvPr id="255" name="cell-3-3"/>
              <p:cNvGrpSpPr/>
              <p:nvPr/>
            </p:nvGrpSpPr>
            <p:grpSpPr>
              <ns1:xfrm xmlns:ns1="http://schemas.openxmlformats.org/drawingml/2006/main">
                <ns1:off x="10477500" y="3752850"/>
                <ns1:ext cx="2533650" cy="409575"/>
                <ns1:chOff x="10477500" y="3752850"/>
                <ns1:chExt cx="2533650" cy="409575"/>
              </ns1:xfrm>
            </p:grpSpPr>
            <p:sp>
              <p:nvSpPr>
                <p:cNvPr id="157" name="grid/cell-3-3//box-157">
                  <a:extLst xmlns:a="http://schemas.openxmlformats.org/drawingml/2006/main">
                    <a:ext uri="{FF2B5EF4-FFF2-40B4-BE49-F238E27FC236}">
                      <a16:creationId xmlns:a16="http://schemas.microsoft.com/office/drawing/2014/main" id="{61F13230-6AB3-416A-9BFE-54883DEEC9B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77500" y="3819525"/>
                  <a:ext cx="1066800" cy="27622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E9F2EE"/>
                </a:solidFill>
                <a:ln xmlns:a="http://schemas.openxmlformats.org/drawingml/2006/main" w="0" cap="rnd">
                  <a:noFill/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58" name="grid/cell-3-3//path-158">
                  <a:extLst xmlns:a="http://schemas.openxmlformats.org/drawingml/2006/main">
                    <a:ext uri="{FF2B5EF4-FFF2-40B4-BE49-F238E27FC236}">
                      <a16:creationId xmlns:a16="http://schemas.microsoft.com/office/drawing/2014/main" id="{DAC65175-66D9-437F-A0D9-9CB652FD064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77500" y="3752850"/>
                  <a:ext cx="95" cy="409575"/>
                </a:xfrm>
                <a:custGeom xmlns:a="http://schemas.openxmlformats.org/drawingml/2006/main">
                  <a:pathLst>
                    <a:path w="95" h="409575">
                      <a:moveTo>
                        <a:pt x="0" y="0"/>
                      </a:moveTo>
                      <a:lnTo>
                        <a:pt x="0" y="409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7145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59" name="grid/cell-3-3//path-159">
                  <a:extLst xmlns:a="http://schemas.openxmlformats.org/drawingml/2006/main">
                    <a:ext uri="{FF2B5EF4-FFF2-40B4-BE49-F238E27FC236}">
                      <a16:creationId xmlns:a16="http://schemas.microsoft.com/office/drawing/2014/main" id="{58598EBC-7BD6-419E-819D-893BD29C968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544300" y="3752850"/>
                  <a:ext cx="95" cy="409575"/>
                </a:xfrm>
                <a:custGeom xmlns:a="http://schemas.openxmlformats.org/drawingml/2006/main">
                  <a:pathLst>
                    <a:path w="95" h="409575">
                      <a:moveTo>
                        <a:pt x="0" y="0"/>
                      </a:moveTo>
                      <a:lnTo>
                        <a:pt x="0" y="409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7145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60" name="grid/cell-3-3//dot-160">
                  <a:extLst xmlns:a="http://schemas.openxmlformats.org/drawingml/2006/main">
                    <a:ext uri="{FF2B5EF4-FFF2-40B4-BE49-F238E27FC236}">
                      <a16:creationId xmlns:a16="http://schemas.microsoft.com/office/drawing/2014/main" id="{A8FA68D3-FCF5-47C6-A79A-1D613EC8BDC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029950" y="3905250"/>
                  <a:ext cx="95250" cy="95250"/>
                </a:xfrm>
                <a:prstGeom xmlns:a="http://schemas.openxmlformats.org/drawingml/2006/main" prst="ellipse">
                  <a:avLst/>
                </a:prstGeom>
                <a:solidFill xmlns:a="http://schemas.openxmlformats.org/drawingml/2006/main">
                  <a:srgbClr val="24272A"/>
                </a:solidFill>
                <a:ln xmlns:a="http://schemas.openxmlformats.org/drawingml/2006/main" w="0" cap="rnd">
                  <a:noFill/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61" name="grid/cell-3-3//box-161">
                  <a:extLst xmlns:a="http://schemas.openxmlformats.org/drawingml/2006/main">
                    <a:ext uri="{FF2B5EF4-FFF2-40B4-BE49-F238E27FC236}">
                      <a16:creationId xmlns:a16="http://schemas.microsoft.com/office/drawing/2014/main" id="{229A7692-8F02-4A40-AC9D-78361031ACC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801475" y="3857625"/>
                  <a:ext cx="1209675" cy="2667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 cap="rnd">
                  <a:noFill/>
                  <a:prstDash val="solid"/>
                  <a:round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defPPr>
                  <a:lvl1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1pPr>
                  <a:lvl2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2pPr>
                  <a:lvl3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3pPr>
                  <a:lvl4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4pPr>
                  <a:lvl5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5pPr>
                  <a:lvl6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6pPr>
                  <a:lvl7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7pPr>
                  <a:lvl8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8pPr>
                  <a:lvl9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lvl9pPr>
                </a:lstStyle>
                <a:p xmlns:a="http://schemas.openxmlformats.org/drawingml/2006/main">
                  <a:pPr algn="l">
                    <a:def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defRPr>
                  </a:pPr>
                  <a:r>
                    <a:rPr sz="1425" b="0" i="0">
                      <a:solidFill>
                        <a:srgbClr val="24272A"/>
                      </a:solidFill>
                      <a:latin typeface="Arial"/>
                      <a:ea typeface="Arial"/>
                      <a:cs typeface="Arial"/>
                    </a:rPr>
                    <a:t>Constraints</a:t>
                  </a:r>
                </a:p>
              </p:txBody>
            </p:sp>
          </p:grpSp>
        </p:grpSp>
        <p:grpSp>
          <p:nvGrpSpPr>
            <p:cNvPr id="256" name="workflow"/>
            <p:cNvGrpSpPr/>
            <p:nvPr/>
          </p:nvGrpSpPr>
          <p:grpSpPr>
            <ns1:xfrm xmlns:ns1="http://schemas.openxmlformats.org/drawingml/2006/main">
              <ns1:off x="161925" y="4648200"/>
              <ns1:ext cx="12801600" cy="1743075"/>
              <ns1:chOff x="161925" y="4648200"/>
              <ns1:chExt cx="12801600" cy="1743075"/>
            </ns1:xfrm>
          </p:grpSpPr>
          <p:sp>
            <p:nvSpPr>
              <p:cNvPr id="162" name="workflow//box-162">
                <a:extLst xmlns:a="http://schemas.openxmlformats.org/drawingml/2006/main">
                  <a:ext uri="{FF2B5EF4-FFF2-40B4-BE49-F238E27FC236}">
                    <a16:creationId xmlns:a16="http://schemas.microsoft.com/office/drawing/2014/main" id="{1E9DDC86-21DE-44B9-9F9E-2CD34B1D0D5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" y="4648200"/>
                <a:ext cx="5334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72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(b)</a:t>
                </a:r>
              </a:p>
            </p:txBody>
          </p:sp>
          <p:sp>
            <p:nvSpPr>
              <p:cNvPr id="163" name="workflow//box-163">
                <a:extLst xmlns:a="http://schemas.openxmlformats.org/drawingml/2006/main">
                  <a:ext uri="{FF2B5EF4-FFF2-40B4-BE49-F238E27FC236}">
                    <a16:creationId xmlns:a16="http://schemas.microsoft.com/office/drawing/2014/main" id="{04DBEABD-FBE5-4236-8F52-1F52A0D5A7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0575" y="4667250"/>
                <a:ext cx="26098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Execute</a:t>
                </a:r>
              </a:p>
            </p:txBody>
          </p:sp>
          <p:sp>
            <p:nvSpPr>
              <p:cNvPr id="164" name="workflow//box-164">
                <a:extLst xmlns:a="http://schemas.openxmlformats.org/drawingml/2006/main">
                  <a:ext uri="{FF2B5EF4-FFF2-40B4-BE49-F238E27FC236}">
                    <a16:creationId xmlns:a16="http://schemas.microsoft.com/office/drawing/2014/main" id="{DA55B403-9E2E-4EA2-B830-666983E44BA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971925" y="4667250"/>
                <a:ext cx="26098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Prepare</a:t>
                </a:r>
              </a:p>
            </p:txBody>
          </p:sp>
          <p:sp>
            <p:nvSpPr>
              <p:cNvPr id="165" name="workflow//box-165">
                <a:extLst xmlns:a="http://schemas.openxmlformats.org/drawingml/2006/main">
                  <a:ext uri="{FF2B5EF4-FFF2-40B4-BE49-F238E27FC236}">
                    <a16:creationId xmlns:a16="http://schemas.microsoft.com/office/drawing/2014/main" id="{B7EF608A-1A32-42AF-BD72-6CE5570B1DF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162800" y="4667250"/>
                <a:ext cx="26098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Forecast</a:t>
                </a:r>
              </a:p>
            </p:txBody>
          </p:sp>
          <p:sp>
            <p:nvSpPr>
              <p:cNvPr id="166" name="workflow//box-166">
                <a:extLst xmlns:a="http://schemas.openxmlformats.org/drawingml/2006/main">
                  <a:ext uri="{FF2B5EF4-FFF2-40B4-BE49-F238E27FC236}">
                    <a16:creationId xmlns:a16="http://schemas.microsoft.com/office/drawing/2014/main" id="{A93B91F1-A9DE-4FC5-A71B-849CC6860EF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53675" y="4667250"/>
                <a:ext cx="26098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Decide</a:t>
                </a:r>
              </a:p>
            </p:txBody>
          </p:sp>
          <p:grpSp>
            <p:nvGrpSpPr>
              <p:cNvPr id="257" name="icon-code-xml-166"/>
              <p:cNvGrpSpPr/>
              <p:nvPr/>
            </p:nvGrpSpPr>
            <p:grpSpPr>
              <ns1:xfrm xmlns:ns1="http://schemas.openxmlformats.org/drawingml/2006/main">
                <ns1:off x="838200" y="5257800"/>
                <ns1:ext cx="400050" cy="400050"/>
                <ns1:chOff x="838200" y="5257800"/>
                <ns1:chExt cx="400050" cy="400050"/>
              </ns1:xfrm>
            </p:grpSpPr>
            <p:sp>
              <p:nvSpPr>
                <p:cNvPr id="167" name="workflow/icon-code-xml-166//code-xml-167">
                  <a:extLst xmlns:a="http://schemas.openxmlformats.org/drawingml/2006/main">
                    <a:ext uri="{FF2B5EF4-FFF2-40B4-BE49-F238E27FC236}">
                      <a16:creationId xmlns:a16="http://schemas.microsoft.com/office/drawing/2014/main" id="{634701FA-B649-491A-999D-D650AF415B6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38200" y="525780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152400"/>
                      </a:moveTo>
                      <a:lnTo>
                        <a:pt x="209550" y="114300"/>
                      </a:lnTo>
                      <a:lnTo>
                        <a:pt x="171450" y="762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68" name="workflow/icon-code-xml-166//code-xml-168">
                  <a:extLst xmlns:a="http://schemas.openxmlformats.org/drawingml/2006/main">
                    <a:ext uri="{FF2B5EF4-FFF2-40B4-BE49-F238E27FC236}">
                      <a16:creationId xmlns:a16="http://schemas.microsoft.com/office/drawing/2014/main" id="{26C8EF33-A3A4-4329-8A7D-A8E6591591C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38200" y="525780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76200"/>
                      </a:moveTo>
                      <a:lnTo>
                        <a:pt x="19050" y="114300"/>
                      </a:lnTo>
                      <a:lnTo>
                        <a:pt x="57150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69" name="workflow/icon-code-xml-166//code-xml-169">
                  <a:extLst xmlns:a="http://schemas.openxmlformats.org/drawingml/2006/main">
                    <a:ext uri="{FF2B5EF4-FFF2-40B4-BE49-F238E27FC236}">
                      <a16:creationId xmlns:a16="http://schemas.microsoft.com/office/drawing/2014/main" id="{4CCDAE32-19D6-42DB-9FB7-CB481E3730F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38200" y="525780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38113" y="38100"/>
                      </a:moveTo>
                      <a:lnTo>
                        <a:pt x="90488" y="1905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70" name="workflow//flow-170">
                <a:extLst xmlns:a="http://schemas.openxmlformats.org/drawingml/2006/main">
                  <a:ext uri="{FF2B5EF4-FFF2-40B4-BE49-F238E27FC236}">
                    <a16:creationId xmlns:a16="http://schemas.microsoft.com/office/drawing/2014/main" id="{4FBB0CD7-8779-4E32-9859-6DE9FEF4E39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62075" y="5457825"/>
                <a:ext cx="371475" cy="95"/>
              </a:xfrm>
              <a:custGeom xmlns:a="http://schemas.openxmlformats.org/drawingml/2006/main">
                <a:pathLst>
                  <a:path w="371475" h="95">
                    <a:moveTo>
                      <a:pt x="0" y="0"/>
                    </a:moveTo>
                    <a:lnTo>
                      <a:pt x="3714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71" name="workflow//flow-tip-171">
                <a:extLst xmlns:a="http://schemas.openxmlformats.org/drawingml/2006/main">
                  <a:ext uri="{FF2B5EF4-FFF2-40B4-BE49-F238E27FC236}">
                    <a16:creationId xmlns:a16="http://schemas.microsoft.com/office/drawing/2014/main" id="{36405CF5-0C8E-4C1D-8731-F5A6CD82EF1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57350" y="54168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258" name="icon-square-function-171"/>
              <p:cNvGrpSpPr/>
              <p:nvPr/>
            </p:nvGrpSpPr>
            <p:grpSpPr>
              <ns1:xfrm xmlns:ns1="http://schemas.openxmlformats.org/drawingml/2006/main">
                <ns1:off x="1895475" y="5257800"/>
                <ns1:ext cx="400050" cy="400050"/>
                <ns1:chOff x="1895475" y="5257800"/>
                <ns1:chExt cx="400050" cy="400050"/>
              </ns1:xfrm>
            </p:grpSpPr>
            <p:sp>
              <p:nvSpPr>
                <p:cNvPr id="172" name="workflow/icon-square-function-171//square-function-172">
                  <a:extLst xmlns:a="http://schemas.openxmlformats.org/drawingml/2006/main">
                    <a:ext uri="{FF2B5EF4-FFF2-40B4-BE49-F238E27FC236}">
                      <a16:creationId xmlns:a16="http://schemas.microsoft.com/office/drawing/2014/main" id="{0020EBF8-600D-4C97-8A62-B8128CC2E59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895475" y="525780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28575"/>
                      </a:moveTo>
                      <a:lnTo>
                        <a:pt x="180975" y="28575"/>
                      </a:lnTo>
                      <a:quadBezTo>
                        <a:pt x="200025" y="28575"/>
                        <a:pt x="200025" y="47625"/>
                      </a:quadBezTo>
                      <a:lnTo>
                        <a:pt x="200025" y="180975"/>
                      </a:lnTo>
                      <a:quadBezTo>
                        <a:pt x="200025" y="200025"/>
                        <a:pt x="180975" y="200025"/>
                      </a:quadBezTo>
                      <a:lnTo>
                        <a:pt x="47625" y="200025"/>
                      </a:lnTo>
                      <a:quadBezTo>
                        <a:pt x="28575" y="200025"/>
                        <a:pt x="28575" y="180975"/>
                      </a:quadBezTo>
                      <a:lnTo>
                        <a:pt x="28575" y="47625"/>
                      </a:lnTo>
                      <a:quadBezTo>
                        <a:pt x="28575" y="28575"/>
                        <a:pt x="47625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3" name="workflow/icon-square-function-171//square-function-173">
                  <a:extLst xmlns:a="http://schemas.openxmlformats.org/drawingml/2006/main">
                    <a:ext uri="{FF2B5EF4-FFF2-40B4-BE49-F238E27FC236}">
                      <a16:creationId xmlns:a16="http://schemas.microsoft.com/office/drawing/2014/main" id="{C1FECFFB-05B3-42C1-B04F-C2E10265E98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895475" y="525780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61925"/>
                      </a:moveTo>
                      <a:cubicBezTo>
                        <a:pt x="104775" y="161925"/>
                        <a:pt x="112395" y="152400"/>
                        <a:pt x="112395" y="135255"/>
                      </a:cubicBezTo>
                      <a:lnTo>
                        <a:pt x="112395" y="95250"/>
                      </a:lnTo>
                      <a:cubicBezTo>
                        <a:pt x="112395" y="76200"/>
                        <a:pt x="121920" y="63818"/>
                        <a:pt x="142875" y="6667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4" name="workflow/icon-square-function-171//square-function-174">
                  <a:extLst xmlns:a="http://schemas.openxmlformats.org/drawingml/2006/main">
                    <a:ext uri="{FF2B5EF4-FFF2-40B4-BE49-F238E27FC236}">
                      <a16:creationId xmlns:a16="http://schemas.microsoft.com/office/drawing/2014/main" id="{666E8123-1EB6-425F-82E1-4F49FC00A1B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895475" y="525780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06680"/>
                      </a:moveTo>
                      <a:lnTo>
                        <a:pt x="140018" y="10668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grpSp>
            <p:nvGrpSpPr>
              <p:cNvPr id="259" name="icon-calendar-clock-174"/>
              <p:cNvGrpSpPr/>
              <p:nvPr/>
            </p:nvGrpSpPr>
            <p:grpSpPr>
              <ns1:xfrm xmlns:ns1="http://schemas.openxmlformats.org/drawingml/2006/main">
                <ns1:off x="4010025" y="5229225"/>
                <ns1:ext cx="400050" cy="400050"/>
                <ns1:chOff x="4010025" y="5229225"/>
                <ns1:chExt cx="400050" cy="400050"/>
              </ns1:xfrm>
            </p:grpSpPr>
            <p:sp>
              <p:nvSpPr>
                <p:cNvPr id="175" name="workflow/icon-calendar-clock-174//calendar-clock-175">
                  <a:extLst xmlns:a="http://schemas.openxmlformats.org/drawingml/2006/main">
                    <a:ext uri="{FF2B5EF4-FFF2-40B4-BE49-F238E27FC236}">
                      <a16:creationId xmlns:a16="http://schemas.microsoft.com/office/drawing/2014/main" id="{C2C54D8B-7153-4BE1-84B5-C294F170BAD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10025" y="522922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33350"/>
                      </a:moveTo>
                      <a:lnTo>
                        <a:pt x="152400" y="154305"/>
                      </a:lnTo>
                      <a:lnTo>
                        <a:pt x="167640" y="16383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6" name="workflow/icon-calendar-clock-174//calendar-clock-176">
                  <a:extLst xmlns:a="http://schemas.openxmlformats.org/drawingml/2006/main">
                    <a:ext uri="{FF2B5EF4-FFF2-40B4-BE49-F238E27FC236}">
                      <a16:creationId xmlns:a16="http://schemas.microsoft.com/office/drawing/2014/main" id="{93A88427-9620-4FD6-AD9B-E986D5EEE4A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10025" y="522922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9050"/>
                      </a:moveTo>
                      <a:lnTo>
                        <a:pt x="152400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7" name="workflow/icon-calendar-clock-174//calendar-clock-177">
                  <a:extLst xmlns:a="http://schemas.openxmlformats.org/drawingml/2006/main">
                    <a:ext uri="{FF2B5EF4-FFF2-40B4-BE49-F238E27FC236}">
                      <a16:creationId xmlns:a16="http://schemas.microsoft.com/office/drawing/2014/main" id="{0FC0D858-5C5B-4243-B4DA-5674BDD8471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10025" y="522922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69894"/>
                      </a:moveTo>
                      <a:lnTo>
                        <a:pt x="200025" y="47625"/>
                      </a:lnTo>
                      <a:cubicBezTo>
                        <a:pt x="200025" y="42575"/>
                        <a:pt x="198017" y="37726"/>
                        <a:pt x="194445" y="34155"/>
                      </a:cubicBezTo>
                      <a:cubicBezTo>
                        <a:pt x="190874" y="30583"/>
                        <a:pt x="186025" y="28575"/>
                        <a:pt x="180975" y="28575"/>
                      </a:cubicBezTo>
                      <a:lnTo>
                        <a:pt x="47625" y="28575"/>
                      </a:lnTo>
                      <a:cubicBezTo>
                        <a:pt x="42575" y="28575"/>
                        <a:pt x="37726" y="30583"/>
                        <a:pt x="34155" y="34155"/>
                      </a:cubicBezTo>
                      <a:cubicBezTo>
                        <a:pt x="30583" y="37726"/>
                        <a:pt x="28575" y="42575"/>
                        <a:pt x="28575" y="47625"/>
                      </a:cubicBezTo>
                      <a:lnTo>
                        <a:pt x="28575" y="180975"/>
                      </a:lnTo>
                      <a:cubicBezTo>
                        <a:pt x="28575" y="186025"/>
                        <a:pt x="30583" y="190874"/>
                        <a:pt x="34155" y="194445"/>
                      </a:cubicBezTo>
                      <a:cubicBezTo>
                        <a:pt x="37726" y="198017"/>
                        <a:pt x="42575" y="200025"/>
                        <a:pt x="47625" y="200025"/>
                      </a:cubicBezTo>
                      <a:lnTo>
                        <a:pt x="69894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8" name="workflow/icon-calendar-clock-174//calendar-clock-178">
                  <a:extLst xmlns:a="http://schemas.openxmlformats.org/drawingml/2006/main">
                    <a:ext uri="{FF2B5EF4-FFF2-40B4-BE49-F238E27FC236}">
                      <a16:creationId xmlns:a16="http://schemas.microsoft.com/office/drawing/2014/main" id="{E10F5C5E-683F-4517-9117-3D87C482B68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10025" y="522922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85725"/>
                      </a:moveTo>
                      <a:lnTo>
                        <a:pt x="84382" y="857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79" name="workflow/icon-calendar-clock-174//calendar-clock-179">
                  <a:extLst xmlns:a="http://schemas.openxmlformats.org/drawingml/2006/main">
                    <a:ext uri="{FF2B5EF4-FFF2-40B4-BE49-F238E27FC236}">
                      <a16:creationId xmlns:a16="http://schemas.microsoft.com/office/drawing/2014/main" id="{15A6DA78-A557-4754-8231-97B1B32AB2C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10025" y="522922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76200" y="19050"/>
                      </a:moveTo>
                      <a:lnTo>
                        <a:pt x="76200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80" name="workflow/icon-calendar-clock-174//calendar-clock-180">
                  <a:extLst xmlns:a="http://schemas.openxmlformats.org/drawingml/2006/main">
                    <a:ext uri="{FF2B5EF4-FFF2-40B4-BE49-F238E27FC236}">
                      <a16:creationId xmlns:a16="http://schemas.microsoft.com/office/drawing/2014/main" id="{9E2F6400-D035-4B3D-B8E8-49D3FBE159C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10025" y="522922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152400"/>
                      </a:moveTo>
                      <a:cubicBezTo>
                        <a:pt x="95250" y="172792"/>
                        <a:pt x="106165" y="191697"/>
                        <a:pt x="123825" y="201893"/>
                      </a:cubicBezTo>
                      <a:cubicBezTo>
                        <a:pt x="141485" y="212090"/>
                        <a:pt x="163315" y="212090"/>
                        <a:pt x="180975" y="201893"/>
                      </a:cubicBezTo>
                      <a:cubicBezTo>
                        <a:pt x="198635" y="191697"/>
                        <a:pt x="209550" y="172792"/>
                        <a:pt x="209550" y="152400"/>
                      </a:cubicBezTo>
                      <a:cubicBezTo>
                        <a:pt x="209550" y="132008"/>
                        <a:pt x="198635" y="113103"/>
                        <a:pt x="180975" y="102907"/>
                      </a:cubicBezTo>
                      <a:cubicBezTo>
                        <a:pt x="163315" y="92710"/>
                        <a:pt x="141485" y="92710"/>
                        <a:pt x="123825" y="102907"/>
                      </a:cubicBezTo>
                      <a:cubicBezTo>
                        <a:pt x="106165" y="113103"/>
                        <a:pt x="95250" y="132008"/>
                        <a:pt x="95250" y="15240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81" name="workflow//flow-181">
                <a:extLst xmlns:a="http://schemas.openxmlformats.org/drawingml/2006/main">
                  <a:ext uri="{FF2B5EF4-FFF2-40B4-BE49-F238E27FC236}">
                    <a16:creationId xmlns:a16="http://schemas.microsoft.com/office/drawing/2014/main" id="{47FD3210-2E9D-4254-8A62-0BE72ED1A06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33900" y="5457825"/>
                <a:ext cx="361950" cy="95"/>
              </a:xfrm>
              <a:custGeom xmlns:a="http://schemas.openxmlformats.org/drawingml/2006/main">
                <a:pathLst>
                  <a:path w="361950" h="95">
                    <a:moveTo>
                      <a:pt x="0" y="0"/>
                    </a:moveTo>
                    <a:lnTo>
                      <a:pt x="3619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82" name="workflow//flow-tip-182">
                <a:extLst xmlns:a="http://schemas.openxmlformats.org/drawingml/2006/main">
                  <a:ext uri="{FF2B5EF4-FFF2-40B4-BE49-F238E27FC236}">
                    <a16:creationId xmlns:a16="http://schemas.microsoft.com/office/drawing/2014/main" id="{AC3A8406-6A5D-40F5-88CC-64EB5AF68B4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819650" y="54168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260" name="icon-table-properties-182"/>
              <p:cNvGrpSpPr/>
              <p:nvPr/>
            </p:nvGrpSpPr>
            <p:grpSpPr>
              <ns1:xfrm xmlns:ns1="http://schemas.openxmlformats.org/drawingml/2006/main">
                <ns1:off x="5048250" y="5238750"/>
                <ns1:ext cx="400050" cy="400050"/>
                <ns1:chOff x="5048250" y="5238750"/>
                <ns1:chExt cx="400050" cy="400050"/>
              </ns1:xfrm>
            </p:grpSpPr>
            <p:sp>
              <p:nvSpPr>
                <p:cNvPr id="183" name="workflow/icon-table-properties-182//table-properties-183">
                  <a:extLst xmlns:a="http://schemas.openxmlformats.org/drawingml/2006/main">
                    <a:ext uri="{FF2B5EF4-FFF2-40B4-BE49-F238E27FC236}">
                      <a16:creationId xmlns:a16="http://schemas.microsoft.com/office/drawing/2014/main" id="{30339BC8-2796-40D7-97A2-E6BF8B82A99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048250" y="523875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28575"/>
                      </a:moveTo>
                      <a:lnTo>
                        <a:pt x="142875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84" name="workflow/icon-table-properties-182//table-properties-184">
                  <a:extLst xmlns:a="http://schemas.openxmlformats.org/drawingml/2006/main">
                    <a:ext uri="{FF2B5EF4-FFF2-40B4-BE49-F238E27FC236}">
                      <a16:creationId xmlns:a16="http://schemas.microsoft.com/office/drawing/2014/main" id="{13BB652E-E0C6-4C6E-8557-8BFBF55C540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048250" y="523875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28575"/>
                      </a:moveTo>
                      <a:lnTo>
                        <a:pt x="180975" y="28575"/>
                      </a:lnTo>
                      <a:quadBezTo>
                        <a:pt x="200025" y="28575"/>
                        <a:pt x="200025" y="47625"/>
                      </a:quadBezTo>
                      <a:lnTo>
                        <a:pt x="200025" y="180975"/>
                      </a:lnTo>
                      <a:quadBezTo>
                        <a:pt x="200025" y="200025"/>
                        <a:pt x="180975" y="200025"/>
                      </a:quadBezTo>
                      <a:lnTo>
                        <a:pt x="47625" y="200025"/>
                      </a:lnTo>
                      <a:quadBezTo>
                        <a:pt x="28575" y="200025"/>
                        <a:pt x="28575" y="180975"/>
                      </a:quadBezTo>
                      <a:lnTo>
                        <a:pt x="28575" y="47625"/>
                      </a:lnTo>
                      <a:quadBezTo>
                        <a:pt x="28575" y="28575"/>
                        <a:pt x="47625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85" name="workflow/icon-table-properties-182//table-properties-185">
                  <a:extLst xmlns:a="http://schemas.openxmlformats.org/drawingml/2006/main">
                    <a:ext uri="{FF2B5EF4-FFF2-40B4-BE49-F238E27FC236}">
                      <a16:creationId xmlns:a16="http://schemas.microsoft.com/office/drawing/2014/main" id="{AD390965-15DC-46D3-B1D9-DF17B9FA581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048250" y="523875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85725"/>
                      </a:moveTo>
                      <a:lnTo>
                        <a:pt x="28575" y="857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86" name="workflow/icon-table-properties-182//table-properties-186">
                  <a:extLst xmlns:a="http://schemas.openxmlformats.org/drawingml/2006/main">
                    <a:ext uri="{FF2B5EF4-FFF2-40B4-BE49-F238E27FC236}">
                      <a16:creationId xmlns:a16="http://schemas.microsoft.com/office/drawing/2014/main" id="{33B09D60-3CBF-45F6-BA5B-CC5BD5F913B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048250" y="5238750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42875"/>
                      </a:moveTo>
                      <a:lnTo>
                        <a:pt x="28575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87" name="workflow//series-187">
                <a:extLst xmlns:a="http://schemas.openxmlformats.org/drawingml/2006/main">
                  <a:ext uri="{FF2B5EF4-FFF2-40B4-BE49-F238E27FC236}">
                    <a16:creationId xmlns:a16="http://schemas.microsoft.com/office/drawing/2014/main" id="{BB8B9D3C-3838-4394-A5D9-5051C63429E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086600" y="5532120"/>
                <a:ext cx="990600" cy="190024"/>
              </a:xfrm>
              <a:custGeom xmlns:a="http://schemas.openxmlformats.org/drawingml/2006/main">
                <a:pathLst>
                  <a:path w="990600" h="190024">
                    <a:moveTo>
                      <a:pt x="0" y="162878"/>
                    </a:moveTo>
                    <a:lnTo>
                      <a:pt x="141514" y="108585"/>
                    </a:lnTo>
                    <a:lnTo>
                      <a:pt x="283029" y="190024"/>
                    </a:lnTo>
                    <a:lnTo>
                      <a:pt x="424543" y="86868"/>
                    </a:lnTo>
                    <a:lnTo>
                      <a:pt x="566057" y="32576"/>
                    </a:lnTo>
                    <a:lnTo>
                      <a:pt x="707571" y="141161"/>
                    </a:lnTo>
                    <a:lnTo>
                      <a:pt x="849086" y="0"/>
                    </a:lnTo>
                    <a:lnTo>
                      <a:pt x="990600" y="59722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24272A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88" name="workflow//box-188">
                <a:extLst xmlns:a="http://schemas.openxmlformats.org/drawingml/2006/main">
                  <a:ext uri="{FF2B5EF4-FFF2-40B4-BE49-F238E27FC236}">
                    <a16:creationId xmlns:a16="http://schemas.microsoft.com/office/drawing/2014/main" id="{D0AFD16D-532E-47D2-B306-6A5BA2D4BA1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86725" y="5191125"/>
                <a:ext cx="895350" cy="6762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AF0F3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89" name="workflow//forecast-origin-189">
                <a:extLst xmlns:a="http://schemas.openxmlformats.org/drawingml/2006/main">
                  <a:ext uri="{FF2B5EF4-FFF2-40B4-BE49-F238E27FC236}">
                    <a16:creationId xmlns:a16="http://schemas.microsoft.com/office/drawing/2014/main" id="{37E2C2E0-0BFC-42EA-8F67-04EAE53D979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86725" y="5162550"/>
                <a:ext cx="95" cy="781050"/>
              </a:xfrm>
              <a:custGeom xmlns:a="http://schemas.openxmlformats.org/drawingml/2006/main">
                <a:pathLst>
                  <a:path w="95" h="781050">
                    <a:moveTo>
                      <a:pt x="0" y="0"/>
                    </a:moveTo>
                    <a:lnTo>
                      <a:pt x="0" y="78105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1430" cap="rnd">
                <a:solidFill>
                  <a:srgbClr val="24272A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90" name="workflow//prediction-range-190">
                <a:extLst xmlns:a="http://schemas.openxmlformats.org/drawingml/2006/main">
                  <a:ext uri="{FF2B5EF4-FFF2-40B4-BE49-F238E27FC236}">
                    <a16:creationId xmlns:a16="http://schemas.microsoft.com/office/drawing/2014/main" id="{13B715AA-2151-4054-8060-1593FBC6780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86725" y="5210175"/>
                <a:ext cx="895350" cy="619125"/>
              </a:xfrm>
              <a:custGeom xmlns:a="http://schemas.openxmlformats.org/drawingml/2006/main">
                <a:pathLst>
                  <a:path w="895350" h="619125">
                    <a:moveTo>
                      <a:pt x="0" y="323850"/>
                    </a:moveTo>
                    <a:lnTo>
                      <a:pt x="209550" y="190500"/>
                    </a:lnTo>
                    <a:lnTo>
                      <a:pt x="476250" y="66675"/>
                    </a:lnTo>
                    <a:lnTo>
                      <a:pt x="895350" y="0"/>
                    </a:lnTo>
                    <a:lnTo>
                      <a:pt x="895350" y="619125"/>
                    </a:lnTo>
                    <a:lnTo>
                      <a:pt x="476250" y="533400"/>
                    </a:lnTo>
                    <a:lnTo>
                      <a:pt x="209550" y="409575"/>
                    </a:lnTo>
                    <a:close/>
                  </a:path>
                </a:pathLst>
              </a:custGeom>
              <a:solidFill xmlns:a="http://schemas.openxmlformats.org/drawingml/2006/main">
                <a:srgbClr val="D8E3E9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91" name="workflow//series-191">
                <a:extLst xmlns:a="http://schemas.openxmlformats.org/drawingml/2006/main">
                  <a:ext uri="{FF2B5EF4-FFF2-40B4-BE49-F238E27FC236}">
                    <a16:creationId xmlns:a16="http://schemas.microsoft.com/office/drawing/2014/main" id="{00B9A00C-B74C-44B5-9ABE-F4E322CC073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86725" y="5380482"/>
                <a:ext cx="895350" cy="155543"/>
              </a:xfrm>
              <a:custGeom xmlns:a="http://schemas.openxmlformats.org/drawingml/2006/main">
                <a:pathLst>
                  <a:path w="895350" h="155543">
                    <a:moveTo>
                      <a:pt x="0" y="155543"/>
                    </a:moveTo>
                    <a:lnTo>
                      <a:pt x="223838" y="87916"/>
                    </a:lnTo>
                    <a:lnTo>
                      <a:pt x="447675" y="94679"/>
                    </a:lnTo>
                    <a:lnTo>
                      <a:pt x="671513" y="13525"/>
                    </a:lnTo>
                    <a:lnTo>
                      <a:pt x="8953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003" cap="rnd">
                <a:solidFill>
                  <a:srgbClr val="24272A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92" name="workflow//box-192">
                <a:extLst xmlns:a="http://schemas.openxmlformats.org/drawingml/2006/main">
                  <a:ext uri="{FF2B5EF4-FFF2-40B4-BE49-F238E27FC236}">
                    <a16:creationId xmlns:a16="http://schemas.microsoft.com/office/drawing/2014/main" id="{12B9323D-9342-4C77-A546-C16DD4E68E3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219950" y="5972175"/>
                <a:ext cx="809625" cy="2000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History</a:t>
                </a:r>
              </a:p>
            </p:txBody>
          </p:sp>
          <p:sp>
            <p:nvSpPr>
              <p:cNvPr id="193" name="workflow//box-193">
                <a:extLst xmlns:a="http://schemas.openxmlformats.org/drawingml/2006/main">
                  <a:ext uri="{FF2B5EF4-FFF2-40B4-BE49-F238E27FC236}">
                    <a16:creationId xmlns:a16="http://schemas.microsoft.com/office/drawing/2014/main" id="{DADE672F-DA33-4546-8895-7FE282D5DA0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115300" y="5972175"/>
                <a:ext cx="895350" cy="2000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Forecast</a:t>
                </a:r>
              </a:p>
            </p:txBody>
          </p:sp>
          <p:grpSp>
            <p:nvGrpSpPr>
              <p:cNvPr id="261" name="icon-warehouse-193"/>
              <p:cNvGrpSpPr/>
              <p:nvPr/>
            </p:nvGrpSpPr>
            <p:grpSpPr>
              <ns1:xfrm xmlns:ns1="http://schemas.openxmlformats.org/drawingml/2006/main">
                <ns1:off x="10401300" y="5248275"/>
                <ns1:ext cx="400050" cy="400050"/>
                <ns1:chOff x="10401300" y="5248275"/>
                <ns1:chExt cx="400050" cy="400050"/>
              </ns1:xfrm>
            </p:grpSpPr>
            <p:sp>
              <p:nvSpPr>
                <p:cNvPr id="194" name="workflow/icon-warehouse-193//warehouse-194">
                  <a:extLst xmlns:a="http://schemas.openxmlformats.org/drawingml/2006/main">
                    <a:ext uri="{FF2B5EF4-FFF2-40B4-BE49-F238E27FC236}">
                      <a16:creationId xmlns:a16="http://schemas.microsoft.com/office/drawing/2014/main" id="{02A0B7B8-CFE6-4800-B070-46034040CE8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01300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200025"/>
                      </a:moveTo>
                      <a:lnTo>
                        <a:pt x="171450" y="95250"/>
                      </a:lnTo>
                      <a:cubicBezTo>
                        <a:pt x="171450" y="92725"/>
                        <a:pt x="170446" y="90300"/>
                        <a:pt x="168660" y="88515"/>
                      </a:cubicBezTo>
                      <a:cubicBezTo>
                        <a:pt x="166875" y="86729"/>
                        <a:pt x="164450" y="85725"/>
                        <a:pt x="161925" y="85725"/>
                      </a:cubicBezTo>
                      <a:lnTo>
                        <a:pt x="66675" y="85725"/>
                      </a:lnTo>
                      <a:cubicBezTo>
                        <a:pt x="64150" y="85725"/>
                        <a:pt x="61725" y="86729"/>
                        <a:pt x="59940" y="88515"/>
                      </a:cubicBezTo>
                      <a:cubicBezTo>
                        <a:pt x="58154" y="90300"/>
                        <a:pt x="57150" y="92725"/>
                        <a:pt x="57150" y="95250"/>
                      </a:cubicBezTo>
                      <a:lnTo>
                        <a:pt x="57150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95" name="workflow/icon-warehouse-193//warehouse-195">
                  <a:extLst xmlns:a="http://schemas.openxmlformats.org/drawingml/2006/main">
                    <a:ext uri="{FF2B5EF4-FFF2-40B4-BE49-F238E27FC236}">
                      <a16:creationId xmlns:a16="http://schemas.microsoft.com/office/drawing/2014/main" id="{F755AACB-A66A-44D2-A4C5-59A608B8915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01300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209550" y="180975"/>
                      </a:moveTo>
                      <a:cubicBezTo>
                        <a:pt x="209550" y="186025"/>
                        <a:pt x="207542" y="190874"/>
                        <a:pt x="203970" y="194445"/>
                      </a:cubicBezTo>
                      <a:cubicBezTo>
                        <a:pt x="200399" y="198017"/>
                        <a:pt x="195550" y="200025"/>
                        <a:pt x="190500" y="200025"/>
                      </a:cubicBezTo>
                      <a:lnTo>
                        <a:pt x="38100" y="200025"/>
                      </a:lnTo>
                      <a:cubicBezTo>
                        <a:pt x="33050" y="200025"/>
                        <a:pt x="28201" y="198017"/>
                        <a:pt x="24630" y="194445"/>
                      </a:cubicBezTo>
                      <a:cubicBezTo>
                        <a:pt x="21058" y="190874"/>
                        <a:pt x="19050" y="186025"/>
                        <a:pt x="19050" y="180975"/>
                      </a:cubicBezTo>
                      <a:lnTo>
                        <a:pt x="19050" y="76200"/>
                      </a:lnTo>
                      <a:cubicBezTo>
                        <a:pt x="19048" y="72613"/>
                        <a:pt x="20059" y="69097"/>
                        <a:pt x="21966" y="66059"/>
                      </a:cubicBezTo>
                      <a:cubicBezTo>
                        <a:pt x="23874" y="63021"/>
                        <a:pt x="26601" y="60583"/>
                        <a:pt x="29832" y="59026"/>
                      </a:cubicBezTo>
                      <a:lnTo>
                        <a:pt x="105556" y="21174"/>
                      </a:lnTo>
                      <a:cubicBezTo>
                        <a:pt x="111039" y="18339"/>
                        <a:pt x="117571" y="18339"/>
                        <a:pt x="123053" y="21174"/>
                      </a:cubicBezTo>
                      <a:lnTo>
                        <a:pt x="198758" y="59026"/>
                      </a:lnTo>
                      <a:cubicBezTo>
                        <a:pt x="201992" y="60582"/>
                        <a:pt x="204721" y="63020"/>
                        <a:pt x="206630" y="66058"/>
                      </a:cubicBezTo>
                      <a:cubicBezTo>
                        <a:pt x="208539" y="69096"/>
                        <a:pt x="209551" y="72612"/>
                        <a:pt x="209550" y="76200"/>
                      </a:cubicBezTo>
                      <a:lnTo>
                        <a:pt x="209550" y="1809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96" name="workflow/icon-warehouse-193//warehouse-196">
                  <a:extLst xmlns:a="http://schemas.openxmlformats.org/drawingml/2006/main">
                    <a:ext uri="{FF2B5EF4-FFF2-40B4-BE49-F238E27FC236}">
                      <a16:creationId xmlns:a16="http://schemas.microsoft.com/office/drawing/2014/main" id="{3EBEF273-4204-4E4A-8BE5-D84CE1879AA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01300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23825"/>
                      </a:moveTo>
                      <a:lnTo>
                        <a:pt x="171450" y="1238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97" name="workflow/icon-warehouse-193//warehouse-197">
                  <a:extLst xmlns:a="http://schemas.openxmlformats.org/drawingml/2006/main">
                    <a:ext uri="{FF2B5EF4-FFF2-40B4-BE49-F238E27FC236}">
                      <a16:creationId xmlns:a16="http://schemas.microsoft.com/office/drawing/2014/main" id="{D5827B25-1579-4FE2-9169-4EFAC90560D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401300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61925"/>
                      </a:moveTo>
                      <a:lnTo>
                        <a:pt x="171450" y="1619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98" name="workflow//flow-198">
                <a:extLst xmlns:a="http://schemas.openxmlformats.org/drawingml/2006/main">
                  <a:ext uri="{FF2B5EF4-FFF2-40B4-BE49-F238E27FC236}">
                    <a16:creationId xmlns:a16="http://schemas.microsoft.com/office/drawing/2014/main" id="{7E5A5B8B-EDE9-47A0-98DD-EF3BA0346F0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934700" y="5457825"/>
                <a:ext cx="323850" cy="95"/>
              </a:xfrm>
              <a:custGeom xmlns:a="http://schemas.openxmlformats.org/drawingml/2006/main">
                <a:pathLst>
                  <a:path w="323850" h="95">
                    <a:moveTo>
                      <a:pt x="0" y="0"/>
                    </a:moveTo>
                    <a:lnTo>
                      <a:pt x="3238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28372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99" name="workflow//flow-tip-199">
                <a:extLst xmlns:a="http://schemas.openxmlformats.org/drawingml/2006/main">
                  <a:ext uri="{FF2B5EF4-FFF2-40B4-BE49-F238E27FC236}">
                    <a16:creationId xmlns:a16="http://schemas.microsoft.com/office/drawing/2014/main" id="{16EC5B00-4E7C-4A29-8AA2-1F3844B5BDD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182350" y="54168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28372"/>
              </a:solidFill>
              <a:ln xmlns:a="http://schemas.openxmlformats.org/drawingml/2006/main" w="953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262" name="icon-package-check-199"/>
              <p:cNvGrpSpPr/>
              <p:nvPr/>
            </p:nvGrpSpPr>
            <p:grpSpPr>
              <ns1:xfrm xmlns:ns1="http://schemas.openxmlformats.org/drawingml/2006/main">
                <ns1:off x="11439525" y="5248275"/>
                <ns1:ext cx="400050" cy="400050"/>
                <ns1:chOff x="11439525" y="5248275"/>
                <ns1:chExt cx="400050" cy="400050"/>
              </ns1:xfrm>
            </p:grpSpPr>
            <p:sp>
              <p:nvSpPr>
                <p:cNvPr id="200" name="workflow/icon-package-check-199//package-check-200">
                  <a:extLst xmlns:a="http://schemas.openxmlformats.org/drawingml/2006/main">
                    <a:ext uri="{FF2B5EF4-FFF2-40B4-BE49-F238E27FC236}">
                      <a16:creationId xmlns:a16="http://schemas.microsoft.com/office/drawing/2014/main" id="{299C0815-06C2-40AE-9E23-5F60251F670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439525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209550"/>
                      </a:moveTo>
                      <a:lnTo>
                        <a:pt x="114300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01" name="workflow/icon-package-check-199//package-check-201">
                  <a:extLst xmlns:a="http://schemas.openxmlformats.org/drawingml/2006/main">
                    <a:ext uri="{FF2B5EF4-FFF2-40B4-BE49-F238E27FC236}">
                      <a16:creationId xmlns:a16="http://schemas.microsoft.com/office/drawing/2014/main" id="{3FCA33C1-9B13-4610-86D5-9F42ECBFFDC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439525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61925"/>
                      </a:moveTo>
                      <a:lnTo>
                        <a:pt x="171450" y="180975"/>
                      </a:lnTo>
                      <a:lnTo>
                        <a:pt x="209550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02" name="workflow/icon-package-check-199//package-check-202">
                  <a:extLst xmlns:a="http://schemas.openxmlformats.org/drawingml/2006/main">
                    <a:ext uri="{FF2B5EF4-FFF2-40B4-BE49-F238E27FC236}">
                      <a16:creationId xmlns:a16="http://schemas.microsoft.com/office/drawing/2014/main" id="{9BDE4B4D-CEB1-435F-B83A-F931B5F2C14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439525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05985"/>
                      </a:moveTo>
                      <a:lnTo>
                        <a:pt x="200025" y="76200"/>
                      </a:lnTo>
                      <a:cubicBezTo>
                        <a:pt x="200018" y="69409"/>
                        <a:pt x="196381" y="63117"/>
                        <a:pt x="190500" y="59722"/>
                      </a:cubicBezTo>
                      <a:lnTo>
                        <a:pt x="123825" y="21622"/>
                      </a:lnTo>
                      <a:cubicBezTo>
                        <a:pt x="120929" y="19950"/>
                        <a:pt x="117644" y="19070"/>
                        <a:pt x="114300" y="19070"/>
                      </a:cubicBezTo>
                      <a:cubicBezTo>
                        <a:pt x="110956" y="19070"/>
                        <a:pt x="107671" y="19950"/>
                        <a:pt x="104775" y="21622"/>
                      </a:cubicBezTo>
                      <a:lnTo>
                        <a:pt x="38100" y="59722"/>
                      </a:lnTo>
                      <a:cubicBezTo>
                        <a:pt x="32219" y="63117"/>
                        <a:pt x="28582" y="69409"/>
                        <a:pt x="28575" y="76200"/>
                      </a:cubicBezTo>
                      <a:lnTo>
                        <a:pt x="28575" y="152400"/>
                      </a:lnTo>
                      <a:cubicBezTo>
                        <a:pt x="28585" y="159187"/>
                        <a:pt x="32222" y="165475"/>
                        <a:pt x="38100" y="168869"/>
                      </a:cubicBezTo>
                      <a:lnTo>
                        <a:pt x="104775" y="206969"/>
                      </a:lnTo>
                      <a:cubicBezTo>
                        <a:pt x="107670" y="208642"/>
                        <a:pt x="110955" y="209524"/>
                        <a:pt x="114299" y="209526"/>
                      </a:cubicBezTo>
                      <a:cubicBezTo>
                        <a:pt x="117642" y="209527"/>
                        <a:pt x="120928" y="208649"/>
                        <a:pt x="123825" y="206978"/>
                      </a:cubicBezTo>
                      <a:lnTo>
                        <a:pt x="136398" y="199806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03" name="workflow/icon-package-check-199//package-check-203">
                  <a:extLst xmlns:a="http://schemas.openxmlformats.org/drawingml/2006/main">
                    <a:ext uri="{FF2B5EF4-FFF2-40B4-BE49-F238E27FC236}">
                      <a16:creationId xmlns:a16="http://schemas.microsoft.com/office/drawing/2014/main" id="{5F89748E-65F4-4A6A-A598-818AE0B1FDD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439525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31337" y="66675"/>
                      </a:moveTo>
                      <a:lnTo>
                        <a:pt x="114300" y="114300"/>
                      </a:lnTo>
                      <a:lnTo>
                        <a:pt x="197263" y="666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04" name="workflow/icon-package-check-199//package-check-204">
                  <a:extLst xmlns:a="http://schemas.openxmlformats.org/drawingml/2006/main">
                    <a:ext uri="{FF2B5EF4-FFF2-40B4-BE49-F238E27FC236}">
                      <a16:creationId xmlns:a16="http://schemas.microsoft.com/office/drawing/2014/main" id="{FAF90B77-E872-4345-9E02-D335C49E260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1439525" y="5248275"/>
                  <a:ext cx="400050" cy="400050"/>
                </a:xfrm>
                <a:custGeom xmlns:a="http://schemas.openxmlformats.org/drawingml/2006/main">
                  <a:pathLst>
                    <a:path w="228600" h="228600">
                      <a:moveTo>
                        <a:pt x="71438" y="40672"/>
                      </a:moveTo>
                      <a:lnTo>
                        <a:pt x="157134" y="89706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205" name="workflow//box-205">
                <a:extLst xmlns:a="http://schemas.openxmlformats.org/drawingml/2006/main">
                  <a:ext uri="{FF2B5EF4-FFF2-40B4-BE49-F238E27FC236}">
                    <a16:creationId xmlns:a16="http://schemas.microsoft.com/office/drawing/2014/main" id="{02773BF3-F695-4269-BA2D-2B3175742FA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0575" y="6153150"/>
                <a:ext cx="248602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General Harness</a:t>
                </a:r>
              </a:p>
            </p:txBody>
          </p:sp>
          <p:sp>
            <p:nvSpPr>
              <p:cNvPr id="206" name="workflow//box-206">
                <a:extLst xmlns:a="http://schemas.openxmlformats.org/drawingml/2006/main">
                  <a:ext uri="{FF2B5EF4-FFF2-40B4-BE49-F238E27FC236}">
                    <a16:creationId xmlns:a16="http://schemas.microsoft.com/office/drawing/2014/main" id="{067B125F-3E27-404C-9233-1F1798EE94F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724275" y="6153150"/>
                <a:ext cx="307657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General Time Series Harness</a:t>
                </a:r>
              </a:p>
            </p:txBody>
          </p:sp>
          <p:sp>
            <p:nvSpPr>
              <p:cNvPr id="207" name="workflow//box-207">
                <a:extLst xmlns:a="http://schemas.openxmlformats.org/drawingml/2006/main">
                  <a:ext uri="{FF2B5EF4-FFF2-40B4-BE49-F238E27FC236}">
                    <a16:creationId xmlns:a16="http://schemas.microsoft.com/office/drawing/2014/main" id="{C6F228CF-109D-44E1-BBE7-E47368225E0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943725" y="6153150"/>
                <a:ext cx="27241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Task-Specific Harness</a:t>
                </a:r>
              </a:p>
            </p:txBody>
          </p:sp>
          <p:sp>
            <p:nvSpPr>
              <p:cNvPr id="208" name="workflow//box-208">
                <a:extLst xmlns:a="http://schemas.openxmlformats.org/drawingml/2006/main">
                  <a:ext uri="{FF2B5EF4-FFF2-40B4-BE49-F238E27FC236}">
                    <a16:creationId xmlns:a16="http://schemas.microsoft.com/office/drawing/2014/main" id="{370FAB94-5134-4400-BC0E-2489865D40A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25075" y="6153150"/>
                <a:ext cx="27241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Task-Specific Harness</a:t>
                </a:r>
              </a:p>
            </p:txBody>
          </p:sp>
          <p:sp>
            <p:nvSpPr>
              <p:cNvPr id="209" name="workflow//workflow-step-209">
                <a:extLst xmlns:a="http://schemas.openxmlformats.org/drawingml/2006/main">
                  <a:ext uri="{FF2B5EF4-FFF2-40B4-BE49-F238E27FC236}">
                    <a16:creationId xmlns:a16="http://schemas.microsoft.com/office/drawing/2014/main" id="{155A4D93-B6E3-4C59-BB35-9A391A88F85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43200" y="5457825"/>
                <a:ext cx="752475" cy="95"/>
              </a:xfrm>
              <a:custGeom xmlns:a="http://schemas.openxmlformats.org/drawingml/2006/main">
                <a:pathLst>
                  <a:path w="752475" h="95">
                    <a:moveTo>
                      <a:pt x="0" y="0"/>
                    </a:moveTo>
                    <a:lnTo>
                      <a:pt x="7524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210" name="workflow//workflow-step-tip-210">
                <a:extLst xmlns:a="http://schemas.openxmlformats.org/drawingml/2006/main">
                  <a:ext uri="{FF2B5EF4-FFF2-40B4-BE49-F238E27FC236}">
                    <a16:creationId xmlns:a16="http://schemas.microsoft.com/office/drawing/2014/main" id="{809C9264-2977-4DAB-8015-3CDF904BEC4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419475" y="54168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11" name="workflow//workflow-step-211">
                <a:extLst xmlns:a="http://schemas.openxmlformats.org/drawingml/2006/main">
                  <a:ext uri="{FF2B5EF4-FFF2-40B4-BE49-F238E27FC236}">
                    <a16:creationId xmlns:a16="http://schemas.microsoft.com/office/drawing/2014/main" id="{7538C1A1-3E6A-4A68-BCF6-52449503B4D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962650" y="5457825"/>
                <a:ext cx="752475" cy="95"/>
              </a:xfrm>
              <a:custGeom xmlns:a="http://schemas.openxmlformats.org/drawingml/2006/main">
                <a:pathLst>
                  <a:path w="752475" h="95">
                    <a:moveTo>
                      <a:pt x="0" y="0"/>
                    </a:moveTo>
                    <a:lnTo>
                      <a:pt x="7524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212" name="workflow//workflow-step-tip-212">
                <a:extLst xmlns:a="http://schemas.openxmlformats.org/drawingml/2006/main">
                  <a:ext uri="{FF2B5EF4-FFF2-40B4-BE49-F238E27FC236}">
                    <a16:creationId xmlns:a16="http://schemas.microsoft.com/office/drawing/2014/main" id="{2D438C83-36E7-48A6-90FA-3CDADCD5736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638925" y="54168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13" name="workflow//workflow-step-213">
                <a:extLst xmlns:a="http://schemas.openxmlformats.org/drawingml/2006/main">
                  <a:ext uri="{FF2B5EF4-FFF2-40B4-BE49-F238E27FC236}">
                    <a16:creationId xmlns:a16="http://schemas.microsoft.com/office/drawing/2014/main" id="{5EAFC2C9-2E1E-47AA-838C-26C19752B10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29750" y="5457825"/>
                <a:ext cx="752475" cy="95"/>
              </a:xfrm>
              <a:custGeom xmlns:a="http://schemas.openxmlformats.org/drawingml/2006/main">
                <a:pathLst>
                  <a:path w="752475" h="95">
                    <a:moveTo>
                      <a:pt x="0" y="0"/>
                    </a:moveTo>
                    <a:lnTo>
                      <a:pt x="7524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214" name="workflow//workflow-step-tip-214">
                <a:extLst xmlns:a="http://schemas.openxmlformats.org/drawingml/2006/main">
                  <a:ext uri="{FF2B5EF4-FFF2-40B4-BE49-F238E27FC236}">
                    <a16:creationId xmlns:a16="http://schemas.microsoft.com/office/drawing/2014/main" id="{CB0ECF95-AC09-425E-A198-CA25FB4FD49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06025" y="54168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</p:grpSp>
      </p:grpSp>
    </p:spTree>
    <p:extLst>
      <p:ext uri="{BB962C8B-B14F-4D97-AF65-F5344CB8AC3E}">
        <p14:creationId xmlns:p14="http://schemas.microsoft.com/office/powerpoint/2010/main" val="26930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2026-10-22T16:13:44.2920000Z</dcterms:created>
  <dcterms:modified xsi:type="dcterms:W3CDTF">2026-10-22T16:13:44.2920000Z</dcterms:modified>
</coreProperties>
</file>