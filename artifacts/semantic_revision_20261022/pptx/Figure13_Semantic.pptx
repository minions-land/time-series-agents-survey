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22f3c4f76b4606" /><Relationship Type="http://schemas.openxmlformats.org/officeDocument/2006/relationships/extended-properties" Target="/docProps/app.xml" Id="R16aeaf07c6614f0d" /><Relationship Type="http://schemas.openxmlformats.org/officeDocument/2006/relationships/officeDocument" Target="/ppt/presentation.xml" Id="R1af452b6a44b4c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79e46b62c8436d"/>
  </p:sldMasterIdLst>
  <p:notesMasterIdLst>
    <p:notesMasterId xmlns:r="http://schemas.openxmlformats.org/officeDocument/2006/relationships" r:id="R88cb392c90d747d1"/>
  </p:notesMasterIdLst>
  <p:sldIdLst>
    <p:sldId xmlns:r="http://schemas.openxmlformats.org/officeDocument/2006/relationships" id="256" r:id="R0a84ba9621594ceb"/>
  </p:sldIdLst>
  <p:sldSz cx="13335000" cy="571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8e6987720f42e9" /><Relationship Type="http://schemas.openxmlformats.org/officeDocument/2006/relationships/slideMaster" Target="/ppt/slideMasters/slideMaster1.xml" Id="Rb079e46b62c8436d" /><Relationship Type="http://schemas.openxmlformats.org/officeDocument/2006/relationships/notesMaster" Target="/ppt/notesMasters/notesMaster1.xml" Id="R88cb392c90d747d1" /><Relationship Type="http://schemas.openxmlformats.org/officeDocument/2006/relationships/presProps" Target="/ppt/presProps.xml" Id="Rd265e905d0b7477e" /><Relationship Type="http://schemas.openxmlformats.org/officeDocument/2006/relationships/tableStyles" Target="/ppt/tableStyles.xml" Id="Rdb59af32de8b4f2b" /><Relationship Type="http://schemas.openxmlformats.org/officeDocument/2006/relationships/slide" Target="/ppt/slides/slide1.xml" Id="R0a84ba9621594c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4f00b189b24a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8100" dist="21299" dir="3806097">
              <a:srgbClr val="000000">
                <a:alpha val="10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460a3f15c14a5b" /><Relationship Type="http://schemas.openxmlformats.org/officeDocument/2006/relationships/notesMaster" Target="/ppt/notesMasters/notesMaster1.xml" Id="Reac50886ddf545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TS-Agent: https://arxiv.org/abs/2510.07432. Sections 4.1-4.3, pp.4-6. The question and required predicates follow Section 4.3, MCQ_anomaly_location. Numerical waveform and middle outcome are explanatory examples. Analytical tools act on native series; observations accumulate in a log; critic and final gate compare evidence against required predicates. A missing predicate drives further action.</a:t>
            </a:r>
          </a:p>
          <a:p xmlns:a="http://schemas.openxmlformats.org/drawingml/2006/main">
            <a:r>
              <a:t>Icons: Lucide, ISC license, original source SVGs and license in assets/. All curves are schematic didactic examples, not experimental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1cf7ca4db94e4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846fee8fe94ee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5f9687843e42b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56a2c5a2d54e1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4eb164546a421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183359895047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12DBDE3-2F8B-4818-9802-C14371D98F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3500" y="2159000"/>
            <a:ext cx="106680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8E67AB7-84D9-4648-A641-F1951818B82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00250" y="3143250"/>
            <a:ext cx="93345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D606F44-391A-4C9F-BE6B-6867DE64E7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3500" y="23812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2F1698-A191-425F-BABF-A1A8BCD239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0094" y="444500"/>
            <a:ext cx="11834813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BAE3534-DBB4-4F72-9B25-FD4B228B0C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50094" y="1587500"/>
            <a:ext cx="11834813" cy="35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0500" indent="-19050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 sz="18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44500" indent="-19050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 sz="18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98500" indent="-19050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 sz="18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52500" indent="-19050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 sz="18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06500" indent="-19050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 sz="18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60500" indent="-19050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 sz="18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14500" indent="-19050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 sz="18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68500" indent="-19050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 sz="18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22500" indent="-19050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 sz="18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7179148-7547-4CEB-B97B-2C263ABF27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0094" y="444500"/>
            <a:ext cx="11834813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F681612-6C0D-4949-8B90-8449D324F8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50094" y="1587500"/>
            <a:ext cx="5500688" cy="35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0500" indent="-19050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 sz="17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44500" indent="-19050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 sz="17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98500" indent="-19050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 sz="17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52500" indent="-19050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 sz="17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06500" indent="-19050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 sz="17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60500" indent="-19050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 sz="17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14500" indent="-19050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 sz="17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68500" indent="-19050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 sz="17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22500" indent="-19050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 sz="17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BCDBD66-CF65-4F71-BC37-27860B8221C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084219" y="1587500"/>
            <a:ext cx="5500688" cy="35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0500" indent="-19050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 sz="17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44500" indent="-19050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 sz="17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98500" indent="-19050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 sz="17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52500" indent="-19050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 sz="17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06500" indent="-19050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 sz="17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60500" indent="-19050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 sz="17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14500" indent="-19050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 sz="17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68500" indent="-19050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 sz="17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22500" indent="-19050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 sz="17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27B2F74-E1F6-4D16-9D3B-5D4C9B730E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0094" y="444500"/>
            <a:ext cx="11834813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1760FE-F061-499A-95E6-87D7BCF079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50094" y="1587500"/>
            <a:ext cx="5500688" cy="35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0500" indent="-19050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 sz="18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44500" indent="-19050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 sz="18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98500" indent="-19050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 sz="18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52500" indent="-19050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 sz="18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06500" indent="-19050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 sz="18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60500" indent="-19050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 sz="18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14500" indent="-19050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 sz="18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68500" indent="-19050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 sz="18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22500" indent="-19050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 sz="18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b393c9b74846bb" /><Relationship Type="http://schemas.openxmlformats.org/officeDocument/2006/relationships/slideLayout" Target="/ppt/slideLayouts/slideLayout1.xml" Id="R81e33e2484094da0" /><Relationship Type="http://schemas.openxmlformats.org/officeDocument/2006/relationships/slideLayout" Target="/ppt/slideLayouts/slideLayout2.xml" Id="R87f64dff5c134c30" /><Relationship Type="http://schemas.openxmlformats.org/officeDocument/2006/relationships/slideLayout" Target="/ppt/slideLayouts/slideLayout3.xml" Id="R7b8a070c92a447e1" /><Relationship Type="http://schemas.openxmlformats.org/officeDocument/2006/relationships/slideLayout" Target="/ppt/slideLayouts/slideLayout4.xml" Id="R7d176a994b8747da" /><Relationship Type="http://schemas.openxmlformats.org/officeDocument/2006/relationships/slideLayout" Target="/ppt/slideLayouts/slideLayout5.xml" Id="Rd88283c99b664c7d" /><Relationship Type="http://schemas.openxmlformats.org/officeDocument/2006/relationships/slideLayout" Target="/ppt/slideLayouts/slideLayout6.xml" Id="Rfb72347189b944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e33e2484094da0"/>
    <p:sldLayoutId xmlns:r="http://schemas.openxmlformats.org/officeDocument/2006/relationships" id="2147483650" r:id="R87f64dff5c134c30"/>
    <p:sldLayoutId xmlns:r="http://schemas.openxmlformats.org/officeDocument/2006/relationships" id="2147483651" r:id="R7b8a070c92a447e1"/>
    <p:sldLayoutId xmlns:r="http://schemas.openxmlformats.org/officeDocument/2006/relationships" id="2147483652" r:id="R7d176a994b8747da"/>
    <p:sldLayoutId xmlns:r="http://schemas.openxmlformats.org/officeDocument/2006/relationships" id="2147483653" r:id="Rd88283c99b664c7d"/>
    <p:sldLayoutId xmlns:r="http://schemas.openxmlformats.org/officeDocument/2006/relationships" id="2147483654" r:id="Rfb72347189b944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8100" dist="21299" dir="3806097">
              <a:srgbClr val="000000">
                <a:alpha val="10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0bb5feefa04db0" /><Relationship Type="http://schemas.openxmlformats.org/officeDocument/2006/relationships/notesSlide" Target="/ppt/notesSlides/notesSlide1.xml" Id="R023babf66beb4d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00" name="Figure 13 - ungroup to edit modules"/>
          <p:cNvGrpSpPr/>
          <p:nvPr/>
        </p:nvGrpSpPr>
        <p:grpSpPr>
          <ns1:xfrm xmlns:ns1="http://schemas.openxmlformats.org/drawingml/2006/main">
            <ns1:off x="228600" y="123825"/>
            <ns1:ext cx="12915900" cy="5229225"/>
            <ns1:chOff x="228600" y="123825"/>
            <ns1:chExt cx="12915900" cy="5229225"/>
          </ns1:xfrm>
        </p:grpSpPr>
        <p:grpSp>
          <p:nvGrpSpPr>
            <p:cNvPr id="101" name="question"/>
            <p:cNvGrpSpPr/>
            <p:nvPr/>
          </p:nvGrpSpPr>
          <p:grpSpPr>
            <ns1:xfrm xmlns:ns1="http://schemas.openxmlformats.org/drawingml/2006/main">
              <ns1:off x="228600" y="123825"/>
              <ns1:ext cx="4953000" cy="4057650"/>
              <ns1:chOff x="228600" y="123825"/>
              <ns1:chExt cx="4953000" cy="4057650"/>
            </ns1:xfrm>
          </p:grpSpPr>
          <p:sp>
            <p:nvSpPr>
              <p:cNvPr id="99" name="question//box-1">
                <a:extLst xmlns:a="http://schemas.openxmlformats.org/drawingml/2006/main">
                  <a:ext uri="{FF2B5EF4-FFF2-40B4-BE49-F238E27FC236}">
                    <a16:creationId xmlns:a16="http://schemas.microsoft.com/office/drawing/2014/main" id="{A6F1A64E-0065-4206-86E9-27E8A7A2A9E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228600" y="123825"/>
                <a:ext cx="4572000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defPPr>
                <a:lvl1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1pPr>
                <a:lvl2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2pPr>
                <a:lvl3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3pPr>
                <a:lvl4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4pPr>
                <a:lvl5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5pPr>
                <a:lvl6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6pPr>
                <a:lvl7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7pPr>
                <a:lvl8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8pPr>
                <a:lvl9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9pPr>
              </a:lstStyle>
              <a:p xmlns:a="http://schemas.openxmlformats.org/drawingml/2006/main">
                <a: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pPr>
                <a:r>
                  <a: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rPr>
                  <a:t>Question and numerical input</a:t>
                </a:r>
              </a:p>
            </p:txBody>
          </p:sp>
          <p:grpSp>
            <p:nvGrpSpPr>
              <p:cNvPr id="102" name="icon-circle-help-1"/>
              <p:cNvGrpSpPr/>
              <p:nvPr/>
            </p:nvGrpSpPr>
            <p:grpSpPr>
              <ns1:xfrm xmlns:ns1="http://schemas.openxmlformats.org/drawingml/2006/main">
                <ns1:off x="238125" y="600075"/>
                <ns1:ext cx="314325" cy="314325"/>
                <ns1:chOff x="238125" y="600075"/>
                <ns1:chExt cx="314325" cy="314325"/>
              </ns1:xfrm>
            </p:grpSpPr>
            <p:sp>
              <p:nvSpPr>
                <p:cNvPr id="2" name="question/icon-circle-help-1//circle-help-2">
                  <a:extLst xmlns:a="http://schemas.openxmlformats.org/drawingml/2006/main">
                    <a:ext uri="{FF2B5EF4-FFF2-40B4-BE49-F238E27FC236}">
                      <a16:creationId xmlns:a16="http://schemas.microsoft.com/office/drawing/2014/main" id="{2147C134-F280-43E2-BBCD-6F7211690A24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238125" y="600075"/>
                  <a:ext cx="314325" cy="314325"/>
                </a:xfrm>
                <a:custGeom xmlns:a="http://schemas.openxmlformats.org/drawingml/2006/main">
                  <a:pathLst>
                    <a:path w="228600" h="228600">
                      <a:moveTo>
                        <a:pt x="19050" y="114300"/>
                      </a:moveTo>
                      <a:cubicBezTo>
                        <a:pt x="19050" y="148287"/>
                        <a:pt x="37241" y="179795"/>
                        <a:pt x="66675" y="196789"/>
                      </a:cubicBezTo>
                      <a:cubicBezTo>
                        <a:pt x="96109" y="213783"/>
                        <a:pt x="132491" y="213783"/>
                        <a:pt x="161925" y="196789"/>
                      </a:cubicBezTo>
                      <a:cubicBezTo>
                        <a:pt x="191359" y="179795"/>
                        <a:pt x="209550" y="148287"/>
                        <a:pt x="209550" y="114300"/>
                      </a:cubicBezTo>
                      <a:cubicBezTo>
                        <a:pt x="209550" y="80313"/>
                        <a:pt x="191359" y="48805"/>
                        <a:pt x="161925" y="31811"/>
                      </a:cubicBezTo>
                      <a:cubicBezTo>
                        <a:pt x="132491" y="14817"/>
                        <a:pt x="96109" y="14817"/>
                        <a:pt x="66675" y="31811"/>
                      </a:cubicBezTo>
                      <a:cubicBezTo>
                        <a:pt x="37241" y="48805"/>
                        <a:pt x="19050" y="80313"/>
                        <a:pt x="19050" y="114300"/>
                      </a:cubic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</p:sp>
            <p:sp>
              <p:nvSpPr>
                <p:cNvPr id="3" name="question/icon-circle-help-1//circle-help-3">
                  <a:extLst xmlns:a="http://schemas.openxmlformats.org/drawingml/2006/main">
                    <a:ext uri="{FF2B5EF4-FFF2-40B4-BE49-F238E27FC236}">
                      <a16:creationId xmlns:a16="http://schemas.microsoft.com/office/drawing/2014/main" id="{16CEA391-93BB-4746-A3D1-034DDA8CF150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238125" y="600075"/>
                  <a:ext cx="314325" cy="314325"/>
                </a:xfrm>
                <a:custGeom xmlns:a="http://schemas.openxmlformats.org/drawingml/2006/main">
                  <a:pathLst>
                    <a:path w="228600" h="228600">
                      <a:moveTo>
                        <a:pt x="86582" y="85725"/>
                      </a:moveTo>
                      <a:cubicBezTo>
                        <a:pt x="89590" y="77175"/>
                        <a:pt x="96494" y="70546"/>
                        <a:pt x="105159" y="67888"/>
                      </a:cubicBezTo>
                      <a:cubicBezTo>
                        <a:pt x="113825" y="65231"/>
                        <a:pt x="123257" y="66849"/>
                        <a:pt x="130542" y="72242"/>
                      </a:cubicBezTo>
                      <a:cubicBezTo>
                        <a:pt x="137827" y="77636"/>
                        <a:pt x="142127" y="86186"/>
                        <a:pt x="142113" y="95250"/>
                      </a:cubicBezTo>
                      <a:cubicBezTo>
                        <a:pt x="142113" y="114300"/>
                        <a:pt x="113538" y="123825"/>
                        <a:pt x="113538" y="123825"/>
                      </a:cubic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</p:sp>
            <p:sp>
              <p:nvSpPr>
                <p:cNvPr id="4" name="question/icon-circle-help-1//circle-help-4">
                  <a:extLst xmlns:a="http://schemas.openxmlformats.org/drawingml/2006/main">
                    <a:ext uri="{FF2B5EF4-FFF2-40B4-BE49-F238E27FC236}">
                      <a16:creationId xmlns:a16="http://schemas.microsoft.com/office/drawing/2014/main" id="{AF939440-1041-4474-82D5-1D0336680069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238125" y="600075"/>
                  <a:ext cx="314325" cy="314325"/>
                </a:xfrm>
                <a:custGeom xmlns:a="http://schemas.openxmlformats.org/drawingml/2006/main">
                  <a:pathLst>
                    <a:path w="228600" h="228600">
                      <a:moveTo>
                        <a:pt x="114300" y="161925"/>
                      </a:moveTo>
                      <a:lnTo>
                        <a:pt x="114395" y="16192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</p:sp>
          </p:grpSp>
          <p:sp>
            <p:nvSpPr>
              <p:cNvPr id="5" name="question//box-5">
                <a:extLst xmlns:a="http://schemas.openxmlformats.org/drawingml/2006/main">
                  <a:ext uri="{FF2B5EF4-FFF2-40B4-BE49-F238E27FC236}">
                    <a16:creationId xmlns:a16="http://schemas.microsoft.com/office/drawing/2014/main" id="{C8FB2E73-C1E0-466D-BB3E-7EF4AB8DFAF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685800" y="581025"/>
                <a:ext cx="4495800" cy="3143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7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7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7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7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7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7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7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7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7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7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7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7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rPr>
                  <a:t>In which part does the anomaly occur?</a:t>
                </a:r>
              </a:p>
            </p:txBody>
          </p:sp>
          <p:sp>
            <p:nvSpPr>
              <p:cNvPr id="6" name="question//box-6">
                <a:extLst xmlns:a="http://schemas.openxmlformats.org/drawingml/2006/main">
                  <a:ext uri="{FF2B5EF4-FFF2-40B4-BE49-F238E27FC236}">
                    <a16:creationId xmlns:a16="http://schemas.microsoft.com/office/drawing/2014/main" id="{7F2B5D00-BA6C-4E10-81CA-AB036016F90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685800" y="952500"/>
                <a:ext cx="4000500" cy="2571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50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50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50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50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50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50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50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50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50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50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50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50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rPr>
                  <a:t>Head, middle, or end?</a:t>
                </a:r>
              </a:p>
            </p:txBody>
          </p:sp>
          <p:sp>
            <p:nvSpPr>
              <p:cNvPr id="7" name="question//box-7">
                <a:extLst xmlns:a="http://schemas.openxmlformats.org/drawingml/2006/main">
                  <a:ext uri="{FF2B5EF4-FFF2-40B4-BE49-F238E27FC236}">
                    <a16:creationId xmlns:a16="http://schemas.microsoft.com/office/drawing/2014/main" id="{81676503-888C-4140-975F-DEBD697F5B7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943100" y="1762125"/>
                <a:ext cx="1400175" cy="140017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7EDE7"/>
              </a:solidFill>
              <a:ln xmlns:a="http://schemas.openxmlformats.org/drawingml/2006/main" w="0" cap="rnd">
                <a:noFill/>
                <a:prstDash val="solid"/>
                <a:round/>
              </a:ln>
            </p:spPr>
          </p:sp>
          <p:sp>
            <p:nvSpPr>
              <p:cNvPr id="8" name="question//axes-8">
                <a:extLst xmlns:a="http://schemas.openxmlformats.org/drawingml/2006/main">
                  <a:ext uri="{FF2B5EF4-FFF2-40B4-BE49-F238E27FC236}">
                    <a16:creationId xmlns:a16="http://schemas.microsoft.com/office/drawing/2014/main" id="{AACFAA33-8F1D-40EF-8F5E-24BF61B0BDA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42925" y="1762125"/>
                <a:ext cx="4200525" cy="1400175"/>
              </a:xfrm>
              <a:custGeom xmlns:a="http://schemas.openxmlformats.org/drawingml/2006/main">
                <a:pathLst>
                  <a:path w="4200525" h="1400175">
                    <a:moveTo>
                      <a:pt x="0" y="0"/>
                    </a:moveTo>
                    <a:lnTo>
                      <a:pt x="0" y="1400175"/>
                    </a:lnTo>
                    <a:lnTo>
                      <a:pt x="4200525" y="1400175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0478" cap="rnd">
                <a:solidFill>
                  <a:srgbClr val="8D969B"/>
                </a:solidFill>
                <a:prstDash val="solid"/>
                <a:round/>
              </a:ln>
            </p:spPr>
          </p:sp>
          <p:sp>
            <p:nvSpPr>
              <p:cNvPr id="9" name="question//box-9">
                <a:extLst xmlns:a="http://schemas.openxmlformats.org/drawingml/2006/main">
                  <a:ext uri="{FF2B5EF4-FFF2-40B4-BE49-F238E27FC236}">
                    <a16:creationId xmlns:a16="http://schemas.microsoft.com/office/drawing/2014/main" id="{E24B3944-5356-435E-8CD6-F7F18D4F15B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076700" y="3200400"/>
                <a:ext cx="666750" cy="2000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defPPr>
                <a:lvl1pPr algn="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1pPr>
                <a:lvl2pPr algn="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2pPr>
                <a:lvl3pPr algn="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3pPr>
                <a:lvl4pPr algn="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4pPr>
                <a:lvl5pPr algn="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5pPr>
                <a:lvl6pPr algn="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6pPr>
                <a:lvl7pPr algn="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7pPr>
                <a:lvl8pPr algn="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8pPr>
                <a:lvl9pPr algn="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r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rPr>
                  <a:t>Time</a:t>
                </a:r>
              </a:p>
            </p:txBody>
          </p:sp>
          <p:sp>
            <p:nvSpPr>
              <p:cNvPr id="10" name="question//box-10">
                <a:extLst xmlns:a="http://schemas.openxmlformats.org/drawingml/2006/main">
                  <a:ext uri="{FF2B5EF4-FFF2-40B4-BE49-F238E27FC236}">
                    <a16:creationId xmlns:a16="http://schemas.microsoft.com/office/drawing/2014/main" id="{B28901DC-6E32-417B-8087-4DEE7EB02EE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42925" y="1533525"/>
                <a:ext cx="4200525" cy="1905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125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rPr>
                  <a:t>Value</a:t>
                </a:r>
              </a:p>
            </p:txBody>
          </p:sp>
          <p:sp>
            <p:nvSpPr>
              <p:cNvPr id="11" name="question//series-11">
                <a:extLst xmlns:a="http://schemas.openxmlformats.org/drawingml/2006/main">
                  <a:ext uri="{FF2B5EF4-FFF2-40B4-BE49-F238E27FC236}">
                    <a16:creationId xmlns:a16="http://schemas.microsoft.com/office/drawing/2014/main" id="{8113EEC2-75C7-4BD0-B1D3-C04AC12866C6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42925" y="2034940"/>
                <a:ext cx="4200525" cy="868327"/>
              </a:xfrm>
              <a:custGeom xmlns:a="http://schemas.openxmlformats.org/drawingml/2006/main">
                <a:pathLst>
                  <a:path w="4200525" h="868327">
                    <a:moveTo>
                      <a:pt x="0" y="819322"/>
                    </a:moveTo>
                    <a:lnTo>
                      <a:pt x="38537" y="780934"/>
                    </a:lnTo>
                    <a:lnTo>
                      <a:pt x="77074" y="771597"/>
                    </a:lnTo>
                    <a:lnTo>
                      <a:pt x="115611" y="798378"/>
                    </a:lnTo>
                    <a:lnTo>
                      <a:pt x="154148" y="841008"/>
                    </a:lnTo>
                    <a:lnTo>
                      <a:pt x="192685" y="867227"/>
                    </a:lnTo>
                    <a:lnTo>
                      <a:pt x="231222" y="857192"/>
                    </a:lnTo>
                    <a:lnTo>
                      <a:pt x="269758" y="818498"/>
                    </a:lnTo>
                    <a:lnTo>
                      <a:pt x="308295" y="780427"/>
                    </a:lnTo>
                    <a:lnTo>
                      <a:pt x="346832" y="771791"/>
                    </a:lnTo>
                    <a:lnTo>
                      <a:pt x="385369" y="799126"/>
                    </a:lnTo>
                    <a:lnTo>
                      <a:pt x="423906" y="841744"/>
                    </a:lnTo>
                    <a:lnTo>
                      <a:pt x="462443" y="867394"/>
                    </a:lnTo>
                    <a:lnTo>
                      <a:pt x="500980" y="856664"/>
                    </a:lnTo>
                    <a:lnTo>
                      <a:pt x="539517" y="817674"/>
                    </a:lnTo>
                    <a:lnTo>
                      <a:pt x="578054" y="779932"/>
                    </a:lnTo>
                    <a:lnTo>
                      <a:pt x="616591" y="771999"/>
                    </a:lnTo>
                    <a:lnTo>
                      <a:pt x="655128" y="799879"/>
                    </a:lnTo>
                    <a:lnTo>
                      <a:pt x="693665" y="842473"/>
                    </a:lnTo>
                    <a:lnTo>
                      <a:pt x="732202" y="867547"/>
                    </a:lnTo>
                    <a:lnTo>
                      <a:pt x="770739" y="856125"/>
                    </a:lnTo>
                    <a:lnTo>
                      <a:pt x="809275" y="816851"/>
                    </a:lnTo>
                    <a:lnTo>
                      <a:pt x="847812" y="779447"/>
                    </a:lnTo>
                    <a:lnTo>
                      <a:pt x="886349" y="772220"/>
                    </a:lnTo>
                    <a:lnTo>
                      <a:pt x="924886" y="800638"/>
                    </a:lnTo>
                    <a:lnTo>
                      <a:pt x="963423" y="843196"/>
                    </a:lnTo>
                    <a:lnTo>
                      <a:pt x="1001960" y="867687"/>
                    </a:lnTo>
                    <a:lnTo>
                      <a:pt x="1040497" y="855576"/>
                    </a:lnTo>
                    <a:lnTo>
                      <a:pt x="1079034" y="816028"/>
                    </a:lnTo>
                    <a:lnTo>
                      <a:pt x="1117571" y="778974"/>
                    </a:lnTo>
                    <a:lnTo>
                      <a:pt x="1156108" y="772454"/>
                    </a:lnTo>
                    <a:lnTo>
                      <a:pt x="1194645" y="801403"/>
                    </a:lnTo>
                    <a:lnTo>
                      <a:pt x="1233182" y="843913"/>
                    </a:lnTo>
                    <a:lnTo>
                      <a:pt x="1271719" y="867813"/>
                    </a:lnTo>
                    <a:lnTo>
                      <a:pt x="1310256" y="855016"/>
                    </a:lnTo>
                    <a:lnTo>
                      <a:pt x="1348792" y="815207"/>
                    </a:lnTo>
                    <a:lnTo>
                      <a:pt x="1387329" y="778512"/>
                    </a:lnTo>
                    <a:lnTo>
                      <a:pt x="1425866" y="772701"/>
                    </a:lnTo>
                    <a:lnTo>
                      <a:pt x="1464403" y="802172"/>
                    </a:lnTo>
                    <a:lnTo>
                      <a:pt x="1502940" y="844622"/>
                    </a:lnTo>
                    <a:lnTo>
                      <a:pt x="1541477" y="867925"/>
                    </a:lnTo>
                    <a:lnTo>
                      <a:pt x="1580014" y="854446"/>
                    </a:lnTo>
                    <a:lnTo>
                      <a:pt x="1618551" y="814385"/>
                    </a:lnTo>
                    <a:lnTo>
                      <a:pt x="1657088" y="778055"/>
                    </a:lnTo>
                    <a:lnTo>
                      <a:pt x="1695625" y="772912"/>
                    </a:lnTo>
                    <a:lnTo>
                      <a:pt x="1734162" y="802628"/>
                    </a:lnTo>
                    <a:lnTo>
                      <a:pt x="1772699" y="843648"/>
                    </a:lnTo>
                    <a:lnTo>
                      <a:pt x="1811236" y="860773"/>
                    </a:lnTo>
                    <a:lnTo>
                      <a:pt x="1849772" y="828059"/>
                    </a:lnTo>
                    <a:lnTo>
                      <a:pt x="1888309" y="738008"/>
                    </a:lnTo>
                    <a:lnTo>
                      <a:pt x="1926846" y="595657"/>
                    </a:lnTo>
                    <a:lnTo>
                      <a:pt x="1965383" y="412764"/>
                    </a:lnTo>
                    <a:lnTo>
                      <a:pt x="2003920" y="216334"/>
                    </a:lnTo>
                    <a:lnTo>
                      <a:pt x="2042457" y="58679"/>
                    </a:lnTo>
                    <a:lnTo>
                      <a:pt x="2080994" y="0"/>
                    </a:lnTo>
                    <a:lnTo>
                      <a:pt x="2119531" y="65937"/>
                    </a:lnTo>
                    <a:lnTo>
                      <a:pt x="2158068" y="225358"/>
                    </a:lnTo>
                    <a:lnTo>
                      <a:pt x="2196605" y="416725"/>
                    </a:lnTo>
                    <a:lnTo>
                      <a:pt x="2235142" y="591556"/>
                    </a:lnTo>
                    <a:lnTo>
                      <a:pt x="2273679" y="728950"/>
                    </a:lnTo>
                    <a:lnTo>
                      <a:pt x="2312216" y="820898"/>
                    </a:lnTo>
                    <a:lnTo>
                      <a:pt x="2350753" y="860928"/>
                    </a:lnTo>
                    <a:lnTo>
                      <a:pt x="2389289" y="851003"/>
                    </a:lnTo>
                    <a:lnTo>
                      <a:pt x="2427826" y="811615"/>
                    </a:lnTo>
                    <a:lnTo>
                      <a:pt x="2466363" y="776731"/>
                    </a:lnTo>
                    <a:lnTo>
                      <a:pt x="2504900" y="773815"/>
                    </a:lnTo>
                    <a:lnTo>
                      <a:pt x="2543437" y="805296"/>
                    </a:lnTo>
                    <a:lnTo>
                      <a:pt x="2581974" y="847385"/>
                    </a:lnTo>
                    <a:lnTo>
                      <a:pt x="2620511" y="868237"/>
                    </a:lnTo>
                    <a:lnTo>
                      <a:pt x="2659048" y="852070"/>
                    </a:lnTo>
                    <a:lnTo>
                      <a:pt x="2697585" y="811120"/>
                    </a:lnTo>
                    <a:lnTo>
                      <a:pt x="2736122" y="776377"/>
                    </a:lnTo>
                    <a:lnTo>
                      <a:pt x="2774659" y="774134"/>
                    </a:lnTo>
                    <a:lnTo>
                      <a:pt x="2813196" y="806088"/>
                    </a:lnTo>
                    <a:lnTo>
                      <a:pt x="2851733" y="848057"/>
                    </a:lnTo>
                    <a:lnTo>
                      <a:pt x="2890269" y="868280"/>
                    </a:lnTo>
                    <a:lnTo>
                      <a:pt x="2928806" y="851453"/>
                    </a:lnTo>
                    <a:lnTo>
                      <a:pt x="2967343" y="810309"/>
                    </a:lnTo>
                    <a:lnTo>
                      <a:pt x="3005880" y="775986"/>
                    </a:lnTo>
                    <a:lnTo>
                      <a:pt x="3044417" y="774459"/>
                    </a:lnTo>
                    <a:lnTo>
                      <a:pt x="3082954" y="806883"/>
                    </a:lnTo>
                    <a:lnTo>
                      <a:pt x="3121491" y="848720"/>
                    </a:lnTo>
                    <a:lnTo>
                      <a:pt x="3160028" y="868310"/>
                    </a:lnTo>
                    <a:lnTo>
                      <a:pt x="3198565" y="850826"/>
                    </a:lnTo>
                    <a:lnTo>
                      <a:pt x="3237102" y="809501"/>
                    </a:lnTo>
                    <a:lnTo>
                      <a:pt x="3275639" y="775608"/>
                    </a:lnTo>
                    <a:lnTo>
                      <a:pt x="3314176" y="774797"/>
                    </a:lnTo>
                    <a:lnTo>
                      <a:pt x="3352713" y="807682"/>
                    </a:lnTo>
                    <a:lnTo>
                      <a:pt x="3391250" y="849375"/>
                    </a:lnTo>
                    <a:lnTo>
                      <a:pt x="3429786" y="868325"/>
                    </a:lnTo>
                    <a:lnTo>
                      <a:pt x="3468323" y="850190"/>
                    </a:lnTo>
                    <a:lnTo>
                      <a:pt x="3506860" y="808695"/>
                    </a:lnTo>
                    <a:lnTo>
                      <a:pt x="3545397" y="775242"/>
                    </a:lnTo>
                    <a:lnTo>
                      <a:pt x="3583934" y="775148"/>
                    </a:lnTo>
                    <a:lnTo>
                      <a:pt x="3622471" y="808484"/>
                    </a:lnTo>
                    <a:lnTo>
                      <a:pt x="3661008" y="850022"/>
                    </a:lnTo>
                    <a:lnTo>
                      <a:pt x="3699545" y="868327"/>
                    </a:lnTo>
                    <a:lnTo>
                      <a:pt x="3738082" y="849546"/>
                    </a:lnTo>
                    <a:lnTo>
                      <a:pt x="3776619" y="807892"/>
                    </a:lnTo>
                    <a:lnTo>
                      <a:pt x="3815156" y="774888"/>
                    </a:lnTo>
                    <a:lnTo>
                      <a:pt x="3853693" y="775511"/>
                    </a:lnTo>
                    <a:lnTo>
                      <a:pt x="3892230" y="809289"/>
                    </a:lnTo>
                    <a:lnTo>
                      <a:pt x="3930767" y="850660"/>
                    </a:lnTo>
                    <a:lnTo>
                      <a:pt x="3969303" y="868315"/>
                    </a:lnTo>
                    <a:lnTo>
                      <a:pt x="4007840" y="848893"/>
                    </a:lnTo>
                    <a:lnTo>
                      <a:pt x="4046377" y="807092"/>
                    </a:lnTo>
                    <a:lnTo>
                      <a:pt x="4084914" y="774547"/>
                    </a:lnTo>
                    <a:lnTo>
                      <a:pt x="4123451" y="775886"/>
                    </a:lnTo>
                    <a:lnTo>
                      <a:pt x="4161988" y="810097"/>
                    </a:lnTo>
                    <a:lnTo>
                      <a:pt x="4200525" y="851289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1908" cap="rnd">
                <a:solidFill>
                  <a:srgbClr val="24272A"/>
                </a:solidFill>
                <a:prstDash val="solid"/>
                <a:round/>
              </a:ln>
            </p:spPr>
          </p:sp>
          <p:sp>
            <p:nvSpPr>
              <p:cNvPr id="12" name="question//interval-bracket-12">
                <a:extLst xmlns:a="http://schemas.openxmlformats.org/drawingml/2006/main">
                  <a:ext uri="{FF2B5EF4-FFF2-40B4-BE49-F238E27FC236}">
                    <a16:creationId xmlns:a16="http://schemas.microsoft.com/office/drawing/2014/main" id="{9C56F7C5-2F0D-4F18-BD72-D5979D7B197A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71500" y="3371850"/>
                <a:ext cx="1343025" cy="66675"/>
              </a:xfrm>
              <a:custGeom xmlns:a="http://schemas.openxmlformats.org/drawingml/2006/main">
                <a:pathLst>
                  <a:path w="1343025" h="66675">
                    <a:moveTo>
                      <a:pt x="0" y="0"/>
                    </a:moveTo>
                    <a:lnTo>
                      <a:pt x="0" y="66675"/>
                    </a:lnTo>
                    <a:lnTo>
                      <a:pt x="1343025" y="66675"/>
                    </a:lnTo>
                    <a:lnTo>
                      <a:pt x="1343025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6193" cap="rnd">
                <a:solidFill>
                  <a:srgbClr val="626A6F"/>
                </a:solidFill>
                <a:prstDash val="solid"/>
                <a:round/>
              </a:ln>
            </p:spPr>
          </p:sp>
          <p:sp>
            <p:nvSpPr>
              <p:cNvPr id="13" name="question//box-13">
                <a:extLst xmlns:a="http://schemas.openxmlformats.org/drawingml/2006/main">
                  <a:ext uri="{FF2B5EF4-FFF2-40B4-BE49-F238E27FC236}">
                    <a16:creationId xmlns:a16="http://schemas.microsoft.com/office/drawing/2014/main" id="{A52CE313-211D-4D1A-B58B-BFB7E659A4F1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42925" y="3505200"/>
                <a:ext cx="1400175" cy="238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defPPr>
                <a:lvl1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1pPr>
                <a:lvl2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2pPr>
                <a:lvl3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3pPr>
                <a:lvl4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4pPr>
                <a:lvl5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5pPr>
                <a:lvl6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6pPr>
                <a:lvl7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7pPr>
                <a:lvl8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8pPr>
                <a:lvl9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rPr>
                  <a:t>Head</a:t>
                </a:r>
              </a:p>
            </p:txBody>
          </p:sp>
          <p:sp>
            <p:nvSpPr>
              <p:cNvPr id="14" name="question//interval-bracket-14">
                <a:extLst xmlns:a="http://schemas.openxmlformats.org/drawingml/2006/main">
                  <a:ext uri="{FF2B5EF4-FFF2-40B4-BE49-F238E27FC236}">
                    <a16:creationId xmlns:a16="http://schemas.microsoft.com/office/drawing/2014/main" id="{FF338486-67C6-439D-8DEF-85F8818A547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971675" y="3371850"/>
                <a:ext cx="1343025" cy="66675"/>
              </a:xfrm>
              <a:custGeom xmlns:a="http://schemas.openxmlformats.org/drawingml/2006/main">
                <a:pathLst>
                  <a:path w="1343025" h="66675">
                    <a:moveTo>
                      <a:pt x="0" y="0"/>
                    </a:moveTo>
                    <a:lnTo>
                      <a:pt x="0" y="66675"/>
                    </a:lnTo>
                    <a:lnTo>
                      <a:pt x="1343025" y="66675"/>
                    </a:lnTo>
                    <a:lnTo>
                      <a:pt x="1343025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6193" cap="rnd">
                <a:solidFill>
                  <a:srgbClr val="B76C4D"/>
                </a:solidFill>
                <a:prstDash val="solid"/>
                <a:round/>
              </a:ln>
            </p:spPr>
          </p:sp>
          <p:sp>
            <p:nvSpPr>
              <p:cNvPr id="15" name="question//box-15">
                <a:extLst xmlns:a="http://schemas.openxmlformats.org/drawingml/2006/main">
                  <a:ext uri="{FF2B5EF4-FFF2-40B4-BE49-F238E27FC236}">
                    <a16:creationId xmlns:a16="http://schemas.microsoft.com/office/drawing/2014/main" id="{60D67312-8F2B-428F-8B4B-7F39A9F4096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943100" y="3505200"/>
                <a:ext cx="1400175" cy="238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ctr">
                  <a:defRPr sz="1350" b="1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defPPr>
                <a:lvl1pPr algn="ctr">
                  <a:defRPr sz="1350" b="1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lvl1pPr>
                <a:lvl2pPr algn="ctr">
                  <a:defRPr sz="1350" b="1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lvl2pPr>
                <a:lvl3pPr algn="ctr">
                  <a:defRPr sz="1350" b="1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lvl3pPr>
                <a:lvl4pPr algn="ctr">
                  <a:defRPr sz="1350" b="1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lvl4pPr>
                <a:lvl5pPr algn="ctr">
                  <a:defRPr sz="1350" b="1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lvl5pPr>
                <a:lvl6pPr algn="ctr">
                  <a:defRPr sz="1350" b="1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lvl6pPr>
                <a:lvl7pPr algn="ctr">
                  <a:defRPr sz="1350" b="1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lvl7pPr>
                <a:lvl8pPr algn="ctr">
                  <a:defRPr sz="1350" b="1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lvl8pPr>
                <a:lvl9pPr algn="ctr">
                  <a:defRPr sz="1350" b="1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ctr">
                  <a:defRPr sz="1350" b="1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350" b="1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rPr>
                  <a:t>Middle</a:t>
                </a:r>
              </a:p>
            </p:txBody>
          </p:sp>
          <p:sp>
            <p:nvSpPr>
              <p:cNvPr id="16" name="question//interval-bracket-16">
                <a:extLst xmlns:a="http://schemas.openxmlformats.org/drawingml/2006/main">
                  <a:ext uri="{FF2B5EF4-FFF2-40B4-BE49-F238E27FC236}">
                    <a16:creationId xmlns:a16="http://schemas.microsoft.com/office/drawing/2014/main" id="{ADAA52DF-D358-4C36-B912-604A1BBABE46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371850" y="3371850"/>
                <a:ext cx="1343025" cy="66675"/>
              </a:xfrm>
              <a:custGeom xmlns:a="http://schemas.openxmlformats.org/drawingml/2006/main">
                <a:pathLst>
                  <a:path w="1343025" h="66675">
                    <a:moveTo>
                      <a:pt x="0" y="0"/>
                    </a:moveTo>
                    <a:lnTo>
                      <a:pt x="0" y="66675"/>
                    </a:lnTo>
                    <a:lnTo>
                      <a:pt x="1343025" y="66675"/>
                    </a:lnTo>
                    <a:lnTo>
                      <a:pt x="1343025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6193" cap="rnd">
                <a:solidFill>
                  <a:srgbClr val="626A6F"/>
                </a:solidFill>
                <a:prstDash val="solid"/>
                <a:round/>
              </a:ln>
            </p:spPr>
          </p:sp>
          <p:sp>
            <p:nvSpPr>
              <p:cNvPr id="17" name="question//box-17">
                <a:extLst xmlns:a="http://schemas.openxmlformats.org/drawingml/2006/main">
                  <a:ext uri="{FF2B5EF4-FFF2-40B4-BE49-F238E27FC236}">
                    <a16:creationId xmlns:a16="http://schemas.microsoft.com/office/drawing/2014/main" id="{714F2448-D7D9-40CA-9BF5-030C783481C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343275" y="3505200"/>
                <a:ext cx="1400175" cy="238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defPPr>
                <a:lvl1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1pPr>
                <a:lvl2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2pPr>
                <a:lvl3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3pPr>
                <a:lvl4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4pPr>
                <a:lvl5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5pPr>
                <a:lvl6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6pPr>
                <a:lvl7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7pPr>
                <a:lvl8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8pPr>
                <a:lvl9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ctr">
                  <a:def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35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rPr>
                  <a:t>End</a:t>
                </a:r>
              </a:p>
            </p:txBody>
          </p:sp>
          <p:sp>
            <p:nvSpPr>
              <p:cNvPr id="18" name="question//box-18">
                <a:extLst xmlns:a="http://schemas.openxmlformats.org/drawingml/2006/main">
                  <a:ext uri="{FF2B5EF4-FFF2-40B4-BE49-F238E27FC236}">
                    <a16:creationId xmlns:a16="http://schemas.microsoft.com/office/drawing/2014/main" id="{80E35D0A-8B34-4E2B-860C-42314390790D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33400" y="3952875"/>
                <a:ext cx="3810000" cy="2286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20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20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20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20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20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20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20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20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20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20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20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200" b="0" i="0">
                    <a:solidFill>
                      <a:srgbClr val="626A6F"/>
                    </a:solidFill>
                    <a:latin typeface="Arial"/>
                    <a:ea typeface="Arial"/>
                    <a:cs typeface="Arial"/>
                  </a:rPr>
                  <a:t>Illustrative sequence</a:t>
                </a:r>
              </a:p>
            </p:txBody>
          </p:sp>
        </p:grpSp>
        <p:grpSp>
          <p:nvGrpSpPr>
            <p:cNvPr id="103" name="reasoner"/>
            <p:cNvGrpSpPr/>
            <p:nvPr/>
          </p:nvGrpSpPr>
          <p:grpSpPr>
            <ns1:xfrm xmlns:ns1="http://schemas.openxmlformats.org/drawingml/2006/main">
              <ns1:off x="5372100" y="123825"/>
              <ns1:ext cx="3276600" cy="3562350"/>
              <ns1:chOff x="5372100" y="123825"/>
              <ns1:chExt cx="3276600" cy="3562350"/>
            </ns1:xfrm>
          </p:grpSpPr>
          <p:sp>
            <p:nvSpPr>
              <p:cNvPr id="19" name="reasoner//box-19">
                <a:extLst xmlns:a="http://schemas.openxmlformats.org/drawingml/2006/main">
                  <a:ext uri="{FF2B5EF4-FFF2-40B4-BE49-F238E27FC236}">
                    <a16:creationId xmlns:a16="http://schemas.microsoft.com/office/drawing/2014/main" id="{3F4B15E8-2254-46CC-A89F-2882BAF8D23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372100" y="123825"/>
                <a:ext cx="3276600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defPPr>
                <a:lvl1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1pPr>
                <a:lvl2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2pPr>
                <a:lvl3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3pPr>
                <a:lvl4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4pPr>
                <a:lvl5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5pPr>
                <a:lvl6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6pPr>
                <a:lvl7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7pPr>
                <a:lvl8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8pPr>
                <a:lvl9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9pPr>
              </a:lstStyle>
              <a:p xmlns:a="http://schemas.openxmlformats.org/drawingml/2006/main">
                <a: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pPr>
                <a:r>
                  <a: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rPr>
                  <a:t>Iterative analysis</a:t>
                </a:r>
              </a:p>
            </p:txBody>
          </p:sp>
          <p:grpSp>
            <p:nvGrpSpPr>
              <p:cNvPr id="104" name="icon-route-19"/>
              <p:cNvGrpSpPr/>
              <p:nvPr/>
            </p:nvGrpSpPr>
            <p:grpSpPr>
              <ns1:xfrm xmlns:ns1="http://schemas.openxmlformats.org/drawingml/2006/main">
                <ns1:off x="5391150" y="638175"/>
                <ns1:ext cx="304800" cy="304800"/>
                <ns1:chOff x="5391150" y="638175"/>
                <ns1:chExt cx="304800" cy="304800"/>
              </ns1:xfrm>
            </p:grpSpPr>
            <p:sp>
              <p:nvSpPr>
                <p:cNvPr id="20" name="reasoner/icon-route-19//route-20">
                  <a:extLst xmlns:a="http://schemas.openxmlformats.org/drawingml/2006/main">
                    <a:ext uri="{FF2B5EF4-FFF2-40B4-BE49-F238E27FC236}">
                      <a16:creationId xmlns:a16="http://schemas.microsoft.com/office/drawing/2014/main" id="{DD4CF1C9-7D14-4557-8C9D-D53B05F02C87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391150" y="638175"/>
                  <a:ext cx="304800" cy="304800"/>
                </a:xfrm>
                <a:custGeom xmlns:a="http://schemas.openxmlformats.org/drawingml/2006/main">
                  <a:pathLst>
                    <a:path w="228600" h="228600">
                      <a:moveTo>
                        <a:pt x="28575" y="180975"/>
                      </a:moveTo>
                      <a:cubicBezTo>
                        <a:pt x="28575" y="191171"/>
                        <a:pt x="34032" y="200624"/>
                        <a:pt x="42863" y="205722"/>
                      </a:cubicBezTo>
                      <a:cubicBezTo>
                        <a:pt x="51693" y="210820"/>
                        <a:pt x="62607" y="210820"/>
                        <a:pt x="71438" y="205722"/>
                      </a:cubicBezTo>
                      <a:cubicBezTo>
                        <a:pt x="80268" y="200624"/>
                        <a:pt x="85725" y="191171"/>
                        <a:pt x="85725" y="180975"/>
                      </a:cubicBezTo>
                      <a:cubicBezTo>
                        <a:pt x="85725" y="170779"/>
                        <a:pt x="80268" y="161326"/>
                        <a:pt x="71438" y="156228"/>
                      </a:cubicBezTo>
                      <a:cubicBezTo>
                        <a:pt x="62607" y="151130"/>
                        <a:pt x="51693" y="151130"/>
                        <a:pt x="42863" y="156228"/>
                      </a:cubicBezTo>
                      <a:cubicBezTo>
                        <a:pt x="34032" y="161326"/>
                        <a:pt x="28575" y="170779"/>
                        <a:pt x="28575" y="180975"/>
                      </a:cubic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</p:sp>
            <p:sp>
              <p:nvSpPr>
                <p:cNvPr id="21" name="reasoner/icon-route-19//route-21">
                  <a:extLst xmlns:a="http://schemas.openxmlformats.org/drawingml/2006/main">
                    <a:ext uri="{FF2B5EF4-FFF2-40B4-BE49-F238E27FC236}">
                      <a16:creationId xmlns:a16="http://schemas.microsoft.com/office/drawing/2014/main" id="{85A19F34-9129-4761-9CC3-F9859968B59A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391150" y="638175"/>
                  <a:ext cx="304800" cy="304800"/>
                </a:xfrm>
                <a:custGeom xmlns:a="http://schemas.openxmlformats.org/drawingml/2006/main">
                  <a:pathLst>
                    <a:path w="228600" h="228600">
                      <a:moveTo>
                        <a:pt x="85725" y="180975"/>
                      </a:moveTo>
                      <a:lnTo>
                        <a:pt x="166688" y="180975"/>
                      </a:lnTo>
                      <a:cubicBezTo>
                        <a:pt x="178583" y="180975"/>
                        <a:pt x="189611" y="174608"/>
                        <a:pt x="195559" y="164306"/>
                      </a:cubicBezTo>
                      <a:cubicBezTo>
                        <a:pt x="201506" y="154004"/>
                        <a:pt x="201506" y="141271"/>
                        <a:pt x="195559" y="130969"/>
                      </a:cubicBezTo>
                      <a:cubicBezTo>
                        <a:pt x="189611" y="120667"/>
                        <a:pt x="178583" y="114300"/>
                        <a:pt x="166688" y="114300"/>
                      </a:cubicBezTo>
                      <a:lnTo>
                        <a:pt x="61913" y="114300"/>
                      </a:lnTo>
                      <a:cubicBezTo>
                        <a:pt x="50017" y="114300"/>
                        <a:pt x="38989" y="107933"/>
                        <a:pt x="33041" y="97631"/>
                      </a:cubicBezTo>
                      <a:cubicBezTo>
                        <a:pt x="27094" y="87329"/>
                        <a:pt x="27094" y="74596"/>
                        <a:pt x="33041" y="64294"/>
                      </a:cubicBezTo>
                      <a:cubicBezTo>
                        <a:pt x="38989" y="53992"/>
                        <a:pt x="50017" y="47625"/>
                        <a:pt x="61913" y="47625"/>
                      </a:cubicBezTo>
                      <a:lnTo>
                        <a:pt x="142875" y="4762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</p:sp>
            <p:sp>
              <p:nvSpPr>
                <p:cNvPr id="22" name="reasoner/icon-route-19//route-22">
                  <a:extLst xmlns:a="http://schemas.openxmlformats.org/drawingml/2006/main">
                    <a:ext uri="{FF2B5EF4-FFF2-40B4-BE49-F238E27FC236}">
                      <a16:creationId xmlns:a16="http://schemas.microsoft.com/office/drawing/2014/main" id="{EB6E2F32-C522-41C2-865A-CA7985256ECC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391150" y="638175"/>
                  <a:ext cx="304800" cy="304800"/>
                </a:xfrm>
                <a:custGeom xmlns:a="http://schemas.openxmlformats.org/drawingml/2006/main">
                  <a:pathLst>
                    <a:path w="228600" h="228600">
                      <a:moveTo>
                        <a:pt x="142875" y="47625"/>
                      </a:moveTo>
                      <a:cubicBezTo>
                        <a:pt x="142875" y="57821"/>
                        <a:pt x="148332" y="67274"/>
                        <a:pt x="157163" y="72372"/>
                      </a:cubicBezTo>
                      <a:cubicBezTo>
                        <a:pt x="165993" y="77470"/>
                        <a:pt x="176907" y="77470"/>
                        <a:pt x="185738" y="72372"/>
                      </a:cubicBezTo>
                      <a:cubicBezTo>
                        <a:pt x="194568" y="67274"/>
                        <a:pt x="200025" y="57821"/>
                        <a:pt x="200025" y="47625"/>
                      </a:cubicBezTo>
                      <a:cubicBezTo>
                        <a:pt x="200025" y="37429"/>
                        <a:pt x="194568" y="27976"/>
                        <a:pt x="185738" y="22878"/>
                      </a:cubicBezTo>
                      <a:cubicBezTo>
                        <a:pt x="176907" y="17780"/>
                        <a:pt x="165993" y="17780"/>
                        <a:pt x="157163" y="22878"/>
                      </a:cubicBezTo>
                      <a:cubicBezTo>
                        <a:pt x="148332" y="27976"/>
                        <a:pt x="142875" y="37429"/>
                        <a:pt x="142875" y="47625"/>
                      </a:cubic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</p:sp>
          </p:grpSp>
          <p:sp>
            <p:nvSpPr>
              <p:cNvPr id="23" name="reasoner//box-23">
                <a:extLst xmlns:a="http://schemas.openxmlformats.org/drawingml/2006/main">
                  <a:ext uri="{FF2B5EF4-FFF2-40B4-BE49-F238E27FC236}">
                    <a16:creationId xmlns:a16="http://schemas.microsoft.com/office/drawing/2014/main" id="{C961FFE9-B6BF-4CB9-AF02-755BB4DA0FE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800725" y="647700"/>
                <a:ext cx="2200275" cy="2667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7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7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7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7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7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7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7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7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7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7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7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72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rPr>
                  <a:t>Reasoner</a:t>
                </a:r>
              </a:p>
            </p:txBody>
          </p:sp>
          <p:sp>
            <p:nvSpPr>
              <p:cNvPr id="24" name="reasoner//box-24">
                <a:extLst xmlns:a="http://schemas.openxmlformats.org/drawingml/2006/main">
                  <a:ext uri="{FF2B5EF4-FFF2-40B4-BE49-F238E27FC236}">
                    <a16:creationId xmlns:a16="http://schemas.microsoft.com/office/drawing/2014/main" id="{86961CEC-D877-41AA-9D6C-B606E099209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381625" y="1057275"/>
                <a:ext cx="3248025" cy="247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42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42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42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42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42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42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42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42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42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42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42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42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rPr>
                  <a:t>Choose the next analytical action</a:t>
                </a:r>
              </a:p>
            </p:txBody>
          </p:sp>
          <p:sp>
            <p:nvSpPr>
              <p:cNvPr id="25" name="reasoner//detect-operation-25">
                <a:extLst xmlns:a="http://schemas.openxmlformats.org/drawingml/2006/main">
                  <a:ext uri="{FF2B5EF4-FFF2-40B4-BE49-F238E27FC236}">
                    <a16:creationId xmlns:a16="http://schemas.microsoft.com/office/drawing/2014/main" id="{F2D487A7-0620-4B68-9233-51F1EE17D5A6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476875" y="1543050"/>
                <a:ext cx="3009900" cy="78105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EAF0F3"/>
              </a:solidFill>
              <a:ln xmlns:a="http://schemas.openxmlformats.org/drawingml/2006/main" w="0" cap="rnd">
                <a:noFill/>
                <a:prstDash val="solid"/>
                <a:round/>
              </a:ln>
            </p:spPr>
            <p:style>
              <a:lnRef xmlns:a="http://schemas.openxmlformats.org/drawingml/2006/main" idx="0"/>
              <a:fillRef xmlns:a="http://schemas.openxmlformats.org/drawingml/2006/main" idx="0"/>
              <a:effectRef xmlns:a="http://schemas.openxmlformats.org/drawingml/2006/main" idx="10"/>
              <a:fontRef xmlns:a="http://schemas.openxmlformats.org/drawingml/2006/main" idx="major"/>
            </p:style>
          </p:sp>
          <p:grpSp>
            <p:nvGrpSpPr>
              <p:cNvPr id="105" name="icon-scan-25"/>
              <p:cNvGrpSpPr/>
              <p:nvPr/>
            </p:nvGrpSpPr>
            <p:grpSpPr>
              <ns1:xfrm xmlns:ns1="http://schemas.openxmlformats.org/drawingml/2006/main">
                <ns1:off x="5648325" y="1714500"/>
                <ns1:ext cx="323850" cy="323850"/>
                <ns1:chOff x="5648325" y="1714500"/>
                <ns1:chExt cx="323850" cy="323850"/>
              </ns1:xfrm>
            </p:grpSpPr>
            <p:sp>
              <p:nvSpPr>
                <p:cNvPr id="26" name="reasoner/icon-scan-25//scan-26">
                  <a:extLst xmlns:a="http://schemas.openxmlformats.org/drawingml/2006/main">
                    <a:ext uri="{FF2B5EF4-FFF2-40B4-BE49-F238E27FC236}">
                      <a16:creationId xmlns:a16="http://schemas.microsoft.com/office/drawing/2014/main" id="{AA04636F-63CC-4BCA-9382-588471D6495F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648325" y="1714500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28575" y="66675"/>
                      </a:moveTo>
                      <a:lnTo>
                        <a:pt x="28575" y="47625"/>
                      </a:lnTo>
                      <a:cubicBezTo>
                        <a:pt x="28575" y="42575"/>
                        <a:pt x="30583" y="37726"/>
                        <a:pt x="34155" y="34155"/>
                      </a:cubicBezTo>
                      <a:cubicBezTo>
                        <a:pt x="37726" y="30583"/>
                        <a:pt x="42575" y="28575"/>
                        <a:pt x="47625" y="28575"/>
                      </a:cubicBezTo>
                      <a:lnTo>
                        <a:pt x="66675" y="2857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</p:sp>
            <p:sp>
              <p:nvSpPr>
                <p:cNvPr id="27" name="reasoner/icon-scan-25//scan-27">
                  <a:extLst xmlns:a="http://schemas.openxmlformats.org/drawingml/2006/main">
                    <a:ext uri="{FF2B5EF4-FFF2-40B4-BE49-F238E27FC236}">
                      <a16:creationId xmlns:a16="http://schemas.microsoft.com/office/drawing/2014/main" id="{EC06C867-805B-4BF6-95F2-962B2F84CEDC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648325" y="1714500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161925" y="28575"/>
                      </a:moveTo>
                      <a:lnTo>
                        <a:pt x="180975" y="28575"/>
                      </a:lnTo>
                      <a:cubicBezTo>
                        <a:pt x="186025" y="28575"/>
                        <a:pt x="190874" y="30583"/>
                        <a:pt x="194445" y="34155"/>
                      </a:cubicBezTo>
                      <a:cubicBezTo>
                        <a:pt x="198017" y="37726"/>
                        <a:pt x="200025" y="42575"/>
                        <a:pt x="200025" y="47625"/>
                      </a:cubicBezTo>
                      <a:lnTo>
                        <a:pt x="200025" y="6667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</p:sp>
            <p:sp>
              <p:nvSpPr>
                <p:cNvPr id="28" name="reasoner/icon-scan-25//scan-28">
                  <a:extLst xmlns:a="http://schemas.openxmlformats.org/drawingml/2006/main">
                    <a:ext uri="{FF2B5EF4-FFF2-40B4-BE49-F238E27FC236}">
                      <a16:creationId xmlns:a16="http://schemas.microsoft.com/office/drawing/2014/main" id="{227CE0D5-04DE-43C7-8C54-DEF9E4CC8D1B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648325" y="1714500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200025" y="161925"/>
                      </a:moveTo>
                      <a:lnTo>
                        <a:pt x="200025" y="180975"/>
                      </a:lnTo>
                      <a:cubicBezTo>
                        <a:pt x="200025" y="186025"/>
                        <a:pt x="198017" y="190874"/>
                        <a:pt x="194445" y="194445"/>
                      </a:cubicBezTo>
                      <a:cubicBezTo>
                        <a:pt x="190874" y="198017"/>
                        <a:pt x="186025" y="200025"/>
                        <a:pt x="180975" y="200025"/>
                      </a:cubicBezTo>
                      <a:lnTo>
                        <a:pt x="161925" y="20002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</p:sp>
            <p:sp>
              <p:nvSpPr>
                <p:cNvPr id="29" name="reasoner/icon-scan-25//scan-29">
                  <a:extLst xmlns:a="http://schemas.openxmlformats.org/drawingml/2006/main">
                    <a:ext uri="{FF2B5EF4-FFF2-40B4-BE49-F238E27FC236}">
                      <a16:creationId xmlns:a16="http://schemas.microsoft.com/office/drawing/2014/main" id="{5D823DDF-8C39-41EA-9B0B-6217CF80C279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648325" y="1714500"/>
                  <a:ext cx="323850" cy="323850"/>
                </a:xfrm>
                <a:custGeom xmlns:a="http://schemas.openxmlformats.org/drawingml/2006/main">
                  <a:pathLst>
                    <a:path w="228600" h="228600">
                      <a:moveTo>
                        <a:pt x="66675" y="200025"/>
                      </a:moveTo>
                      <a:lnTo>
                        <a:pt x="47625" y="200025"/>
                      </a:lnTo>
                      <a:cubicBezTo>
                        <a:pt x="42575" y="200025"/>
                        <a:pt x="37726" y="198017"/>
                        <a:pt x="34155" y="194445"/>
                      </a:cubicBezTo>
                      <a:cubicBezTo>
                        <a:pt x="30583" y="190874"/>
                        <a:pt x="28575" y="186025"/>
                        <a:pt x="28575" y="180975"/>
                      </a:cubicBezTo>
                      <a:lnTo>
                        <a:pt x="28575" y="16192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</p:sp>
          </p:grpSp>
          <p:sp>
            <p:nvSpPr>
              <p:cNvPr id="30" name="reasoner//box-30">
                <a:extLst xmlns:a="http://schemas.openxmlformats.org/drawingml/2006/main">
                  <a:ext uri="{FF2B5EF4-FFF2-40B4-BE49-F238E27FC236}">
                    <a16:creationId xmlns:a16="http://schemas.microsoft.com/office/drawing/2014/main" id="{A4C944C5-0055-434D-9886-F119F644640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6105525" y="1638300"/>
                <a:ext cx="2000250" cy="2571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rPr>
                  <a:t>Detect</a:t>
                </a:r>
              </a:p>
            </p:txBody>
          </p:sp>
          <p:sp>
            <p:nvSpPr>
              <p:cNvPr id="31" name="reasoner//box-31">
                <a:extLst xmlns:a="http://schemas.openxmlformats.org/drawingml/2006/main">
                  <a:ext uri="{FF2B5EF4-FFF2-40B4-BE49-F238E27FC236}">
                    <a16:creationId xmlns:a16="http://schemas.microsoft.com/office/drawing/2014/main" id="{DF659A34-96EE-4FF2-AE46-56B91870AF6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638800" y="2000250"/>
                <a:ext cx="2686050" cy="2286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275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rPr>
                  <a:t>Anomaly presence and interval</a:t>
                </a:r>
              </a:p>
            </p:txBody>
          </p:sp>
          <p:sp>
            <p:nvSpPr>
              <p:cNvPr id="32" name="reasoner//flow-32">
                <a:extLst xmlns:a="http://schemas.openxmlformats.org/drawingml/2006/main">
                  <a:ext uri="{FF2B5EF4-FFF2-40B4-BE49-F238E27FC236}">
                    <a16:creationId xmlns:a16="http://schemas.microsoft.com/office/drawing/2014/main" id="{E1F4F5A7-4E36-4F84-996B-47405562B07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6972300" y="2362200"/>
                <a:ext cx="95" cy="285750"/>
              </a:xfrm>
              <a:custGeom xmlns:a="http://schemas.openxmlformats.org/drawingml/2006/main">
                <a:pathLst>
                  <a:path w="95" h="285750">
                    <a:moveTo>
                      <a:pt x="0" y="0"/>
                    </a:moveTo>
                    <a:lnTo>
                      <a:pt x="0" y="28575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5718" cap="rnd">
                <a:solidFill>
                  <a:srgbClr val="3F6C85"/>
                </a:solidFill>
                <a:prstDash val="solid"/>
                <a:round/>
              </a:ln>
            </p:spPr>
            <p:style>
              <a:lnRef xmlns:a="http://schemas.openxmlformats.org/drawingml/2006/main" idx="0"/>
              <a:fillRef xmlns:a="http://schemas.openxmlformats.org/drawingml/2006/main" idx="0"/>
              <a:effectRef xmlns:a="http://schemas.openxmlformats.org/drawingml/2006/main" idx="11"/>
              <a:fontRef xmlns:a="http://schemas.openxmlformats.org/drawingml/2006/main" idx="major"/>
            </p:style>
          </p:sp>
          <p:sp>
            <p:nvSpPr>
              <p:cNvPr id="33" name="reasoner//flow-tip-33">
                <a:extLst xmlns:a="http://schemas.openxmlformats.org/drawingml/2006/main">
                  <a:ext uri="{FF2B5EF4-FFF2-40B4-BE49-F238E27FC236}">
                    <a16:creationId xmlns:a16="http://schemas.microsoft.com/office/drawing/2014/main" id="{B89918B0-6ED0-42CB-BFE9-3EFB61B7039D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6931343" y="2571750"/>
                <a:ext cx="81915" cy="76200"/>
              </a:xfrm>
              <a:custGeom xmlns:a="http://schemas.openxmlformats.org/drawingml/2006/main">
                <a:pathLst>
                  <a:path w="81915" h="76200">
                    <a:moveTo>
                      <a:pt x="40957" y="76200"/>
                    </a:moveTo>
                    <a:lnTo>
                      <a:pt x="8191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 xmlns:a="http://schemas.openxmlformats.org/drawingml/2006/main">
                <a:srgbClr val="3F6C85"/>
              </a:solidFill>
              <a:ln xmlns:a="http://schemas.openxmlformats.org/drawingml/2006/main" w="953" cap="rnd">
                <a:solidFill>
                  <a:srgbClr val="3F6C85"/>
                </a:solidFill>
                <a:prstDash val="solid"/>
                <a:round/>
              </a:ln>
            </p:spPr>
          </p:sp>
          <p:sp>
            <p:nvSpPr>
              <p:cNvPr id="34" name="reasoner//evidence-log-34">
                <a:extLst xmlns:a="http://schemas.openxmlformats.org/drawingml/2006/main">
                  <a:ext uri="{FF2B5EF4-FFF2-40B4-BE49-F238E27FC236}">
                    <a16:creationId xmlns:a16="http://schemas.microsoft.com/office/drawing/2014/main" id="{057D5673-D123-4B1B-A570-5B9D8FA2DE7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476875" y="2724150"/>
                <a:ext cx="3009900" cy="9620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3F4F2"/>
              </a:solidFill>
              <a:ln xmlns:a="http://schemas.openxmlformats.org/drawingml/2006/main" w="0" cap="rnd">
                <a:noFill/>
                <a:prstDash val="solid"/>
                <a:round/>
              </a:ln>
            </p:spPr>
            <p:style>
              <a:lnRef xmlns:a="http://schemas.openxmlformats.org/drawingml/2006/main" idx="0"/>
              <a:fillRef xmlns:a="http://schemas.openxmlformats.org/drawingml/2006/main" idx="0"/>
              <a:effectRef xmlns:a="http://schemas.openxmlformats.org/drawingml/2006/main" idx="10"/>
              <a:fontRef xmlns:a="http://schemas.openxmlformats.org/drawingml/2006/main" idx="major"/>
            </p:style>
          </p:sp>
          <p:grpSp>
            <p:nvGrpSpPr>
              <p:cNvPr id="106" name="icon-clipboard-list-34"/>
              <p:cNvGrpSpPr/>
              <p:nvPr/>
            </p:nvGrpSpPr>
            <p:grpSpPr>
              <ns1:xfrm xmlns:ns1="http://schemas.openxmlformats.org/drawingml/2006/main">
                <ns1:off x="5629275" y="2914650"/>
                <ns1:ext cx="295275" cy="295275"/>
                <ns1:chOff x="5629275" y="2914650"/>
                <ns1:chExt cx="295275" cy="295275"/>
              </ns1:xfrm>
            </p:grpSpPr>
            <p:sp>
              <p:nvSpPr>
                <p:cNvPr id="35" name="reasoner/icon-clipboard-list-34//clipboard-list-35">
                  <a:extLst xmlns:a="http://schemas.openxmlformats.org/drawingml/2006/main">
                    <a:ext uri="{FF2B5EF4-FFF2-40B4-BE49-F238E27FC236}">
                      <a16:creationId xmlns:a16="http://schemas.microsoft.com/office/drawing/2014/main" id="{21F05075-40FF-4FA4-8816-DE6CFB11470B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629275" y="2914650"/>
                  <a:ext cx="295275" cy="295275"/>
                </a:xfrm>
                <a:custGeom xmlns:a="http://schemas.openxmlformats.org/drawingml/2006/main">
                  <a:pathLst>
                    <a:path w="228600" h="228600">
                      <a:moveTo>
                        <a:pt x="85725" y="19050"/>
                      </a:moveTo>
                      <a:lnTo>
                        <a:pt x="142875" y="19050"/>
                      </a:lnTo>
                      <a:quadBezTo>
                        <a:pt x="152400" y="19050"/>
                        <a:pt x="152400" y="28575"/>
                      </a:quadBezTo>
                      <a:lnTo>
                        <a:pt x="152400" y="47625"/>
                      </a:lnTo>
                      <a:quadBezTo>
                        <a:pt x="152400" y="57150"/>
                        <a:pt x="142875" y="57150"/>
                      </a:quadBezTo>
                      <a:lnTo>
                        <a:pt x="85725" y="57150"/>
                      </a:lnTo>
                      <a:quadBezTo>
                        <a:pt x="76200" y="57150"/>
                        <a:pt x="76200" y="47625"/>
                      </a:quadBezTo>
                      <a:lnTo>
                        <a:pt x="76200" y="28575"/>
                      </a:lnTo>
                      <a:quadBezTo>
                        <a:pt x="76200" y="19050"/>
                        <a:pt x="85725" y="19050"/>
                      </a:quad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AF853D"/>
                  </a:solidFill>
                  <a:prstDash val="solid"/>
                  <a:round/>
                </a:ln>
              </p:spPr>
            </p:sp>
            <p:sp>
              <p:nvSpPr>
                <p:cNvPr id="36" name="reasoner/icon-clipboard-list-34//clipboard-list-36">
                  <a:extLst xmlns:a="http://schemas.openxmlformats.org/drawingml/2006/main">
                    <a:ext uri="{FF2B5EF4-FFF2-40B4-BE49-F238E27FC236}">
                      <a16:creationId xmlns:a16="http://schemas.microsoft.com/office/drawing/2014/main" id="{6DB43F48-6ED4-4832-B1D3-3162D07B58F3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629275" y="2914650"/>
                  <a:ext cx="295275" cy="295275"/>
                </a:xfrm>
                <a:custGeom xmlns:a="http://schemas.openxmlformats.org/drawingml/2006/main">
                  <a:pathLst>
                    <a:path w="228600" h="228600">
                      <a:moveTo>
                        <a:pt x="152400" y="38100"/>
                      </a:moveTo>
                      <a:lnTo>
                        <a:pt x="171450" y="38100"/>
                      </a:lnTo>
                      <a:cubicBezTo>
                        <a:pt x="176500" y="38100"/>
                        <a:pt x="181349" y="40108"/>
                        <a:pt x="184920" y="43680"/>
                      </a:cubicBezTo>
                      <a:cubicBezTo>
                        <a:pt x="188492" y="47251"/>
                        <a:pt x="190500" y="52100"/>
                        <a:pt x="190500" y="57150"/>
                      </a:cubicBezTo>
                      <a:lnTo>
                        <a:pt x="190500" y="190500"/>
                      </a:lnTo>
                      <a:cubicBezTo>
                        <a:pt x="190500" y="195550"/>
                        <a:pt x="188492" y="200399"/>
                        <a:pt x="184920" y="203970"/>
                      </a:cubicBezTo>
                      <a:cubicBezTo>
                        <a:pt x="181349" y="207542"/>
                        <a:pt x="176500" y="209550"/>
                        <a:pt x="171450" y="209550"/>
                      </a:cubicBezTo>
                      <a:lnTo>
                        <a:pt x="57150" y="209550"/>
                      </a:lnTo>
                      <a:cubicBezTo>
                        <a:pt x="52100" y="209550"/>
                        <a:pt x="47251" y="207542"/>
                        <a:pt x="43680" y="203970"/>
                      </a:cubicBezTo>
                      <a:cubicBezTo>
                        <a:pt x="40108" y="200399"/>
                        <a:pt x="38100" y="195550"/>
                        <a:pt x="38100" y="190500"/>
                      </a:cubicBezTo>
                      <a:lnTo>
                        <a:pt x="38100" y="57150"/>
                      </a:lnTo>
                      <a:cubicBezTo>
                        <a:pt x="38100" y="52100"/>
                        <a:pt x="40108" y="47251"/>
                        <a:pt x="43680" y="43680"/>
                      </a:cubicBezTo>
                      <a:cubicBezTo>
                        <a:pt x="47251" y="40108"/>
                        <a:pt x="52100" y="38100"/>
                        <a:pt x="57150" y="38100"/>
                      </a:cubicBezTo>
                      <a:lnTo>
                        <a:pt x="76200" y="3810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AF853D"/>
                  </a:solidFill>
                  <a:prstDash val="solid"/>
                  <a:round/>
                </a:ln>
              </p:spPr>
            </p:sp>
            <p:sp>
              <p:nvSpPr>
                <p:cNvPr id="37" name="reasoner/icon-clipboard-list-34//clipboard-list-37">
                  <a:extLst xmlns:a="http://schemas.openxmlformats.org/drawingml/2006/main">
                    <a:ext uri="{FF2B5EF4-FFF2-40B4-BE49-F238E27FC236}">
                      <a16:creationId xmlns:a16="http://schemas.microsoft.com/office/drawing/2014/main" id="{12DC9519-4B37-4FA4-8735-6AE4FEB9156B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629275" y="2914650"/>
                  <a:ext cx="295275" cy="295275"/>
                </a:xfrm>
                <a:custGeom xmlns:a="http://schemas.openxmlformats.org/drawingml/2006/main">
                  <a:pathLst>
                    <a:path w="228600" h="228600">
                      <a:moveTo>
                        <a:pt x="114300" y="104775"/>
                      </a:moveTo>
                      <a:lnTo>
                        <a:pt x="152400" y="10477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AF853D"/>
                  </a:solidFill>
                  <a:prstDash val="solid"/>
                  <a:round/>
                </a:ln>
              </p:spPr>
            </p:sp>
            <p:sp>
              <p:nvSpPr>
                <p:cNvPr id="38" name="reasoner/icon-clipboard-list-34//clipboard-list-38">
                  <a:extLst xmlns:a="http://schemas.openxmlformats.org/drawingml/2006/main">
                    <a:ext uri="{FF2B5EF4-FFF2-40B4-BE49-F238E27FC236}">
                      <a16:creationId xmlns:a16="http://schemas.microsoft.com/office/drawing/2014/main" id="{919F545F-A66F-4C0C-92DE-B6EFA576DC10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629275" y="2914650"/>
                  <a:ext cx="295275" cy="295275"/>
                </a:xfrm>
                <a:custGeom xmlns:a="http://schemas.openxmlformats.org/drawingml/2006/main">
                  <a:pathLst>
                    <a:path w="228600" h="228600">
                      <a:moveTo>
                        <a:pt x="114300" y="152400"/>
                      </a:moveTo>
                      <a:lnTo>
                        <a:pt x="152400" y="15240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AF853D"/>
                  </a:solidFill>
                  <a:prstDash val="solid"/>
                  <a:round/>
                </a:ln>
              </p:spPr>
            </p:sp>
            <p:sp>
              <p:nvSpPr>
                <p:cNvPr id="39" name="reasoner/icon-clipboard-list-34//clipboard-list-39">
                  <a:extLst xmlns:a="http://schemas.openxmlformats.org/drawingml/2006/main">
                    <a:ext uri="{FF2B5EF4-FFF2-40B4-BE49-F238E27FC236}">
                      <a16:creationId xmlns:a16="http://schemas.microsoft.com/office/drawing/2014/main" id="{FB93B692-A0AE-47CF-8B36-A687C15D5358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629275" y="2914650"/>
                  <a:ext cx="295275" cy="295275"/>
                </a:xfrm>
                <a:custGeom xmlns:a="http://schemas.openxmlformats.org/drawingml/2006/main">
                  <a:pathLst>
                    <a:path w="228600" h="228600">
                      <a:moveTo>
                        <a:pt x="76200" y="104775"/>
                      </a:moveTo>
                      <a:lnTo>
                        <a:pt x="76295" y="10477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AF853D"/>
                  </a:solidFill>
                  <a:prstDash val="solid"/>
                  <a:round/>
                </a:ln>
              </p:spPr>
            </p:sp>
            <p:sp>
              <p:nvSpPr>
                <p:cNvPr id="40" name="reasoner/icon-clipboard-list-34//clipboard-list-40">
                  <a:extLst xmlns:a="http://schemas.openxmlformats.org/drawingml/2006/main">
                    <a:ext uri="{FF2B5EF4-FFF2-40B4-BE49-F238E27FC236}">
                      <a16:creationId xmlns:a16="http://schemas.microsoft.com/office/drawing/2014/main" id="{5AB325E2-0850-4210-AE94-7686CECBBC7B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5629275" y="2914650"/>
                  <a:ext cx="295275" cy="295275"/>
                </a:xfrm>
                <a:custGeom xmlns:a="http://schemas.openxmlformats.org/drawingml/2006/main">
                  <a:pathLst>
                    <a:path w="228600" h="228600">
                      <a:moveTo>
                        <a:pt x="76200" y="152400"/>
                      </a:moveTo>
                      <a:lnTo>
                        <a:pt x="76295" y="15240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AF853D"/>
                  </a:solidFill>
                  <a:prstDash val="solid"/>
                  <a:round/>
                </a:ln>
              </p:spPr>
            </p:sp>
          </p:grpSp>
          <p:sp>
            <p:nvSpPr>
              <p:cNvPr id="41" name="reasoner//box-41">
                <a:extLst xmlns:a="http://schemas.openxmlformats.org/drawingml/2006/main">
                  <a:ext uri="{FF2B5EF4-FFF2-40B4-BE49-F238E27FC236}">
                    <a16:creationId xmlns:a16="http://schemas.microsoft.com/office/drawing/2014/main" id="{0928967D-3D6B-492A-A831-54B9C7339156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6048375" y="2828925"/>
                <a:ext cx="2076450" cy="2571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575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rPr>
                  <a:t>Evidence log</a:t>
                </a:r>
              </a:p>
            </p:txBody>
          </p:sp>
          <p:sp>
            <p:nvSpPr>
              <p:cNvPr id="42" name="reasoner//box-42">
                <a:extLst xmlns:a="http://schemas.openxmlformats.org/drawingml/2006/main">
                  <a:ext uri="{FF2B5EF4-FFF2-40B4-BE49-F238E27FC236}">
                    <a16:creationId xmlns:a16="http://schemas.microsoft.com/office/drawing/2014/main" id="{A27B8BC9-33AA-483D-B4F4-06E0FD4C40B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657850" y="3257550"/>
                <a:ext cx="2609850" cy="238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35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35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35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35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35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35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35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35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35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35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35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35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rPr>
                  <a:t>Anomaly found in the middle</a:t>
                </a:r>
              </a:p>
            </p:txBody>
          </p:sp>
        </p:grpSp>
        <p:grpSp>
          <p:nvGrpSpPr>
            <p:cNvPr id="107" name="verification"/>
            <p:cNvGrpSpPr/>
            <p:nvPr/>
          </p:nvGrpSpPr>
          <p:grpSpPr>
            <ns1:xfrm xmlns:ns1="http://schemas.openxmlformats.org/drawingml/2006/main">
              <ns1:off x="9096375" y="123825"/>
              <ns1:ext cx="4048125" cy="3667125"/>
              <ns1:chOff x="9096375" y="123825"/>
              <ns1:chExt cx="4048125" cy="3667125"/>
            </ns1:xfrm>
          </p:grpSpPr>
          <p:sp>
            <p:nvSpPr>
              <p:cNvPr id="43" name="verification//box-43">
                <a:extLst xmlns:a="http://schemas.openxmlformats.org/drawingml/2006/main">
                  <a:ext uri="{FF2B5EF4-FFF2-40B4-BE49-F238E27FC236}">
                    <a16:creationId xmlns:a16="http://schemas.microsoft.com/office/drawing/2014/main" id="{8F56422C-9911-4302-A94F-8482B8C098C8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096375" y="123825"/>
                <a:ext cx="4048125" cy="323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defPPr>
                <a:lvl1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1pPr>
                <a:lvl2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2pPr>
                <a:lvl3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3pPr>
                <a:lvl4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4pPr>
                <a:lvl5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5pPr>
                <a:lvl6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6pPr>
                <a:lvl7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7pPr>
                <a:lvl8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8pPr>
                <a:lvl9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lvl9pPr>
              </a:lstStyle>
              <a:p xmlns:a="http://schemas.openxmlformats.org/drawingml/2006/main">
                <a:pPr algn="l">
                  <a:def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defRPr>
                </a:pPr>
                <a:r>
                  <a:rPr sz="1875" b="1" i="0">
                    <a:solidFill>
                      <a:srgbClr val="24272A"/>
                    </a:solidFill>
                    <a:latin typeface="Comic Sans MS"/>
                    <a:ea typeface="Comic Sans MS"/>
                    <a:cs typeface="Comic Sans MS"/>
                  </a:rPr>
                  <a:t>Evidence gate and answer</a:t>
                </a:r>
              </a:p>
            </p:txBody>
          </p:sp>
          <p:grpSp>
            <p:nvGrpSpPr>
              <p:cNvPr id="108" name="icon-list-check-43"/>
              <p:cNvGrpSpPr/>
              <p:nvPr/>
            </p:nvGrpSpPr>
            <p:grpSpPr>
              <ns1:xfrm xmlns:ns1="http://schemas.openxmlformats.org/drawingml/2006/main">
                <ns1:off x="9153525" y="638175"/>
                <ns1:ext cx="295275" cy="295275"/>
                <ns1:chOff x="9153525" y="638175"/>
                <ns1:chExt cx="295275" cy="295275"/>
              </ns1:xfrm>
            </p:grpSpPr>
            <p:sp>
              <p:nvSpPr>
                <p:cNvPr id="44" name="verification/icon-list-check-43//list-check-44">
                  <a:extLst xmlns:a="http://schemas.openxmlformats.org/drawingml/2006/main">
                    <a:ext uri="{FF2B5EF4-FFF2-40B4-BE49-F238E27FC236}">
                      <a16:creationId xmlns:a16="http://schemas.microsoft.com/office/drawing/2014/main" id="{6A5F5131-13CC-4F20-ADF3-C7485C4BF459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153525" y="638175"/>
                  <a:ext cx="295275" cy="295275"/>
                </a:xfrm>
                <a:custGeom xmlns:a="http://schemas.openxmlformats.org/drawingml/2006/main">
                  <a:pathLst>
                    <a:path w="228600" h="228600">
                      <a:moveTo>
                        <a:pt x="152400" y="47625"/>
                      </a:moveTo>
                      <a:lnTo>
                        <a:pt x="28575" y="4762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28372"/>
                  </a:solidFill>
                  <a:prstDash val="solid"/>
                  <a:round/>
                </a:ln>
              </p:spPr>
            </p:sp>
            <p:sp>
              <p:nvSpPr>
                <p:cNvPr id="45" name="verification/icon-list-check-43//list-check-45">
                  <a:extLst xmlns:a="http://schemas.openxmlformats.org/drawingml/2006/main">
                    <a:ext uri="{FF2B5EF4-FFF2-40B4-BE49-F238E27FC236}">
                      <a16:creationId xmlns:a16="http://schemas.microsoft.com/office/drawing/2014/main" id="{053CC99E-338F-4D17-9BF0-08424CC8EDA4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153525" y="638175"/>
                  <a:ext cx="295275" cy="295275"/>
                </a:xfrm>
                <a:custGeom xmlns:a="http://schemas.openxmlformats.org/drawingml/2006/main">
                  <a:pathLst>
                    <a:path w="228600" h="228600">
                      <a:moveTo>
                        <a:pt x="152400" y="114300"/>
                      </a:moveTo>
                      <a:lnTo>
                        <a:pt x="28575" y="11430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28372"/>
                  </a:solidFill>
                  <a:prstDash val="solid"/>
                  <a:round/>
                </a:ln>
              </p:spPr>
            </p:sp>
            <p:sp>
              <p:nvSpPr>
                <p:cNvPr id="46" name="verification/icon-list-check-43//list-check-46">
                  <a:extLst xmlns:a="http://schemas.openxmlformats.org/drawingml/2006/main">
                    <a:ext uri="{FF2B5EF4-FFF2-40B4-BE49-F238E27FC236}">
                      <a16:creationId xmlns:a16="http://schemas.microsoft.com/office/drawing/2014/main" id="{961DEB26-5778-4A1C-A5C1-67FE812A62F1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153525" y="638175"/>
                  <a:ext cx="295275" cy="295275"/>
                </a:xfrm>
                <a:custGeom xmlns:a="http://schemas.openxmlformats.org/drawingml/2006/main">
                  <a:pathLst>
                    <a:path w="228600" h="228600">
                      <a:moveTo>
                        <a:pt x="104775" y="180975"/>
                      </a:moveTo>
                      <a:lnTo>
                        <a:pt x="28575" y="18097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28372"/>
                  </a:solidFill>
                  <a:prstDash val="solid"/>
                  <a:round/>
                </a:ln>
              </p:spPr>
            </p:sp>
            <p:sp>
              <p:nvSpPr>
                <p:cNvPr id="47" name="verification/icon-list-check-43//list-check-47">
                  <a:extLst xmlns:a="http://schemas.openxmlformats.org/drawingml/2006/main">
                    <a:ext uri="{FF2B5EF4-FFF2-40B4-BE49-F238E27FC236}">
                      <a16:creationId xmlns:a16="http://schemas.microsoft.com/office/drawing/2014/main" id="{B610B80A-157A-4DFB-A74A-0B7C14C86ABE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153525" y="638175"/>
                  <a:ext cx="295275" cy="295275"/>
                </a:xfrm>
                <a:custGeom xmlns:a="http://schemas.openxmlformats.org/drawingml/2006/main">
                  <a:pathLst>
                    <a:path w="228600" h="228600">
                      <a:moveTo>
                        <a:pt x="142875" y="171450"/>
                      </a:moveTo>
                      <a:lnTo>
                        <a:pt x="161925" y="190500"/>
                      </a:lnTo>
                      <a:lnTo>
                        <a:pt x="200025" y="15240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28372"/>
                  </a:solidFill>
                  <a:prstDash val="solid"/>
                  <a:round/>
                </a:ln>
              </p:spPr>
            </p:sp>
          </p:grpSp>
          <p:sp>
            <p:nvSpPr>
              <p:cNvPr id="48" name="verification//box-48">
                <a:extLst xmlns:a="http://schemas.openxmlformats.org/drawingml/2006/main">
                  <a:ext uri="{FF2B5EF4-FFF2-40B4-BE49-F238E27FC236}">
                    <a16:creationId xmlns:a16="http://schemas.microsoft.com/office/drawing/2014/main" id="{6353EE7A-2493-4D24-B711-1B17EFA809A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582150" y="638175"/>
                <a:ext cx="3143250" cy="285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65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rPr>
                  <a:t>Required evidence</a:t>
                </a:r>
              </a:p>
            </p:txBody>
          </p:sp>
          <p:sp>
            <p:nvSpPr>
              <p:cNvPr id="49" name="verification//check-49">
                <a:extLst xmlns:a="http://schemas.openxmlformats.org/drawingml/2006/main">
                  <a:ext uri="{FF2B5EF4-FFF2-40B4-BE49-F238E27FC236}">
                    <a16:creationId xmlns:a16="http://schemas.microsoft.com/office/drawing/2014/main" id="{1CAFBBAD-9DC8-4807-979B-8590ABB9E3B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201150" y="1219200"/>
                <a:ext cx="142875" cy="95250"/>
              </a:xfrm>
              <a:custGeom xmlns:a="http://schemas.openxmlformats.org/drawingml/2006/main">
                <a:pathLst>
                  <a:path w="142875" h="95250">
                    <a:moveTo>
                      <a:pt x="0" y="47625"/>
                    </a:moveTo>
                    <a:lnTo>
                      <a:pt x="47625" y="95250"/>
                    </a:lnTo>
                    <a:lnTo>
                      <a:pt x="142875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4765" cap="rnd">
                <a:solidFill>
                  <a:srgbClr val="328372"/>
                </a:solidFill>
                <a:prstDash val="solid"/>
                <a:round/>
              </a:ln>
            </p:spPr>
          </p:sp>
          <p:sp>
            <p:nvSpPr>
              <p:cNvPr id="50" name="verification//box-50">
                <a:extLst xmlns:a="http://schemas.openxmlformats.org/drawingml/2006/main">
                  <a:ext uri="{FF2B5EF4-FFF2-40B4-BE49-F238E27FC236}">
                    <a16:creationId xmlns:a16="http://schemas.microsoft.com/office/drawing/2014/main" id="{699385E0-7949-4B57-961F-B32D83805A8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496425" y="1104900"/>
                <a:ext cx="3381375" cy="285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rPr>
                  <a:t>has_anomaly = true</a:t>
                </a:r>
              </a:p>
            </p:txBody>
          </p:sp>
          <p:sp>
            <p:nvSpPr>
              <p:cNvPr id="51" name="verification//check-51">
                <a:extLst xmlns:a="http://schemas.openxmlformats.org/drawingml/2006/main">
                  <a:ext uri="{FF2B5EF4-FFF2-40B4-BE49-F238E27FC236}">
                    <a16:creationId xmlns:a16="http://schemas.microsoft.com/office/drawing/2014/main" id="{792C8BBB-ADB1-4E92-B140-099CC6DBA6C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201150" y="1638300"/>
                <a:ext cx="142875" cy="95250"/>
              </a:xfrm>
              <a:custGeom xmlns:a="http://schemas.openxmlformats.org/drawingml/2006/main">
                <a:pathLst>
                  <a:path w="142875" h="95250">
                    <a:moveTo>
                      <a:pt x="0" y="47625"/>
                    </a:moveTo>
                    <a:lnTo>
                      <a:pt x="47625" y="95250"/>
                    </a:lnTo>
                    <a:lnTo>
                      <a:pt x="142875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4765" cap="rnd">
                <a:solidFill>
                  <a:srgbClr val="328372"/>
                </a:solidFill>
                <a:prstDash val="solid"/>
                <a:round/>
              </a:ln>
            </p:spPr>
          </p:sp>
          <p:sp>
            <p:nvSpPr>
              <p:cNvPr id="52" name="verification//box-52">
                <a:extLst xmlns:a="http://schemas.openxmlformats.org/drawingml/2006/main">
                  <a:ext uri="{FF2B5EF4-FFF2-40B4-BE49-F238E27FC236}">
                    <a16:creationId xmlns:a16="http://schemas.microsoft.com/office/drawing/2014/main" id="{82784B87-5E28-4CBD-8A8D-77BBAEA31E8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496425" y="1524000"/>
                <a:ext cx="3429000" cy="285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500" b="0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rPr>
                  <a:t>anomaly_segment = middle</a:t>
                </a:r>
              </a:p>
            </p:txBody>
          </p:sp>
          <p:sp>
            <p:nvSpPr>
              <p:cNvPr id="53" name="verification//path-53">
                <a:extLst xmlns:a="http://schemas.openxmlformats.org/drawingml/2006/main">
                  <a:ext uri="{FF2B5EF4-FFF2-40B4-BE49-F238E27FC236}">
                    <a16:creationId xmlns:a16="http://schemas.microsoft.com/office/drawing/2014/main" id="{2F8B799F-CD0C-4121-BA1C-C98A5E3C03B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153525" y="2047875"/>
                <a:ext cx="3676650" cy="95"/>
              </a:xfrm>
              <a:custGeom xmlns:a="http://schemas.openxmlformats.org/drawingml/2006/main">
                <a:pathLst>
                  <a:path w="3676650" h="95">
                    <a:moveTo>
                      <a:pt x="0" y="0"/>
                    </a:moveTo>
                    <a:lnTo>
                      <a:pt x="367665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9525" cap="rnd">
                <a:solidFill>
                  <a:srgbClr val="D8DDDF"/>
                </a:solidFill>
                <a:prstDash val="solid"/>
                <a:round/>
              </a:ln>
            </p:spPr>
          </p:sp>
          <p:sp>
            <p:nvSpPr>
              <p:cNvPr id="54" name="verification//box-54">
                <a:extLst xmlns:a="http://schemas.openxmlformats.org/drawingml/2006/main">
                  <a:ext uri="{FF2B5EF4-FFF2-40B4-BE49-F238E27FC236}">
                    <a16:creationId xmlns:a16="http://schemas.microsoft.com/office/drawing/2014/main" id="{49B422CB-EC23-4F85-8FBD-B355B64CCF3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172575" y="2209800"/>
                <a:ext cx="3638550" cy="2762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5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5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5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5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5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5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5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5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5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5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5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5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rPr>
                  <a:t>Both requirements covered</a:t>
                </a:r>
              </a:p>
            </p:txBody>
          </p:sp>
          <p:sp>
            <p:nvSpPr>
              <p:cNvPr id="55" name="verification//complete-to-answer-55">
                <a:extLst xmlns:a="http://schemas.openxmlformats.org/drawingml/2006/main">
                  <a:ext uri="{FF2B5EF4-FFF2-40B4-BE49-F238E27FC236}">
                    <a16:creationId xmlns:a16="http://schemas.microsoft.com/office/drawing/2014/main" id="{166903DB-9510-4E66-9557-41B6587A39D8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1010900" y="2600325"/>
                <a:ext cx="95" cy="342900"/>
              </a:xfrm>
              <a:custGeom xmlns:a="http://schemas.openxmlformats.org/drawingml/2006/main">
                <a:pathLst>
                  <a:path w="95" h="342900">
                    <a:moveTo>
                      <a:pt x="0" y="0"/>
                    </a:moveTo>
                    <a:lnTo>
                      <a:pt x="0" y="3429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5718" cap="rnd">
                <a:solidFill>
                  <a:srgbClr val="328372"/>
                </a:solidFill>
                <a:prstDash val="solid"/>
                <a:round/>
              </a:ln>
            </p:spPr>
            <p:style>
              <a:lnRef xmlns:a="http://schemas.openxmlformats.org/drawingml/2006/main" idx="0"/>
              <a:fillRef xmlns:a="http://schemas.openxmlformats.org/drawingml/2006/main" idx="0"/>
              <a:effectRef xmlns:a="http://schemas.openxmlformats.org/drawingml/2006/main" idx="11"/>
              <a:fontRef xmlns:a="http://schemas.openxmlformats.org/drawingml/2006/main" idx="major"/>
            </p:style>
          </p:sp>
          <p:sp>
            <p:nvSpPr>
              <p:cNvPr id="56" name="verification//complete-to-answer-tip-56">
                <a:extLst xmlns:a="http://schemas.openxmlformats.org/drawingml/2006/main">
                  <a:ext uri="{FF2B5EF4-FFF2-40B4-BE49-F238E27FC236}">
                    <a16:creationId xmlns:a16="http://schemas.microsoft.com/office/drawing/2014/main" id="{271B2BE9-F59D-435A-A4BC-484036BC328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969943" y="2867025"/>
                <a:ext cx="81915" cy="76200"/>
              </a:xfrm>
              <a:custGeom xmlns:a="http://schemas.openxmlformats.org/drawingml/2006/main">
                <a:pathLst>
                  <a:path w="81915" h="76200">
                    <a:moveTo>
                      <a:pt x="40957" y="76200"/>
                    </a:moveTo>
                    <a:lnTo>
                      <a:pt x="8191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 xmlns:a="http://schemas.openxmlformats.org/drawingml/2006/main">
                <a:srgbClr val="328372"/>
              </a:solidFill>
              <a:ln xmlns:a="http://schemas.openxmlformats.org/drawingml/2006/main" w="953" cap="rnd">
                <a:solidFill>
                  <a:srgbClr val="328372"/>
                </a:solidFill>
                <a:prstDash val="solid"/>
                <a:round/>
              </a:ln>
            </p:spPr>
          </p:sp>
          <p:sp>
            <p:nvSpPr>
              <p:cNvPr id="57" name="verification//answer-57">
                <a:extLst xmlns:a="http://schemas.openxmlformats.org/drawingml/2006/main">
                  <a:ext uri="{FF2B5EF4-FFF2-40B4-BE49-F238E27FC236}">
                    <a16:creationId xmlns:a16="http://schemas.microsoft.com/office/drawing/2014/main" id="{29DBCDF6-92F1-4360-B6BD-5A0C5ED7099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163050" y="3048000"/>
                <a:ext cx="3667125" cy="74295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E9F2EE"/>
              </a:solidFill>
              <a:ln xmlns:a="http://schemas.openxmlformats.org/drawingml/2006/main" w="0" cap="rnd">
                <a:noFill/>
                <a:prstDash val="solid"/>
                <a:round/>
              </a:ln>
            </p:spPr>
            <p:style>
              <a:lnRef xmlns:a="http://schemas.openxmlformats.org/drawingml/2006/main" idx="0"/>
              <a:fillRef xmlns:a="http://schemas.openxmlformats.org/drawingml/2006/main" idx="0"/>
              <a:effectRef xmlns:a="http://schemas.openxmlformats.org/drawingml/2006/main" idx="10"/>
              <a:fontRef xmlns:a="http://schemas.openxmlformats.org/drawingml/2006/main" idx="major"/>
            </p:style>
          </p:sp>
          <p:grpSp>
            <p:nvGrpSpPr>
              <p:cNvPr id="109" name="icon-circle-check-big-57"/>
              <p:cNvGrpSpPr/>
              <p:nvPr/>
            </p:nvGrpSpPr>
            <p:grpSpPr>
              <ns1:xfrm xmlns:ns1="http://schemas.openxmlformats.org/drawingml/2006/main">
                <ns1:off x="9315450" y="3257550"/>
                <ns1:ext cx="285750" cy="285750"/>
                <ns1:chOff x="9315450" y="3257550"/>
                <ns1:chExt cx="285750" cy="285750"/>
              </ns1:xfrm>
            </p:grpSpPr>
            <p:sp>
              <p:nvSpPr>
                <p:cNvPr id="58" name="verification/icon-circle-check-big-57//circle-check-big-58">
                  <a:extLst xmlns:a="http://schemas.openxmlformats.org/drawingml/2006/main">
                    <a:ext uri="{FF2B5EF4-FFF2-40B4-BE49-F238E27FC236}">
                      <a16:creationId xmlns:a16="http://schemas.microsoft.com/office/drawing/2014/main" id="{3CC31AB2-FB41-46C5-A498-E1213C366CE5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315450" y="3257550"/>
                  <a:ext cx="285750" cy="285750"/>
                </a:xfrm>
                <a:custGeom xmlns:a="http://schemas.openxmlformats.org/drawingml/2006/main">
                  <a:pathLst>
                    <a:path w="228600" h="228600">
                      <a:moveTo>
                        <a:pt x="207655" y="95250"/>
                      </a:moveTo>
                      <a:cubicBezTo>
                        <a:pt x="213495" y="123913"/>
                        <a:pt x="205818" y="153725"/>
                        <a:pt x="186859" y="176001"/>
                      </a:cubicBezTo>
                      <a:cubicBezTo>
                        <a:pt x="167901" y="198277"/>
                        <a:pt x="139700" y="210622"/>
                        <a:pt x="110472" y="209440"/>
                      </a:cubicBezTo>
                      <a:cubicBezTo>
                        <a:pt x="81244" y="208257"/>
                        <a:pt x="54133" y="193675"/>
                        <a:pt x="37036" y="169940"/>
                      </a:cubicBezTo>
                      <a:cubicBezTo>
                        <a:pt x="19939" y="146205"/>
                        <a:pt x="14695" y="115870"/>
                        <a:pt x="22832" y="87773"/>
                      </a:cubicBezTo>
                      <a:cubicBezTo>
                        <a:pt x="30968" y="59675"/>
                        <a:pt x="51611" y="36837"/>
                        <a:pt x="78745" y="25911"/>
                      </a:cubicBezTo>
                      <a:cubicBezTo>
                        <a:pt x="105880" y="14986"/>
                        <a:pt x="136588" y="17147"/>
                        <a:pt x="161925" y="31766"/>
                      </a:cubic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28372"/>
                  </a:solidFill>
                  <a:prstDash val="solid"/>
                  <a:round/>
                </a:ln>
              </p:spPr>
            </p:sp>
            <p:sp>
              <p:nvSpPr>
                <p:cNvPr id="59" name="verification/icon-circle-check-big-57//circle-check-big-59">
                  <a:extLst xmlns:a="http://schemas.openxmlformats.org/drawingml/2006/main">
                    <a:ext uri="{FF2B5EF4-FFF2-40B4-BE49-F238E27FC236}">
                      <a16:creationId xmlns:a16="http://schemas.microsoft.com/office/drawing/2014/main" id="{D774675D-82D4-4631-810A-5130044D6E3D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9315450" y="3257550"/>
                  <a:ext cx="285750" cy="285750"/>
                </a:xfrm>
                <a:custGeom xmlns:a="http://schemas.openxmlformats.org/drawingml/2006/main">
                  <a:pathLst>
                    <a:path w="228600" h="228600">
                      <a:moveTo>
                        <a:pt x="85725" y="104775"/>
                      </a:moveTo>
                      <a:lnTo>
                        <a:pt x="114300" y="133350"/>
                      </a:lnTo>
                      <a:lnTo>
                        <a:pt x="209550" y="3810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28372"/>
                  </a:solidFill>
                  <a:prstDash val="solid"/>
                  <a:round/>
                </a:ln>
              </p:spPr>
            </p:sp>
          </p:grpSp>
          <p:sp>
            <p:nvSpPr>
              <p:cNvPr id="60" name="verification//box-60">
                <a:extLst xmlns:a="http://schemas.openxmlformats.org/drawingml/2006/main">
                  <a:ext uri="{FF2B5EF4-FFF2-40B4-BE49-F238E27FC236}">
                    <a16:creationId xmlns:a16="http://schemas.microsoft.com/office/drawing/2014/main" id="{125577F8-8C5C-49E8-BBDA-1F8C0DF9288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753600" y="3228975"/>
                <a:ext cx="2809875" cy="3429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8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8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8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8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8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8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8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8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8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8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8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875" b="1" i="0">
                    <a:solidFill>
                      <a:srgbClr val="328372"/>
                    </a:solidFill>
                    <a:latin typeface="Arial"/>
                    <a:ea typeface="Arial"/>
                    <a:cs typeface="Arial"/>
                  </a:rPr>
                  <a:t>Answer: middle</a:t>
                </a:r>
              </a:p>
            </p:txBody>
          </p:sp>
        </p:grpSp>
        <p:grpSp>
          <p:nvGrpSpPr>
            <p:cNvPr id="110" name="routes"/>
            <p:cNvGrpSpPr/>
            <p:nvPr/>
          </p:nvGrpSpPr>
          <p:grpSpPr>
            <ns1:xfrm xmlns:ns1="http://schemas.openxmlformats.org/drawingml/2006/main">
              <ns1:off x="4876800" y="825818"/>
              <ns1:ext cx="8220075" cy="3708082"/>
              <ns1:chOff x="4876800" y="825818"/>
              <ns1:chExt cx="8220075" cy="3708082"/>
            </ns1:xfrm>
          </p:grpSpPr>
          <p:sp>
            <p:nvSpPr>
              <p:cNvPr id="61" name="routes//series-to-tool-61">
                <a:extLst xmlns:a="http://schemas.openxmlformats.org/drawingml/2006/main">
                  <a:ext uri="{FF2B5EF4-FFF2-40B4-BE49-F238E27FC236}">
                    <a16:creationId xmlns:a16="http://schemas.microsoft.com/office/drawing/2014/main" id="{1D412E7E-2D41-4935-844C-D34CADC6114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876800" y="2105025"/>
                <a:ext cx="457200" cy="95"/>
              </a:xfrm>
              <a:custGeom xmlns:a="http://schemas.openxmlformats.org/drawingml/2006/main">
                <a:pathLst>
                  <a:path w="457200" h="95">
                    <a:moveTo>
                      <a:pt x="0" y="0"/>
                    </a:moveTo>
                    <a:lnTo>
                      <a:pt x="4572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5718" cap="rnd">
                <a:solidFill>
                  <a:srgbClr val="3F6C85"/>
                </a:solidFill>
                <a:prstDash val="solid"/>
                <a:round/>
              </a:ln>
            </p:spPr>
            <p:style>
              <a:lnRef xmlns:a="http://schemas.openxmlformats.org/drawingml/2006/main" idx="0"/>
              <a:fillRef xmlns:a="http://schemas.openxmlformats.org/drawingml/2006/main" idx="0"/>
              <a:effectRef xmlns:a="http://schemas.openxmlformats.org/drawingml/2006/main" idx="11"/>
              <a:fontRef xmlns:a="http://schemas.openxmlformats.org/drawingml/2006/main" idx="major"/>
            </p:style>
          </p:sp>
          <p:sp>
            <p:nvSpPr>
              <p:cNvPr id="62" name="routes//series-to-tool-tip-62">
                <a:extLst xmlns:a="http://schemas.openxmlformats.org/drawingml/2006/main">
                  <a:ext uri="{FF2B5EF4-FFF2-40B4-BE49-F238E27FC236}">
                    <a16:creationId xmlns:a16="http://schemas.microsoft.com/office/drawing/2014/main" id="{56FA2E63-BA17-4982-AD2C-41CCFDBF82B8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257800" y="2064068"/>
                <a:ext cx="76200" cy="81915"/>
              </a:xfrm>
              <a:custGeom xmlns:a="http://schemas.openxmlformats.org/drawingml/2006/main">
                <a:pathLst>
                  <a:path w="76200" h="81915">
                    <a:moveTo>
                      <a:pt x="76200" y="40958"/>
                    </a:moveTo>
                    <a:lnTo>
                      <a:pt x="0" y="0"/>
                    </a:lnTo>
                    <a:lnTo>
                      <a:pt x="0" y="81915"/>
                    </a:lnTo>
                    <a:close/>
                  </a:path>
                </a:pathLst>
              </a:custGeom>
              <a:solidFill xmlns:a="http://schemas.openxmlformats.org/drawingml/2006/main">
                <a:srgbClr val="3F6C85"/>
              </a:solidFill>
              <a:ln xmlns:a="http://schemas.openxmlformats.org/drawingml/2006/main" w="953" cap="rnd">
                <a:solidFill>
                  <a:srgbClr val="3F6C85"/>
                </a:solidFill>
                <a:prstDash val="solid"/>
                <a:round/>
              </a:ln>
            </p:spPr>
          </p:sp>
          <p:sp>
            <p:nvSpPr>
              <p:cNvPr id="63" name="routes//logged-evidence-to-gate-63">
                <a:extLst xmlns:a="http://schemas.openxmlformats.org/drawingml/2006/main">
                  <a:ext uri="{FF2B5EF4-FFF2-40B4-BE49-F238E27FC236}">
                    <a16:creationId xmlns:a16="http://schemas.microsoft.com/office/drawing/2014/main" id="{15CE3782-973B-4982-8104-0FCAB7770BF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562975" y="1847850"/>
                <a:ext cx="552450" cy="1362075"/>
              </a:xfrm>
              <a:custGeom xmlns:a="http://schemas.openxmlformats.org/drawingml/2006/main">
                <a:pathLst>
                  <a:path w="552450" h="1362075">
                    <a:moveTo>
                      <a:pt x="0" y="1362075"/>
                    </a:moveTo>
                    <a:lnTo>
                      <a:pt x="371475" y="1362075"/>
                    </a:lnTo>
                    <a:lnTo>
                      <a:pt x="371475" y="0"/>
                    </a:lnTo>
                    <a:lnTo>
                      <a:pt x="55245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5718" cap="rnd">
                <a:solidFill>
                  <a:srgbClr val="3F6C85"/>
                </a:solidFill>
                <a:prstDash val="solid"/>
                <a:round/>
              </a:ln>
            </p:spPr>
            <p:style>
              <a:lnRef xmlns:a="http://schemas.openxmlformats.org/drawingml/2006/main" idx="0"/>
              <a:fillRef xmlns:a="http://schemas.openxmlformats.org/drawingml/2006/main" idx="0"/>
              <a:effectRef xmlns:a="http://schemas.openxmlformats.org/drawingml/2006/main" idx="11"/>
              <a:fontRef xmlns:a="http://schemas.openxmlformats.org/drawingml/2006/main" idx="major"/>
            </p:style>
          </p:sp>
          <p:sp>
            <p:nvSpPr>
              <p:cNvPr id="64" name="routes//logged-evidence-to-gate-tip-64">
                <a:extLst xmlns:a="http://schemas.openxmlformats.org/drawingml/2006/main">
                  <a:ext uri="{FF2B5EF4-FFF2-40B4-BE49-F238E27FC236}">
                    <a16:creationId xmlns:a16="http://schemas.microsoft.com/office/drawing/2014/main" id="{27BD8B69-0356-4123-B75B-674E7FFA5D6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039225" y="1806893"/>
                <a:ext cx="76200" cy="81915"/>
              </a:xfrm>
              <a:custGeom xmlns:a="http://schemas.openxmlformats.org/drawingml/2006/main">
                <a:pathLst>
                  <a:path w="76200" h="81915">
                    <a:moveTo>
                      <a:pt x="76200" y="40958"/>
                    </a:moveTo>
                    <a:lnTo>
                      <a:pt x="0" y="0"/>
                    </a:lnTo>
                    <a:lnTo>
                      <a:pt x="0" y="81915"/>
                    </a:lnTo>
                    <a:close/>
                  </a:path>
                </a:pathLst>
              </a:custGeom>
              <a:solidFill xmlns:a="http://schemas.openxmlformats.org/drawingml/2006/main">
                <a:srgbClr val="3F6C85"/>
              </a:solidFill>
              <a:ln xmlns:a="http://schemas.openxmlformats.org/drawingml/2006/main" w="953" cap="rnd">
                <a:solidFill>
                  <a:srgbClr val="3F6C85"/>
                </a:solidFill>
                <a:prstDash val="solid"/>
                <a:round/>
              </a:ln>
            </p:spPr>
          </p:sp>
          <p:sp>
            <p:nvSpPr>
              <p:cNvPr id="65" name="routes//evidence-gap-return-65">
                <a:extLst xmlns:a="http://schemas.openxmlformats.org/drawingml/2006/main">
                  <a:ext uri="{FF2B5EF4-FFF2-40B4-BE49-F238E27FC236}">
                    <a16:creationId xmlns:a16="http://schemas.microsoft.com/office/drawing/2014/main" id="{16ABBFA2-4D11-4884-82F3-502D1241100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219700" y="1847850"/>
                <a:ext cx="7877175" cy="2543175"/>
              </a:xfrm>
              <a:custGeom xmlns:a="http://schemas.openxmlformats.org/drawingml/2006/main">
                <a:pathLst>
                  <a:path w="7877175" h="2543175">
                    <a:moveTo>
                      <a:pt x="7620000" y="0"/>
                    </a:moveTo>
                    <a:lnTo>
                      <a:pt x="7877175" y="0"/>
                    </a:lnTo>
                    <a:lnTo>
                      <a:pt x="7877175" y="2543175"/>
                    </a:lnTo>
                    <a:lnTo>
                      <a:pt x="0" y="2543175"/>
                    </a:lnTo>
                    <a:lnTo>
                      <a:pt x="0" y="352425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5718" cap="rnd">
                <a:solidFill>
                  <a:srgbClr val="B76C4D"/>
                </a:solidFill>
                <a:prstDash val="solid"/>
                <a:round/>
              </a:ln>
            </p:spPr>
          </p:sp>
          <p:sp>
            <p:nvSpPr>
              <p:cNvPr id="66" name="routes//feedback-crossover-66">
                <a:extLst xmlns:a="http://schemas.openxmlformats.org/drawingml/2006/main">
                  <a:ext uri="{FF2B5EF4-FFF2-40B4-BE49-F238E27FC236}">
                    <a16:creationId xmlns:a16="http://schemas.microsoft.com/office/drawing/2014/main" id="{A73E6927-4AF4-4D06-A090-B00294EFD30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133975" y="2009775"/>
                <a:ext cx="85725" cy="190500"/>
              </a:xfrm>
              <a:custGeom xmlns:a="http://schemas.openxmlformats.org/drawingml/2006/main">
                <a:pathLst>
                  <a:path w="85725" h="190500">
                    <a:moveTo>
                      <a:pt x="85725" y="190500"/>
                    </a:moveTo>
                    <a:cubicBezTo>
                      <a:pt x="-28575" y="171450"/>
                      <a:pt x="-28575" y="19050"/>
                      <a:pt x="85725" y="0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5718" cap="rnd">
                <a:solidFill>
                  <a:srgbClr val="B76C4D"/>
                </a:solidFill>
                <a:prstDash val="solid"/>
                <a:round/>
              </a:ln>
            </p:spPr>
          </p:sp>
          <p:sp>
            <p:nvSpPr>
              <p:cNvPr id="67" name="routes//evidence-gap-return-tip-67">
                <a:extLst xmlns:a="http://schemas.openxmlformats.org/drawingml/2006/main">
                  <a:ext uri="{FF2B5EF4-FFF2-40B4-BE49-F238E27FC236}">
                    <a16:creationId xmlns:a16="http://schemas.microsoft.com/office/drawing/2014/main" id="{988ED353-E21B-43FD-80A6-4F94D04CDAF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219700" y="866775"/>
                <a:ext cx="123825" cy="1143000"/>
              </a:xfrm>
              <a:custGeom xmlns:a="http://schemas.openxmlformats.org/drawingml/2006/main">
                <a:pathLst>
                  <a:path w="123825" h="1143000">
                    <a:moveTo>
                      <a:pt x="0" y="1143000"/>
                    </a:moveTo>
                    <a:lnTo>
                      <a:pt x="0" y="0"/>
                    </a:lnTo>
                    <a:lnTo>
                      <a:pt x="123825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5718" cap="rnd">
                <a:solidFill>
                  <a:srgbClr val="B76C4D"/>
                </a:solidFill>
                <a:prstDash val="solid"/>
                <a:round/>
              </a:ln>
            </p:spPr>
            <p:style>
              <a:lnRef xmlns:a="http://schemas.openxmlformats.org/drawingml/2006/main" idx="0"/>
              <a:fillRef xmlns:a="http://schemas.openxmlformats.org/drawingml/2006/main" idx="0"/>
              <a:effectRef xmlns:a="http://schemas.openxmlformats.org/drawingml/2006/main" idx="11"/>
              <a:fontRef xmlns:a="http://schemas.openxmlformats.org/drawingml/2006/main" idx="major"/>
            </p:style>
          </p:sp>
          <p:sp>
            <p:nvSpPr>
              <p:cNvPr id="68" name="routes//evidence-gap-return-tip-tip-68">
                <a:extLst xmlns:a="http://schemas.openxmlformats.org/drawingml/2006/main">
                  <a:ext uri="{FF2B5EF4-FFF2-40B4-BE49-F238E27FC236}">
                    <a16:creationId xmlns:a16="http://schemas.microsoft.com/office/drawing/2014/main" id="{A3D65A70-B434-44F9-BDD2-384FD06C3C4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267325" y="825818"/>
                <a:ext cx="76200" cy="81915"/>
              </a:xfrm>
              <a:custGeom xmlns:a="http://schemas.openxmlformats.org/drawingml/2006/main">
                <a:pathLst>
                  <a:path w="76200" h="81915">
                    <a:moveTo>
                      <a:pt x="76200" y="40957"/>
                    </a:moveTo>
                    <a:lnTo>
                      <a:pt x="0" y="0"/>
                    </a:lnTo>
                    <a:lnTo>
                      <a:pt x="0" y="81915"/>
                    </a:lnTo>
                    <a:close/>
                  </a:path>
                </a:pathLst>
              </a:custGeom>
              <a:solidFill xmlns:a="http://schemas.openxmlformats.org/drawingml/2006/main">
                <a:srgbClr val="B76C4D"/>
              </a:solidFill>
              <a:ln xmlns:a="http://schemas.openxmlformats.org/drawingml/2006/main" w="953" cap="rnd">
                <a:solidFill>
                  <a:srgbClr val="B76C4D"/>
                </a:solidFill>
                <a:prstDash val="solid"/>
                <a:round/>
              </a:ln>
            </p:spPr>
          </p:sp>
          <p:sp>
            <p:nvSpPr>
              <p:cNvPr id="69" name="routes//box-69">
                <a:extLst xmlns:a="http://schemas.openxmlformats.org/drawingml/2006/main">
                  <a:ext uri="{FF2B5EF4-FFF2-40B4-BE49-F238E27FC236}">
                    <a16:creationId xmlns:a16="http://schemas.microsoft.com/office/drawing/2014/main" id="{38B30D1E-B264-42AC-9E0D-0B0C7FDEA0E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6448425" y="4248150"/>
                <a:ext cx="3629025" cy="28575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0" cap="rnd">
                <a:noFill/>
                <a:prstDash val="solid"/>
                <a:round/>
              </a:ln>
            </p:spPr>
          </p:sp>
          <p:sp>
            <p:nvSpPr>
              <p:cNvPr id="70" name="routes//box-70">
                <a:extLst xmlns:a="http://schemas.openxmlformats.org/drawingml/2006/main">
                  <a:ext uri="{FF2B5EF4-FFF2-40B4-BE49-F238E27FC236}">
                    <a16:creationId xmlns:a16="http://schemas.microsoft.com/office/drawing/2014/main" id="{A6E64A14-8AA2-4BC5-9F45-D77129288DE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6448425" y="4248150"/>
                <a:ext cx="3629025" cy="285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ctr">
                  <a:defRPr sz="1350" b="0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defPPr>
                <a:lvl1pPr algn="ctr">
                  <a:defRPr sz="1350" b="0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lvl1pPr>
                <a:lvl2pPr algn="ctr">
                  <a:defRPr sz="1350" b="0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lvl2pPr>
                <a:lvl3pPr algn="ctr">
                  <a:defRPr sz="1350" b="0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lvl3pPr>
                <a:lvl4pPr algn="ctr">
                  <a:defRPr sz="1350" b="0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lvl4pPr>
                <a:lvl5pPr algn="ctr">
                  <a:defRPr sz="1350" b="0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lvl5pPr>
                <a:lvl6pPr algn="ctr">
                  <a:defRPr sz="1350" b="0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lvl6pPr>
                <a:lvl7pPr algn="ctr">
                  <a:defRPr sz="1350" b="0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lvl7pPr>
                <a:lvl8pPr algn="ctr">
                  <a:defRPr sz="1350" b="0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lvl8pPr>
                <a:lvl9pPr algn="ctr">
                  <a:defRPr sz="1350" b="0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ctr">
                  <a:defRPr sz="1350" b="0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350" b="0" i="0">
                    <a:solidFill>
                      <a:srgbClr val="B76C4D"/>
                    </a:solidFill>
                    <a:latin typeface="Arial"/>
                    <a:ea typeface="Arial"/>
                    <a:cs typeface="Arial"/>
                  </a:rPr>
                  <a:t>Missing evidence: select another action</a:t>
                </a:r>
              </a:p>
            </p:txBody>
          </p:sp>
        </p:grpSp>
        <p:grpSp>
          <p:nvGrpSpPr>
            <p:cNvPr id="111" name="trace"/>
            <p:cNvGrpSpPr/>
            <p:nvPr/>
          </p:nvGrpSpPr>
          <p:grpSpPr>
            <ns1:xfrm xmlns:ns1="http://schemas.openxmlformats.org/drawingml/2006/main">
              <ns1:off x="228600" y="4791075"/>
              <ns1:ext cx="12687300" cy="561975"/>
              <ns1:chOff x="228600" y="4791075"/>
              <ns1:chExt cx="12687300" cy="561975"/>
            </ns1:xfrm>
          </p:grpSpPr>
          <p:sp>
            <p:nvSpPr>
              <p:cNvPr id="71" name="trace//path-71">
                <a:extLst xmlns:a="http://schemas.openxmlformats.org/drawingml/2006/main">
                  <a:ext uri="{FF2B5EF4-FFF2-40B4-BE49-F238E27FC236}">
                    <a16:creationId xmlns:a16="http://schemas.microsoft.com/office/drawing/2014/main" id="{78E16E6B-B065-4641-8AA4-FC7B94E66A0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228600" y="4791075"/>
                <a:ext cx="12620625" cy="95"/>
              </a:xfrm>
              <a:custGeom xmlns:a="http://schemas.openxmlformats.org/drawingml/2006/main">
                <a:pathLst>
                  <a:path w="12620625" h="95">
                    <a:moveTo>
                      <a:pt x="0" y="0"/>
                    </a:moveTo>
                    <a:lnTo>
                      <a:pt x="12620625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9525" cap="rnd">
                <a:solidFill>
                  <a:srgbClr val="D8DDDF"/>
                </a:solidFill>
                <a:prstDash val="solid"/>
                <a:round/>
              </a:ln>
            </p:spPr>
          </p:sp>
          <p:grpSp>
            <p:nvGrpSpPr>
              <p:cNvPr id="112" name="icon-binary-71"/>
              <p:cNvGrpSpPr/>
              <p:nvPr/>
            </p:nvGrpSpPr>
            <p:grpSpPr>
              <ns1:xfrm xmlns:ns1="http://schemas.openxmlformats.org/drawingml/2006/main">
                <ns1:off x="276225" y="5076825"/>
                <ns1:ext cx="276225" cy="276225"/>
                <ns1:chOff x="276225" y="5076825"/>
                <ns1:chExt cx="276225" cy="276225"/>
              </ns1:xfrm>
            </p:grpSpPr>
            <p:sp>
              <p:nvSpPr>
                <p:cNvPr id="72" name="trace/icon-binary-71//binary-72">
                  <a:extLst xmlns:a="http://schemas.openxmlformats.org/drawingml/2006/main">
                    <a:ext uri="{FF2B5EF4-FFF2-40B4-BE49-F238E27FC236}">
                      <a16:creationId xmlns:a16="http://schemas.microsoft.com/office/drawing/2014/main" id="{685C5AE8-28B7-46FE-BF1D-34578726EE1D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276225" y="5076825"/>
                  <a:ext cx="276225" cy="276225"/>
                </a:xfrm>
                <a:custGeom xmlns:a="http://schemas.openxmlformats.org/drawingml/2006/main">
                  <a:pathLst>
                    <a:path w="228600" h="228600">
                      <a:moveTo>
                        <a:pt x="152400" y="133350"/>
                      </a:moveTo>
                      <a:lnTo>
                        <a:pt x="152400" y="133350"/>
                      </a:lnTo>
                      <a:quadBezTo>
                        <a:pt x="171450" y="133350"/>
                        <a:pt x="171450" y="152400"/>
                      </a:quadBezTo>
                      <a:lnTo>
                        <a:pt x="171450" y="171450"/>
                      </a:lnTo>
                      <a:quadBezTo>
                        <a:pt x="171450" y="190500"/>
                        <a:pt x="152400" y="190500"/>
                      </a:quadBezTo>
                      <a:lnTo>
                        <a:pt x="152400" y="190500"/>
                      </a:lnTo>
                      <a:quadBezTo>
                        <a:pt x="133350" y="190500"/>
                        <a:pt x="133350" y="171450"/>
                      </a:quadBezTo>
                      <a:lnTo>
                        <a:pt x="133350" y="152400"/>
                      </a:lnTo>
                      <a:quadBezTo>
                        <a:pt x="133350" y="133350"/>
                        <a:pt x="152400" y="133350"/>
                      </a:quad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</p:sp>
            <p:sp>
              <p:nvSpPr>
                <p:cNvPr id="73" name="trace/icon-binary-71//binary-73">
                  <a:extLst xmlns:a="http://schemas.openxmlformats.org/drawingml/2006/main">
                    <a:ext uri="{FF2B5EF4-FFF2-40B4-BE49-F238E27FC236}">
                      <a16:creationId xmlns:a16="http://schemas.microsoft.com/office/drawing/2014/main" id="{16B38EDA-2387-4DA6-8580-70A38A886756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276225" y="5076825"/>
                  <a:ext cx="276225" cy="276225"/>
                </a:xfrm>
                <a:custGeom xmlns:a="http://schemas.openxmlformats.org/drawingml/2006/main">
                  <a:pathLst>
                    <a:path w="228600" h="228600">
                      <a:moveTo>
                        <a:pt x="76200" y="38100"/>
                      </a:moveTo>
                      <a:lnTo>
                        <a:pt x="76200" y="38100"/>
                      </a:lnTo>
                      <a:quadBezTo>
                        <a:pt x="95250" y="38100"/>
                        <a:pt x="95250" y="57150"/>
                      </a:quadBezTo>
                      <a:lnTo>
                        <a:pt x="95250" y="76200"/>
                      </a:lnTo>
                      <a:quadBezTo>
                        <a:pt x="95250" y="95250"/>
                        <a:pt x="76200" y="95250"/>
                      </a:quadBezTo>
                      <a:lnTo>
                        <a:pt x="76200" y="95250"/>
                      </a:lnTo>
                      <a:quadBezTo>
                        <a:pt x="57150" y="95250"/>
                        <a:pt x="57150" y="76200"/>
                      </a:quadBezTo>
                      <a:lnTo>
                        <a:pt x="57150" y="57150"/>
                      </a:lnTo>
                      <a:quadBezTo>
                        <a:pt x="57150" y="38100"/>
                        <a:pt x="76200" y="38100"/>
                      </a:quad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</p:sp>
            <p:sp>
              <p:nvSpPr>
                <p:cNvPr id="74" name="trace/icon-binary-71//binary-74">
                  <a:extLst xmlns:a="http://schemas.openxmlformats.org/drawingml/2006/main">
                    <a:ext uri="{FF2B5EF4-FFF2-40B4-BE49-F238E27FC236}">
                      <a16:creationId xmlns:a16="http://schemas.microsoft.com/office/drawing/2014/main" id="{7B391A30-9A1A-42A9-B9FC-C00C8C2FA7C2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276225" y="5076825"/>
                  <a:ext cx="276225" cy="276225"/>
                </a:xfrm>
                <a:custGeom xmlns:a="http://schemas.openxmlformats.org/drawingml/2006/main">
                  <a:pathLst>
                    <a:path w="228600" h="228600">
                      <a:moveTo>
                        <a:pt x="57150" y="190500"/>
                      </a:moveTo>
                      <a:lnTo>
                        <a:pt x="95250" y="19050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</p:sp>
            <p:sp>
              <p:nvSpPr>
                <p:cNvPr id="75" name="trace/icon-binary-71//binary-75">
                  <a:extLst xmlns:a="http://schemas.openxmlformats.org/drawingml/2006/main">
                    <a:ext uri="{FF2B5EF4-FFF2-40B4-BE49-F238E27FC236}">
                      <a16:creationId xmlns:a16="http://schemas.microsoft.com/office/drawing/2014/main" id="{BECA2539-215A-4567-9834-928FFF7BFC10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276225" y="5076825"/>
                  <a:ext cx="276225" cy="276225"/>
                </a:xfrm>
                <a:custGeom xmlns:a="http://schemas.openxmlformats.org/drawingml/2006/main">
                  <a:pathLst>
                    <a:path w="228600" h="228600">
                      <a:moveTo>
                        <a:pt x="133350" y="95250"/>
                      </a:moveTo>
                      <a:lnTo>
                        <a:pt x="171450" y="9525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</p:sp>
            <p:sp>
              <p:nvSpPr>
                <p:cNvPr id="76" name="trace/icon-binary-71//binary-76">
                  <a:extLst xmlns:a="http://schemas.openxmlformats.org/drawingml/2006/main">
                    <a:ext uri="{FF2B5EF4-FFF2-40B4-BE49-F238E27FC236}">
                      <a16:creationId xmlns:a16="http://schemas.microsoft.com/office/drawing/2014/main" id="{DDC9F925-1934-4A3F-81F4-DAF0B1C66FB4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276225" y="5076825"/>
                  <a:ext cx="276225" cy="276225"/>
                </a:xfrm>
                <a:custGeom xmlns:a="http://schemas.openxmlformats.org/drawingml/2006/main">
                  <a:pathLst>
                    <a:path w="228600" h="228600">
                      <a:moveTo>
                        <a:pt x="57150" y="133350"/>
                      </a:moveTo>
                      <a:lnTo>
                        <a:pt x="76200" y="133350"/>
                      </a:lnTo>
                      <a:lnTo>
                        <a:pt x="76200" y="19050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</p:sp>
            <p:sp>
              <p:nvSpPr>
                <p:cNvPr id="77" name="trace/icon-binary-71//binary-77">
                  <a:extLst xmlns:a="http://schemas.openxmlformats.org/drawingml/2006/main">
                    <a:ext uri="{FF2B5EF4-FFF2-40B4-BE49-F238E27FC236}">
                      <a16:creationId xmlns:a16="http://schemas.microsoft.com/office/drawing/2014/main" id="{E8A730F3-BB4D-4B41-92EC-0A87E795A8BF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276225" y="5076825"/>
                  <a:ext cx="276225" cy="276225"/>
                </a:xfrm>
                <a:custGeom xmlns:a="http://schemas.openxmlformats.org/drawingml/2006/main">
                  <a:pathLst>
                    <a:path w="228600" h="228600">
                      <a:moveTo>
                        <a:pt x="133350" y="38100"/>
                      </a:moveTo>
                      <a:lnTo>
                        <a:pt x="152400" y="38100"/>
                      </a:lnTo>
                      <a:lnTo>
                        <a:pt x="152400" y="9525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F6C85"/>
                  </a:solidFill>
                  <a:prstDash val="solid"/>
                  <a:round/>
                </a:ln>
              </p:spPr>
            </p:sp>
          </p:grpSp>
          <p:sp>
            <p:nvSpPr>
              <p:cNvPr id="78" name="trace//box-78">
                <a:extLst xmlns:a="http://schemas.openxmlformats.org/drawingml/2006/main">
                  <a:ext uri="{FF2B5EF4-FFF2-40B4-BE49-F238E27FC236}">
                    <a16:creationId xmlns:a16="http://schemas.microsoft.com/office/drawing/2014/main" id="{E2C243F6-A5EF-46BB-B875-F189191E9FB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657225" y="5029200"/>
                <a:ext cx="1771650" cy="2667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rPr>
                  <a:t>Native series</a:t>
                </a:r>
              </a:p>
            </p:txBody>
          </p:sp>
          <p:sp>
            <p:nvSpPr>
              <p:cNvPr id="79" name="trace//flow-79">
                <a:extLst xmlns:a="http://schemas.openxmlformats.org/drawingml/2006/main">
                  <a:ext uri="{FF2B5EF4-FFF2-40B4-BE49-F238E27FC236}">
                    <a16:creationId xmlns:a16="http://schemas.microsoft.com/office/drawing/2014/main" id="{737937A9-5FB3-46AB-BAB9-4ECEAE9D6F16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2362200" y="5181600"/>
                <a:ext cx="409575" cy="95"/>
              </a:xfrm>
              <a:custGeom xmlns:a="http://schemas.openxmlformats.org/drawingml/2006/main">
                <a:pathLst>
                  <a:path w="409575" h="95">
                    <a:moveTo>
                      <a:pt x="0" y="0"/>
                    </a:moveTo>
                    <a:lnTo>
                      <a:pt x="409575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5718" cap="rnd">
                <a:solidFill>
                  <a:srgbClr val="3F6C85"/>
                </a:solidFill>
                <a:prstDash val="solid"/>
                <a:round/>
              </a:ln>
            </p:spPr>
            <p:style>
              <a:lnRef xmlns:a="http://schemas.openxmlformats.org/drawingml/2006/main" idx="0"/>
              <a:fillRef xmlns:a="http://schemas.openxmlformats.org/drawingml/2006/main" idx="0"/>
              <a:effectRef xmlns:a="http://schemas.openxmlformats.org/drawingml/2006/main" idx="11"/>
              <a:fontRef xmlns:a="http://schemas.openxmlformats.org/drawingml/2006/main" idx="major"/>
            </p:style>
          </p:sp>
          <p:sp>
            <p:nvSpPr>
              <p:cNvPr id="80" name="trace//flow-tip-80">
                <a:extLst xmlns:a="http://schemas.openxmlformats.org/drawingml/2006/main">
                  <a:ext uri="{FF2B5EF4-FFF2-40B4-BE49-F238E27FC236}">
                    <a16:creationId xmlns:a16="http://schemas.microsoft.com/office/drawing/2014/main" id="{9E68EE71-18EA-49FE-897C-D1187771D9F6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2695575" y="5140643"/>
                <a:ext cx="76200" cy="81915"/>
              </a:xfrm>
              <a:custGeom xmlns:a="http://schemas.openxmlformats.org/drawingml/2006/main">
                <a:pathLst>
                  <a:path w="76200" h="81915">
                    <a:moveTo>
                      <a:pt x="76200" y="40957"/>
                    </a:moveTo>
                    <a:lnTo>
                      <a:pt x="0" y="0"/>
                    </a:lnTo>
                    <a:lnTo>
                      <a:pt x="0" y="81915"/>
                    </a:lnTo>
                    <a:close/>
                  </a:path>
                </a:pathLst>
              </a:custGeom>
              <a:solidFill xmlns:a="http://schemas.openxmlformats.org/drawingml/2006/main">
                <a:srgbClr val="3F6C85"/>
              </a:solidFill>
              <a:ln xmlns:a="http://schemas.openxmlformats.org/drawingml/2006/main" w="953" cap="rnd">
                <a:solidFill>
                  <a:srgbClr val="3F6C85"/>
                </a:solidFill>
                <a:prstDash val="solid"/>
                <a:round/>
              </a:ln>
            </p:spPr>
          </p:sp>
          <p:grpSp>
            <p:nvGrpSpPr>
              <p:cNvPr id="113" name="icon-square-function-80"/>
              <p:cNvGrpSpPr/>
              <p:nvPr/>
            </p:nvGrpSpPr>
            <p:grpSpPr>
              <ns1:xfrm xmlns:ns1="http://schemas.openxmlformats.org/drawingml/2006/main">
                <ns1:off x="2933700" y="5057775"/>
                <ns1:ext cx="276225" cy="276225"/>
                <ns1:chOff x="2933700" y="5057775"/>
                <ns1:chExt cx="276225" cy="276225"/>
              </ns1:xfrm>
            </p:grpSpPr>
            <p:sp>
              <p:nvSpPr>
                <p:cNvPr id="81" name="trace/icon-square-function-80//square-function-81">
                  <a:extLst xmlns:a="http://schemas.openxmlformats.org/drawingml/2006/main">
                    <a:ext uri="{FF2B5EF4-FFF2-40B4-BE49-F238E27FC236}">
                      <a16:creationId xmlns:a16="http://schemas.microsoft.com/office/drawing/2014/main" id="{48AB21A3-B0F7-45F9-9261-6164C6C2F216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2933700" y="5057775"/>
                  <a:ext cx="276225" cy="276225"/>
                </a:xfrm>
                <a:custGeom xmlns:a="http://schemas.openxmlformats.org/drawingml/2006/main">
                  <a:pathLst>
                    <a:path w="228600" h="228600">
                      <a:moveTo>
                        <a:pt x="47625" y="28575"/>
                      </a:moveTo>
                      <a:lnTo>
                        <a:pt x="180975" y="28575"/>
                      </a:lnTo>
                      <a:quadBezTo>
                        <a:pt x="200025" y="28575"/>
                        <a:pt x="200025" y="47625"/>
                      </a:quadBezTo>
                      <a:lnTo>
                        <a:pt x="200025" y="180975"/>
                      </a:lnTo>
                      <a:quadBezTo>
                        <a:pt x="200025" y="200025"/>
                        <a:pt x="180975" y="200025"/>
                      </a:quadBezTo>
                      <a:lnTo>
                        <a:pt x="47625" y="200025"/>
                      </a:lnTo>
                      <a:quadBezTo>
                        <a:pt x="28575" y="200025"/>
                        <a:pt x="28575" y="180975"/>
                      </a:quadBezTo>
                      <a:lnTo>
                        <a:pt x="28575" y="47625"/>
                      </a:lnTo>
                      <a:quadBezTo>
                        <a:pt x="28575" y="28575"/>
                        <a:pt x="47625" y="28575"/>
                      </a:quad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</p:sp>
            <p:sp>
              <p:nvSpPr>
                <p:cNvPr id="82" name="trace/icon-square-function-80//square-function-82">
                  <a:extLst xmlns:a="http://schemas.openxmlformats.org/drawingml/2006/main">
                    <a:ext uri="{FF2B5EF4-FFF2-40B4-BE49-F238E27FC236}">
                      <a16:creationId xmlns:a16="http://schemas.microsoft.com/office/drawing/2014/main" id="{AD95A04D-B01A-402E-A0AA-65522A80C6E5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2933700" y="5057775"/>
                  <a:ext cx="276225" cy="276225"/>
                </a:xfrm>
                <a:custGeom xmlns:a="http://schemas.openxmlformats.org/drawingml/2006/main">
                  <a:pathLst>
                    <a:path w="228600" h="228600">
                      <a:moveTo>
                        <a:pt x="85725" y="161925"/>
                      </a:moveTo>
                      <a:cubicBezTo>
                        <a:pt x="104775" y="161925"/>
                        <a:pt x="112395" y="152400"/>
                        <a:pt x="112395" y="135255"/>
                      </a:cubicBezTo>
                      <a:lnTo>
                        <a:pt x="112395" y="95250"/>
                      </a:lnTo>
                      <a:cubicBezTo>
                        <a:pt x="112395" y="76200"/>
                        <a:pt x="121920" y="63818"/>
                        <a:pt x="142875" y="66675"/>
                      </a:cubic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</p:sp>
            <p:sp>
              <p:nvSpPr>
                <p:cNvPr id="83" name="trace/icon-square-function-80//square-function-83">
                  <a:extLst xmlns:a="http://schemas.openxmlformats.org/drawingml/2006/main">
                    <a:ext uri="{FF2B5EF4-FFF2-40B4-BE49-F238E27FC236}">
                      <a16:creationId xmlns:a16="http://schemas.microsoft.com/office/drawing/2014/main" id="{FADE3F98-33FE-4C9B-B4D7-3462ED6B2478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2933700" y="5057775"/>
                  <a:ext cx="276225" cy="276225"/>
                </a:xfrm>
                <a:custGeom xmlns:a="http://schemas.openxmlformats.org/drawingml/2006/main">
                  <a:pathLst>
                    <a:path w="228600" h="228600">
                      <a:moveTo>
                        <a:pt x="85725" y="106680"/>
                      </a:moveTo>
                      <a:lnTo>
                        <a:pt x="140018" y="10668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836780"/>
                  </a:solidFill>
                  <a:prstDash val="solid"/>
                  <a:round/>
                </a:ln>
              </p:spPr>
            </p:sp>
          </p:grpSp>
          <p:sp>
            <p:nvSpPr>
              <p:cNvPr id="84" name="trace//box-84">
                <a:extLst xmlns:a="http://schemas.openxmlformats.org/drawingml/2006/main">
                  <a:ext uri="{FF2B5EF4-FFF2-40B4-BE49-F238E27FC236}">
                    <a16:creationId xmlns:a16="http://schemas.microsoft.com/office/drawing/2014/main" id="{A97CCA82-25E2-4951-8738-5935FCE95FA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314700" y="5029200"/>
                <a:ext cx="2209800" cy="2667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rPr>
                  <a:t>Tool + arguments</a:t>
                </a:r>
              </a:p>
            </p:txBody>
          </p:sp>
          <p:sp>
            <p:nvSpPr>
              <p:cNvPr id="85" name="trace//flow-85">
                <a:extLst xmlns:a="http://schemas.openxmlformats.org/drawingml/2006/main">
                  <a:ext uri="{FF2B5EF4-FFF2-40B4-BE49-F238E27FC236}">
                    <a16:creationId xmlns:a16="http://schemas.microsoft.com/office/drawing/2014/main" id="{3439C660-CBD9-4E24-98AF-A3CCAB901C2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619750" y="5181600"/>
                <a:ext cx="428625" cy="95"/>
              </a:xfrm>
              <a:custGeom xmlns:a="http://schemas.openxmlformats.org/drawingml/2006/main">
                <a:pathLst>
                  <a:path w="428625" h="95">
                    <a:moveTo>
                      <a:pt x="0" y="0"/>
                    </a:moveTo>
                    <a:lnTo>
                      <a:pt x="428625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5718" cap="rnd">
                <a:solidFill>
                  <a:srgbClr val="3F6C85"/>
                </a:solidFill>
                <a:prstDash val="solid"/>
                <a:round/>
              </a:ln>
            </p:spPr>
            <p:style>
              <a:lnRef xmlns:a="http://schemas.openxmlformats.org/drawingml/2006/main" idx="0"/>
              <a:fillRef xmlns:a="http://schemas.openxmlformats.org/drawingml/2006/main" idx="0"/>
              <a:effectRef xmlns:a="http://schemas.openxmlformats.org/drawingml/2006/main" idx="11"/>
              <a:fontRef xmlns:a="http://schemas.openxmlformats.org/drawingml/2006/main" idx="major"/>
            </p:style>
          </p:sp>
          <p:sp>
            <p:nvSpPr>
              <p:cNvPr id="86" name="trace//flow-tip-86">
                <a:extLst xmlns:a="http://schemas.openxmlformats.org/drawingml/2006/main">
                  <a:ext uri="{FF2B5EF4-FFF2-40B4-BE49-F238E27FC236}">
                    <a16:creationId xmlns:a16="http://schemas.microsoft.com/office/drawing/2014/main" id="{8E2D588D-6F96-49C7-9494-7170A3BC454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972175" y="5140643"/>
                <a:ext cx="76200" cy="81915"/>
              </a:xfrm>
              <a:custGeom xmlns:a="http://schemas.openxmlformats.org/drawingml/2006/main">
                <a:pathLst>
                  <a:path w="76200" h="81915">
                    <a:moveTo>
                      <a:pt x="76200" y="40957"/>
                    </a:moveTo>
                    <a:lnTo>
                      <a:pt x="0" y="0"/>
                    </a:lnTo>
                    <a:lnTo>
                      <a:pt x="0" y="81915"/>
                    </a:lnTo>
                    <a:close/>
                  </a:path>
                </a:pathLst>
              </a:custGeom>
              <a:solidFill xmlns:a="http://schemas.openxmlformats.org/drawingml/2006/main">
                <a:srgbClr val="3F6C85"/>
              </a:solidFill>
              <a:ln xmlns:a="http://schemas.openxmlformats.org/drawingml/2006/main" w="953" cap="rnd">
                <a:solidFill>
                  <a:srgbClr val="3F6C85"/>
                </a:solidFill>
                <a:prstDash val="solid"/>
                <a:round/>
              </a:ln>
            </p:spPr>
          </p:sp>
          <p:grpSp>
            <p:nvGrpSpPr>
              <p:cNvPr id="114" name="icon-table-properties-86"/>
              <p:cNvGrpSpPr/>
              <p:nvPr/>
            </p:nvGrpSpPr>
            <p:grpSpPr>
              <ns1:xfrm xmlns:ns1="http://schemas.openxmlformats.org/drawingml/2006/main">
                <ns1:off x="6219825" y="5057775"/>
                <ns1:ext cx="285750" cy="285750"/>
                <ns1:chOff x="6219825" y="5057775"/>
                <ns1:chExt cx="285750" cy="285750"/>
              </ns1:xfrm>
            </p:grpSpPr>
            <p:sp>
              <p:nvSpPr>
                <p:cNvPr id="87" name="trace/icon-table-properties-86//table-properties-87">
                  <a:extLst xmlns:a="http://schemas.openxmlformats.org/drawingml/2006/main">
                    <a:ext uri="{FF2B5EF4-FFF2-40B4-BE49-F238E27FC236}">
                      <a16:creationId xmlns:a16="http://schemas.microsoft.com/office/drawing/2014/main" id="{D9F92C49-C559-41E7-A309-09FF28182DE5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6219825" y="5057775"/>
                  <a:ext cx="285750" cy="285750"/>
                </a:xfrm>
                <a:custGeom xmlns:a="http://schemas.openxmlformats.org/drawingml/2006/main">
                  <a:pathLst>
                    <a:path w="228600" h="228600">
                      <a:moveTo>
                        <a:pt x="142875" y="28575"/>
                      </a:moveTo>
                      <a:lnTo>
                        <a:pt x="142875" y="20002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AF853D"/>
                  </a:solidFill>
                  <a:prstDash val="solid"/>
                  <a:round/>
                </a:ln>
              </p:spPr>
            </p:sp>
            <p:sp>
              <p:nvSpPr>
                <p:cNvPr id="88" name="trace/icon-table-properties-86//table-properties-88">
                  <a:extLst xmlns:a="http://schemas.openxmlformats.org/drawingml/2006/main">
                    <a:ext uri="{FF2B5EF4-FFF2-40B4-BE49-F238E27FC236}">
                      <a16:creationId xmlns:a16="http://schemas.microsoft.com/office/drawing/2014/main" id="{9DE08A70-DB8F-4B34-8DB0-738E987E44CA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6219825" y="5057775"/>
                  <a:ext cx="285750" cy="285750"/>
                </a:xfrm>
                <a:custGeom xmlns:a="http://schemas.openxmlformats.org/drawingml/2006/main">
                  <a:pathLst>
                    <a:path w="228600" h="228600">
                      <a:moveTo>
                        <a:pt x="47625" y="28575"/>
                      </a:moveTo>
                      <a:lnTo>
                        <a:pt x="180975" y="28575"/>
                      </a:lnTo>
                      <a:quadBezTo>
                        <a:pt x="200025" y="28575"/>
                        <a:pt x="200025" y="47625"/>
                      </a:quadBezTo>
                      <a:lnTo>
                        <a:pt x="200025" y="180975"/>
                      </a:lnTo>
                      <a:quadBezTo>
                        <a:pt x="200025" y="200025"/>
                        <a:pt x="180975" y="200025"/>
                      </a:quadBezTo>
                      <a:lnTo>
                        <a:pt x="47625" y="200025"/>
                      </a:lnTo>
                      <a:quadBezTo>
                        <a:pt x="28575" y="200025"/>
                        <a:pt x="28575" y="180975"/>
                      </a:quadBezTo>
                      <a:lnTo>
                        <a:pt x="28575" y="47625"/>
                      </a:lnTo>
                      <a:quadBezTo>
                        <a:pt x="28575" y="28575"/>
                        <a:pt x="47625" y="28575"/>
                      </a:quadBez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AF853D"/>
                  </a:solidFill>
                  <a:prstDash val="solid"/>
                  <a:round/>
                </a:ln>
              </p:spPr>
            </p:sp>
            <p:sp>
              <p:nvSpPr>
                <p:cNvPr id="89" name="trace/icon-table-properties-86//table-properties-89">
                  <a:extLst xmlns:a="http://schemas.openxmlformats.org/drawingml/2006/main">
                    <a:ext uri="{FF2B5EF4-FFF2-40B4-BE49-F238E27FC236}">
                      <a16:creationId xmlns:a16="http://schemas.microsoft.com/office/drawing/2014/main" id="{EB283E14-D5F8-40B9-BF0F-866A655822D3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6219825" y="5057775"/>
                  <a:ext cx="285750" cy="285750"/>
                </a:xfrm>
                <a:custGeom xmlns:a="http://schemas.openxmlformats.org/drawingml/2006/main">
                  <a:pathLst>
                    <a:path w="228600" h="228600">
                      <a:moveTo>
                        <a:pt x="200025" y="85725"/>
                      </a:moveTo>
                      <a:lnTo>
                        <a:pt x="28575" y="8572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AF853D"/>
                  </a:solidFill>
                  <a:prstDash val="solid"/>
                  <a:round/>
                </a:ln>
              </p:spPr>
            </p:sp>
            <p:sp>
              <p:nvSpPr>
                <p:cNvPr id="90" name="trace/icon-table-properties-86//table-properties-90">
                  <a:extLst xmlns:a="http://schemas.openxmlformats.org/drawingml/2006/main">
                    <a:ext uri="{FF2B5EF4-FFF2-40B4-BE49-F238E27FC236}">
                      <a16:creationId xmlns:a16="http://schemas.microsoft.com/office/drawing/2014/main" id="{1AFBCA66-B51A-4EAD-B1A7-349C4056ADF2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6219825" y="5057775"/>
                  <a:ext cx="285750" cy="285750"/>
                </a:xfrm>
                <a:custGeom xmlns:a="http://schemas.openxmlformats.org/drawingml/2006/main">
                  <a:pathLst>
                    <a:path w="228600" h="228600">
                      <a:moveTo>
                        <a:pt x="200025" y="142875"/>
                      </a:moveTo>
                      <a:lnTo>
                        <a:pt x="28575" y="14287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AF853D"/>
                  </a:solidFill>
                  <a:prstDash val="solid"/>
                  <a:round/>
                </a:ln>
              </p:spPr>
            </p:sp>
          </p:grpSp>
          <p:sp>
            <p:nvSpPr>
              <p:cNvPr id="91" name="trace//box-91">
                <a:extLst xmlns:a="http://schemas.openxmlformats.org/drawingml/2006/main">
                  <a:ext uri="{FF2B5EF4-FFF2-40B4-BE49-F238E27FC236}">
                    <a16:creationId xmlns:a16="http://schemas.microsoft.com/office/drawing/2014/main" id="{B0A071D9-6B15-4B72-95C0-F786C594720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6610350" y="5029200"/>
                <a:ext cx="2914650" cy="2667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rPr>
                  <a:t>Structured observation</a:t>
                </a:r>
              </a:p>
            </p:txBody>
          </p:sp>
          <p:sp>
            <p:nvSpPr>
              <p:cNvPr id="92" name="trace//flow-92">
                <a:extLst xmlns:a="http://schemas.openxmlformats.org/drawingml/2006/main">
                  <a:ext uri="{FF2B5EF4-FFF2-40B4-BE49-F238E27FC236}">
                    <a16:creationId xmlns:a16="http://schemas.microsoft.com/office/drawing/2014/main" id="{DE3B05CD-52A5-450F-AA08-8430E07E1E7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591675" y="5181600"/>
                <a:ext cx="457200" cy="95"/>
              </a:xfrm>
              <a:custGeom xmlns:a="http://schemas.openxmlformats.org/drawingml/2006/main">
                <a:pathLst>
                  <a:path w="457200" h="95">
                    <a:moveTo>
                      <a:pt x="0" y="0"/>
                    </a:moveTo>
                    <a:lnTo>
                      <a:pt x="4572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5718" cap="rnd">
                <a:solidFill>
                  <a:srgbClr val="3F6C85"/>
                </a:solidFill>
                <a:prstDash val="solid"/>
                <a:round/>
              </a:ln>
            </p:spPr>
            <p:style>
              <a:lnRef xmlns:a="http://schemas.openxmlformats.org/drawingml/2006/main" idx="0"/>
              <a:fillRef xmlns:a="http://schemas.openxmlformats.org/drawingml/2006/main" idx="0"/>
              <a:effectRef xmlns:a="http://schemas.openxmlformats.org/drawingml/2006/main" idx="11"/>
              <a:fontRef xmlns:a="http://schemas.openxmlformats.org/drawingml/2006/main" idx="major"/>
            </p:style>
          </p:sp>
          <p:sp>
            <p:nvSpPr>
              <p:cNvPr id="93" name="trace//flow-tip-93">
                <a:extLst xmlns:a="http://schemas.openxmlformats.org/drawingml/2006/main">
                  <a:ext uri="{FF2B5EF4-FFF2-40B4-BE49-F238E27FC236}">
                    <a16:creationId xmlns:a16="http://schemas.microsoft.com/office/drawing/2014/main" id="{830EA3CB-BAE4-4848-BA59-D8B3B591006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972675" y="5140643"/>
                <a:ext cx="76200" cy="81915"/>
              </a:xfrm>
              <a:custGeom xmlns:a="http://schemas.openxmlformats.org/drawingml/2006/main">
                <a:pathLst>
                  <a:path w="76200" h="81915">
                    <a:moveTo>
                      <a:pt x="76200" y="40957"/>
                    </a:moveTo>
                    <a:lnTo>
                      <a:pt x="0" y="0"/>
                    </a:lnTo>
                    <a:lnTo>
                      <a:pt x="0" y="81915"/>
                    </a:lnTo>
                    <a:close/>
                  </a:path>
                </a:pathLst>
              </a:custGeom>
              <a:solidFill xmlns:a="http://schemas.openxmlformats.org/drawingml/2006/main">
                <a:srgbClr val="3F6C85"/>
              </a:solidFill>
              <a:ln xmlns:a="http://schemas.openxmlformats.org/drawingml/2006/main" w="953" cap="rnd">
                <a:solidFill>
                  <a:srgbClr val="3F6C85"/>
                </a:solidFill>
                <a:prstDash val="solid"/>
                <a:round/>
              </a:ln>
            </p:spPr>
          </p:sp>
          <p:grpSp>
            <p:nvGrpSpPr>
              <p:cNvPr id="115" name="icon-list-check-93"/>
              <p:cNvGrpSpPr/>
              <p:nvPr/>
            </p:nvGrpSpPr>
            <p:grpSpPr>
              <ns1:xfrm xmlns:ns1="http://schemas.openxmlformats.org/drawingml/2006/main">
                <ns1:off x="10201275" y="5057775"/>
                <ns1:ext cx="276225" cy="276225"/>
                <ns1:chOff x="10201275" y="5057775"/>
                <ns1:chExt cx="276225" cy="276225"/>
              </ns1:xfrm>
            </p:grpSpPr>
            <p:sp>
              <p:nvSpPr>
                <p:cNvPr id="94" name="trace/icon-list-check-93//list-check-94">
                  <a:extLst xmlns:a="http://schemas.openxmlformats.org/drawingml/2006/main">
                    <a:ext uri="{FF2B5EF4-FFF2-40B4-BE49-F238E27FC236}">
                      <a16:creationId xmlns:a16="http://schemas.microsoft.com/office/drawing/2014/main" id="{B7A1AE11-27AF-4ECB-AD7B-5EA6E8648C88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10201275" y="5057775"/>
                  <a:ext cx="276225" cy="276225"/>
                </a:xfrm>
                <a:custGeom xmlns:a="http://schemas.openxmlformats.org/drawingml/2006/main">
                  <a:pathLst>
                    <a:path w="228600" h="228600">
                      <a:moveTo>
                        <a:pt x="152400" y="47625"/>
                      </a:moveTo>
                      <a:lnTo>
                        <a:pt x="28575" y="4762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28372"/>
                  </a:solidFill>
                  <a:prstDash val="solid"/>
                  <a:round/>
                </a:ln>
              </p:spPr>
            </p:sp>
            <p:sp>
              <p:nvSpPr>
                <p:cNvPr id="95" name="trace/icon-list-check-93//list-check-95">
                  <a:extLst xmlns:a="http://schemas.openxmlformats.org/drawingml/2006/main">
                    <a:ext uri="{FF2B5EF4-FFF2-40B4-BE49-F238E27FC236}">
                      <a16:creationId xmlns:a16="http://schemas.microsoft.com/office/drawing/2014/main" id="{FD84172C-E41D-4461-A262-7C26A246FA04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10201275" y="5057775"/>
                  <a:ext cx="276225" cy="276225"/>
                </a:xfrm>
                <a:custGeom xmlns:a="http://schemas.openxmlformats.org/drawingml/2006/main">
                  <a:pathLst>
                    <a:path w="228600" h="228600">
                      <a:moveTo>
                        <a:pt x="152400" y="114300"/>
                      </a:moveTo>
                      <a:lnTo>
                        <a:pt x="28575" y="11430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28372"/>
                  </a:solidFill>
                  <a:prstDash val="solid"/>
                  <a:round/>
                </a:ln>
              </p:spPr>
            </p:sp>
            <p:sp>
              <p:nvSpPr>
                <p:cNvPr id="96" name="trace/icon-list-check-93//list-check-96">
                  <a:extLst xmlns:a="http://schemas.openxmlformats.org/drawingml/2006/main">
                    <a:ext uri="{FF2B5EF4-FFF2-40B4-BE49-F238E27FC236}">
                      <a16:creationId xmlns:a16="http://schemas.microsoft.com/office/drawing/2014/main" id="{037CAFC9-BF86-4080-AF0F-5ABB583F37E9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10201275" y="5057775"/>
                  <a:ext cx="276225" cy="276225"/>
                </a:xfrm>
                <a:custGeom xmlns:a="http://schemas.openxmlformats.org/drawingml/2006/main">
                  <a:pathLst>
                    <a:path w="228600" h="228600">
                      <a:moveTo>
                        <a:pt x="104775" y="180975"/>
                      </a:moveTo>
                      <a:lnTo>
                        <a:pt x="28575" y="180975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28372"/>
                  </a:solidFill>
                  <a:prstDash val="solid"/>
                  <a:round/>
                </a:ln>
              </p:spPr>
            </p:sp>
            <p:sp>
              <p:nvSpPr>
                <p:cNvPr id="97" name="trace/icon-list-check-93//list-check-97">
                  <a:extLst xmlns:a="http://schemas.openxmlformats.org/drawingml/2006/main">
                    <a:ext uri="{FF2B5EF4-FFF2-40B4-BE49-F238E27FC236}">
                      <a16:creationId xmlns:a16="http://schemas.microsoft.com/office/drawing/2014/main" id="{555F36FC-D668-47C1-858A-5CE84D7AF230}"/>
                    </a:ext>
                  </a:extLst>
                </p:cNvPr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>
                  <a:off x="10201275" y="5057775"/>
                  <a:ext cx="276225" cy="276225"/>
                </a:xfrm>
                <a:custGeom xmlns:a="http://schemas.openxmlformats.org/drawingml/2006/main">
                  <a:pathLst>
                    <a:path w="228600" h="228600">
                      <a:moveTo>
                        <a:pt x="142875" y="171450"/>
                      </a:moveTo>
                      <a:lnTo>
                        <a:pt x="161925" y="190500"/>
                      </a:lnTo>
                      <a:lnTo>
                        <a:pt x="200025" y="152400"/>
                      </a:lnTo>
                    </a:path>
                  </a:pathLst>
                </a:custGeom>
                <a:noFill xmlns:a="http://schemas.openxmlformats.org/drawingml/2006/main"/>
                <a:ln xmlns:a="http://schemas.openxmlformats.org/drawingml/2006/main" w="16193" cap="rnd">
                  <a:solidFill>
                    <a:srgbClr val="328372"/>
                  </a:solidFill>
                  <a:prstDash val="solid"/>
                  <a:round/>
                </a:ln>
              </p:spPr>
            </p:sp>
          </p:grpSp>
          <p:sp>
            <p:nvSpPr>
              <p:cNvPr id="98" name="trace//box-98">
                <a:extLst xmlns:a="http://schemas.openxmlformats.org/drawingml/2006/main">
                  <a:ext uri="{FF2B5EF4-FFF2-40B4-BE49-F238E27FC236}">
                    <a16:creationId xmlns:a16="http://schemas.microsoft.com/office/drawing/2014/main" id="{D1EA0E9F-BCBE-4606-AD47-856F8BCE1CF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601325" y="5029200"/>
                <a:ext cx="2314575" cy="2667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 cap="rnd">
                <a:noFill/>
                <a:prstDash val="solid"/>
                <a:round/>
              </a:ln>
            </p:spPr>
            <p:txBody>
              <a:bodyPr xmlns:a="http://schemas.openxmlformats.org/drawingml/2006/main" lIns="0" tIns="0" rIns="0" bIns="0" anchor="ctr"/>
              <a:lstStyle xmlns:a="http://schemas.openxmlformats.org/drawingml/2006/main">
                <a:def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defPPr>
                <a:lvl1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1pPr>
                <a:lvl2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2pPr>
                <a:lvl3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3pPr>
                <a:lvl4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4pPr>
                <a:lvl5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5pPr>
                <a:lvl6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6pPr>
                <a:lvl7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7pPr>
                <a:lvl8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8pPr>
                <a:lvl9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lvl9pPr>
              </a:lstStyle>
              <a:p xmlns:a="http://schemas.openxmlformats.org/drawingml/2006/main">
                <a:pPr algn="l">
                  <a:def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500" b="1" i="0">
                    <a:solidFill>
                      <a:srgbClr val="24272A"/>
                    </a:solidFill>
                    <a:latin typeface="Arial"/>
                    <a:ea typeface="Arial"/>
                    <a:cs typeface="Arial"/>
                  </a:rPr>
                  <a:t>Answer evidence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773810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8100" dist="21299" dir="3806097">
              <a:srgbClr val="000000">
                <a:alpha val="10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2026-10-22T16:13:44.5040000Z</dcterms:created>
  <dcterms:modified xsi:type="dcterms:W3CDTF">2026-10-22T16:13:44.5040000Z</dcterms:modified>
</coreProperties>
</file>