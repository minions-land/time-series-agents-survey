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3559959a834272" /><Relationship Type="http://schemas.openxmlformats.org/officeDocument/2006/relationships/extended-properties" Target="/docProps/app.xml" Id="R9333fdde0fed49fd" /><Relationship Type="http://schemas.openxmlformats.org/officeDocument/2006/relationships/officeDocument" Target="/ppt/presentation.xml" Id="Raa978e74e9d24b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f5f40dfbc4340"/>
  </p:sldMasterIdLst>
  <p:notesMasterIdLst>
    <p:notesMasterId xmlns:r="http://schemas.openxmlformats.org/officeDocument/2006/relationships" r:id="R0705b679ca1c4883"/>
  </p:notesMasterIdLst>
  <p:sldIdLst>
    <p:sldId xmlns:r="http://schemas.openxmlformats.org/officeDocument/2006/relationships" id="256" r:id="R516231f5c22347e6"/>
  </p:sldIdLst>
  <p:sldSz cx="11430000" cy="557212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7918e5f594951" /><Relationship Type="http://schemas.openxmlformats.org/officeDocument/2006/relationships/slideMaster" Target="/ppt/slideMasters/slideMaster1.xml" Id="Rd54f5f40dfbc4340" /><Relationship Type="http://schemas.openxmlformats.org/officeDocument/2006/relationships/notesMaster" Target="/ppt/notesMasters/notesMaster1.xml" Id="R0705b679ca1c4883" /><Relationship Type="http://schemas.openxmlformats.org/officeDocument/2006/relationships/presProps" Target="/ppt/presProps.xml" Id="R04dc2d79be644692" /><Relationship Type="http://schemas.openxmlformats.org/officeDocument/2006/relationships/tableStyles" Target="/ppt/tableStyles.xml" Id="R0c9c32546aa84439" /><Relationship Type="http://schemas.openxmlformats.org/officeDocument/2006/relationships/slide" Target="/ppt/slides/slide1.xml" Id="R516231f5c22347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4e11d6ffbf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158749b9c44e5d" /><Relationship Type="http://schemas.openxmlformats.org/officeDocument/2006/relationships/notesMaster" Target="/ppt/notesMasters/notesMaster1.xml" Id="R5908dd05b09446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10.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a8844f4d84d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79b2166ac41bb" /><Relationship Type="http://schemas.openxmlformats.org/officeDocument/2006/relationships/slideLayout" Target="/ppt/slideLayouts/slideLayout1.xml" Id="R64918f578cef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18f578cef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b24ef168e417a" /><Relationship Type="http://schemas.openxmlformats.org/officeDocument/2006/relationships/notesSlide" Target="/ppt/notesSlides/notesSlide1.xml" Id="Rbef8e32740684d90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250" name="Figure 10 — ungroup to edit modules"/>
          <p:cNvGrpSpPr/>
          <p:nvPr/>
        </p:nvGrpSpPr>
        <p:grpSpPr>
          <ns1:xfrm xmlns:ns1="http://schemas.openxmlformats.org/drawingml/2006/main">
            <ns1:off x="190500" y="142875"/>
            <ns1:ext cx="11144250" cy="5229225"/>
            <ns1:chOff x="190500" y="142875"/>
            <ns1:chExt cx="11144250" cy="5229225"/>
          </ns1:xfrm>
        </p:grpSpPr>
        <p:sp>
          <p:nvSpPr>
            <p:cNvPr id="10172" name="Acquire evidence"/>
            <p:cNvSpPr/>
            <p:nvPr/>
          </p:nvSpPr>
          <p:spPr>
            <ns1:xfrm xmlns:ns1="http://schemas.openxmlformats.org/drawingml/2006/main">
              <ns1:off x="190500" y="142875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Acquire evidence</ns7:t>
              </ns7:r>
            </ns7:p>
          </p:txBody>
        </p:sp>
        <p:sp>
          <p:nvSpPr>
            <p:cNvPr id="10173" name="Construct evidence"/>
            <p:cNvSpPr/>
            <p:nvPr/>
          </p:nvSpPr>
          <p:spPr>
            <ns1:xfrm xmlns:ns1="http://schemas.openxmlformats.org/drawingml/2006/main">
              <ns1:off x="3048000" y="142875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Construct evidence</ns7:t>
              </ns7:r>
            </ns7:p>
          </p:txBody>
        </p:sp>
        <p:sp>
          <p:nvSpPr>
            <p:cNvPr id="10174" name="Detect intervals"/>
            <p:cNvSpPr/>
            <p:nvPr/>
          </p:nvSpPr>
          <p:spPr>
            <ns1:xfrm xmlns:ns1="http://schemas.openxmlformats.org/drawingml/2006/main">
              <ns1:off x="5905500" y="142875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Detect intervals</ns7:t>
              </ns7:r>
            </ns7:p>
          </p:txBody>
        </p:sp>
        <p:sp>
          <p:nvSpPr>
            <p:cNvPr id="10175" name="Refine intervals"/>
            <p:cNvSpPr/>
            <p:nvPr/>
          </p:nvSpPr>
          <p:spPr>
            <ns1:xfrm xmlns:ns1="http://schemas.openxmlformats.org/drawingml/2006/main">
              <ns1:off x="8763000" y="142875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Refine intervals</ns7:t>
              </ns7:r>
            </ns7:p>
          </p:txBody>
        </p:sp>
        <p:grpSp>
          <p:nvGrpSpPr>
            <p:cNvPr id="10194" name="Evidence acquisition"/>
            <p:cNvGrpSpPr/>
            <p:nvPr/>
          </p:nvGrpSpPr>
          <p:grpSpPr>
            <ns1:xfrm xmlns:ns1="http://schemas.openxmlformats.org/drawingml/2006/main">
              <ns1:off x="190500" y="781050"/>
              <ns1:ext cx="2571750" cy="2028825"/>
              <ns1:chOff x="190500" y="781050"/>
              <ns1:chExt cx="2571750" cy="2028825"/>
            </ns1:xfrm>
          </p:grpSpPr>
          <p:sp>
            <p:nvSpPr>
              <p:cNvPr id="10176" name="Document Knowledge"/>
              <p:cNvSpPr/>
              <p:nvPr/>
            </p:nvSpPr>
            <p:spPr>
              <ns1:xfrm xmlns:ns1="http://schemas.openxmlformats.org/drawingml/2006/main">
                <ns1:off x="381000" y="781050"/>
                <ns1:ext cx="1381125" cy="11430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177" name="Knowledge"/>
              <p:cNvSpPr/>
              <p:nvPr/>
            </p:nvSpPr>
            <p:spPr>
              <ns1:xfrm xmlns:ns1="http://schemas.openxmlformats.org/drawingml/2006/main">
                <ns1:off x="428625" y="819150"/>
                <ns1:ext cx="12858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Knowledge</ns7:t>
                </ns7:r>
              </ns7:p>
            </p:txBody>
          </p:sp>
          <p:sp>
            <p:nvSpPr>
              <p:cNvPr id="10178" name="Document line"/>
              <p:cNvSpPr/>
              <p:nvPr/>
            </p:nvSpPr>
            <p:spPr>
              <ns1:xfrm xmlns:ns1="http://schemas.openxmlformats.org/drawingml/2006/main">
                <ns1:off x="523875" y="1228725"/>
                <ns1:ext cx="77343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1200" h="1000" fill="none">
                    <ns2:moveTo>
                      <ns2:pt x="0" y="0"/>
                    </ns2:moveTo>
                    <ns2:lnTo>
                      <ns2:pt x="812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3376A0"/>
                </ns4:solidFill>
              </ns4:ln>
            </p:spPr>
          </p:sp>
          <p:sp>
            <p:nvSpPr>
              <p:cNvPr id="10179" name="Document line"/>
              <p:cNvSpPr/>
              <p:nvPr/>
            </p:nvSpPr>
            <p:spPr>
              <ns1:xfrm xmlns:ns1="http://schemas.openxmlformats.org/drawingml/2006/main">
                <ns1:off x="523875" y="1390650"/>
                <ns1:ext cx="580072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60900" h="1000" fill="none">
                    <ns2:moveTo>
                      <ns2:pt x="0" y="0"/>
                    </ns2:moveTo>
                    <ns2:lnTo>
                      <ns2:pt x="609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3376A0"/>
                </ns4:solidFill>
              </ns4:ln>
            </p:spPr>
          </p:sp>
          <p:sp>
            <p:nvSpPr>
              <p:cNvPr id="10180" name="Document line"/>
              <p:cNvSpPr/>
              <p:nvPr/>
            </p:nvSpPr>
            <p:spPr>
              <ns1:xfrm xmlns:ns1="http://schemas.openxmlformats.org/drawingml/2006/main">
                <ns1:off x="523875" y="1552575"/>
                <ns1:ext cx="696087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3080" h="1000" fill="none">
                    <ns2:moveTo>
                      <ns2:pt x="0" y="0"/>
                    </ns2:moveTo>
                    <ns2:lnTo>
                      <ns2:pt x="7308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3376A0"/>
                </ns4:solidFill>
              </ns4:ln>
            </p:spPr>
          </p:sp>
          <p:grpSp>
            <p:nvGrpSpPr>
              <p:cNvPr id="10191" name="calculator editable icon"/>
              <p:cNvGrpSpPr/>
              <p:nvPr/>
            </p:nvGrpSpPr>
            <p:grpSpPr>
              <ns1:xfrm xmlns:ns1="http://schemas.openxmlformats.org/drawingml/2006/main">
                <ns1:off x="1933575" y="952500"/>
                <ns1:ext cx="457200" cy="457200"/>
                <ns1:chOff x="1933575" y="952500"/>
                <ns1:chExt cx="457200" cy="457200"/>
              </ns1:xfrm>
            </p:grpSpPr>
            <p:sp>
              <p:nvSpPr>
                <p:cNvPr id="10181" name="calculator-0"/>
                <p:cNvSpPr/>
                <p:nvPr/>
              </p:nvSpPr>
              <p:spPr>
                <ns1:xfrm xmlns:ns1="http://schemas.openxmlformats.org/drawingml/2006/main">
                  <ns1:off x="2009775" y="990600"/>
                  <ns1:ext cx="304800" cy="3810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8575" cap="rnd">
                  <ns5:solidFill>
                    <ns5:srgbClr val="3376A0"/>
                  </ns5:solidFill>
                </ns5:ln>
              </p:spPr>
            </p:sp>
            <p:sp>
              <p:nvSpPr>
                <p:cNvPr id="10182" name="calculator-1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6000"/>
                      </ns2:moveTo>
                      <ns2:lnTo>
                        <ns2:pt x="1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  <p:sp>
              <p:nvSpPr>
                <p:cNvPr id="10183" name="calculator-2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000"/>
                      </ns2:moveTo>
                      <ns2:lnTo>
                        <ns2:pt x="1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  <p:sp>
              <p:nvSpPr>
                <p:cNvPr id="10184" name="calculator-3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0000"/>
                      </ns2:moveTo>
                      <ns2:lnTo>
                        <ns2:pt x="16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  <p:sp>
              <p:nvSpPr>
                <p:cNvPr id="10185" name="calculator-4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0000"/>
                      </ns2:moveTo>
                      <ns2:lnTo>
                        <ns2:pt x="12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  <p:sp>
              <p:nvSpPr>
                <p:cNvPr id="10186" name="calculator-5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  <p:sp>
              <p:nvSpPr>
                <p:cNvPr id="10187" name="calculator-6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4000"/>
                      </ns2:moveTo>
                      <ns2:lnTo>
                        <ns2:pt x="12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  <p:sp>
              <p:nvSpPr>
                <p:cNvPr id="10188" name="calculator-7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000"/>
                      </ns2:moveTo>
                      <ns2:lnTo>
                        <ns2:pt x="8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  <p:sp>
              <p:nvSpPr>
                <p:cNvPr id="10189" name="calculator-8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2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  <p:sp>
              <p:nvSpPr>
                <p:cNvPr id="10190" name="calculator-9"/>
                <p:cNvSpPr/>
                <p:nvPr/>
              </p:nvSpPr>
              <p:spPr>
                <ns1:xfrm xmlns:ns1="http://schemas.openxmlformats.org/drawingml/2006/main">
                  <ns1:off x="1933575" y="952500"/>
                  <ns1:ext cx="457200" cy="4572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8000"/>
                      </ns2:moveTo>
                      <ns2:lnTo>
                        <ns2:pt x="8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8575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192" name="Diagnostics"/>
              <p:cNvSpPr/>
              <p:nvPr/>
            </p:nvSpPr>
            <p:spPr>
              <ns1:xfrm xmlns:ns1="http://schemas.openxmlformats.org/drawingml/2006/main">
                <ns1:off x="1657350" y="1571625"/>
                <ns1:ext cx="1095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Diagnostics</ns7:t>
                </ns7:r>
              </ns7:p>
            </p:txBody>
          </p:sp>
          <p:sp>
            <p:nvSpPr>
              <p:cNvPr id="10193" name="Retrieve and compute"/>
              <p:cNvSpPr/>
              <p:nvPr/>
            </p:nvSpPr>
            <p:spPr>
              <ns1:xfrm xmlns:ns1="http://schemas.openxmlformats.org/drawingml/2006/main">
                <ns1:off x="190500" y="2505075"/>
                <ns1:ext cx="2571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Retrieve and compute</ns7:t>
                </ns7:r>
              </ns7:p>
            </p:txBody>
          </p:sp>
        </p:grpSp>
        <p:grpSp>
          <p:nvGrpSpPr>
            <p:cNvPr id="10209" name="Evidence state"/>
            <p:cNvGrpSpPr/>
            <p:nvPr/>
          </p:nvGrpSpPr>
          <p:grpSpPr>
            <ns1:xfrm xmlns:ns1="http://schemas.openxmlformats.org/drawingml/2006/main">
              <ns1:off x="3048000" y="790575"/>
              <ns1:ext cx="2571750" cy="2019300"/>
              <ns1:chOff x="3048000" y="790575"/>
              <ns1:chExt cx="2571750" cy="2019300"/>
            </ns1:xfrm>
          </p:grpSpPr>
          <p:sp>
            <p:nvSpPr>
              <p:cNvPr id="10195" name="Data table"/>
              <p:cNvSpPr/>
              <p:nvPr/>
            </p:nvSpPr>
            <p:spPr>
              <ns1:xfrm xmlns:ns1="http://schemas.openxmlformats.org/drawingml/2006/main">
                <ns1:off x="3314700" y="790575"/>
                <ns1:ext cx="2038350" cy="11430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196" name="Table header"/>
              <p:cNvSpPr/>
              <p:nvPr/>
            </p:nvSpPr>
            <p:spPr>
              <ns1:xfrm xmlns:ns1="http://schemas.openxmlformats.org/drawingml/2006/main">
                <ns1:off x="3314700" y="790575"/>
                <ns1:ext cx="2038350" cy="2857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0F5F8"/>
              </ns3:solidFill>
              <ns4:ln xmlns:ns4="http://schemas.openxmlformats.org/drawingml/2006/main" w="9525" cap="rnd">
                <ns4:noFill/>
              </ns4:ln>
            </p:spPr>
          </p:sp>
          <p:sp>
            <p:nvSpPr>
              <p:cNvPr id="10197" name="Interval"/>
              <p:cNvSpPr/>
              <p:nvPr/>
            </p:nvSpPr>
            <p:spPr>
              <ns1:xfrm xmlns:ns1="http://schemas.openxmlformats.org/drawingml/2006/main">
                <ns1:off x="3314700" y="790575"/>
                <ns1:ext cx="10191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1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Interval</ns7:t>
                </ns7:r>
              </ns7:p>
            </p:txBody>
          </p:sp>
          <p:sp>
            <p:nvSpPr>
              <p:cNvPr id="10198" name="Evidence"/>
              <p:cNvSpPr/>
              <p:nvPr/>
            </p:nvSpPr>
            <p:spPr>
              <ns1:xfrm xmlns:ns1="http://schemas.openxmlformats.org/drawingml/2006/main">
                <ns1:off x="4333875" y="790575"/>
                <ns1:ext cx="10191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1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Evidence</ns7:t>
                </ns7:r>
              </ns7:p>
            </p:txBody>
          </p:sp>
          <p:sp>
            <p:nvSpPr>
              <p:cNvPr id="10199" name="Table rule"/>
              <p:cNvSpPr/>
              <p:nvPr/>
            </p:nvSpPr>
            <p:spPr>
              <ns1:xfrm xmlns:ns1="http://schemas.openxmlformats.org/drawingml/2006/main">
                <ns1:off x="3314700" y="1076325"/>
                <ns1:ext cx="203835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4000" h="1000" fill="none">
                    <ns2:moveTo>
                      <ns2:pt x="0" y="0"/>
                    </ns2:moveTo>
                    <ns2:lnTo>
                      <ns2:pt x="214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200" name="u₁"/>
              <p:cNvSpPr/>
              <p:nvPr/>
            </p:nvSpPr>
            <p:spPr>
              <ns1:xfrm xmlns:ns1="http://schemas.openxmlformats.org/drawingml/2006/main">
                <ns1:off x="3314700" y="1076325"/>
                <ns1:ext cx="10191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u₁</ns7:t>
                </ns7:r>
              </ns7:p>
            </p:txBody>
          </p:sp>
          <p:sp>
            <p:nvSpPr>
              <p:cNvPr id="10201" name="Statistics"/>
              <p:cNvSpPr/>
              <p:nvPr/>
            </p:nvSpPr>
            <p:spPr>
              <ns1:xfrm xmlns:ns1="http://schemas.openxmlformats.org/drawingml/2006/main">
                <ns1:off x="4333875" y="1076325"/>
                <ns1:ext cx="10191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Statistics</ns7:t>
                </ns7:r>
              </ns7:p>
            </p:txBody>
          </p:sp>
          <p:sp>
            <p:nvSpPr>
              <p:cNvPr id="10202" name="Table rule"/>
              <p:cNvSpPr/>
              <p:nvPr/>
            </p:nvSpPr>
            <p:spPr>
              <ns1:xfrm xmlns:ns1="http://schemas.openxmlformats.org/drawingml/2006/main">
                <ns1:off x="3314700" y="1362075"/>
                <ns1:ext cx="203835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4000" h="1000" fill="none">
                    <ns2:moveTo>
                      <ns2:pt x="0" y="0"/>
                    </ns2:moveTo>
                    <ns2:lnTo>
                      <ns2:pt x="214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203" name="u₂"/>
              <p:cNvSpPr/>
              <p:nvPr/>
            </p:nvSpPr>
            <p:spPr>
              <ns1:xfrm xmlns:ns1="http://schemas.openxmlformats.org/drawingml/2006/main">
                <ns1:off x="3314700" y="1362075"/>
                <ns1:ext cx="10191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u₂</ns7:t>
                </ns7:r>
              </ns7:p>
            </p:txBody>
          </p:sp>
          <p:sp>
            <p:nvSpPr>
              <p:cNvPr id="10204" name="Context"/>
              <p:cNvSpPr/>
              <p:nvPr/>
            </p:nvSpPr>
            <p:spPr>
              <ns1:xfrm xmlns:ns1="http://schemas.openxmlformats.org/drawingml/2006/main">
                <ns1:off x="4333875" y="1362075"/>
                <ns1:ext cx="10191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Context</ns7:t>
                </ns7:r>
              </ns7:p>
            </p:txBody>
          </p:sp>
          <p:sp>
            <p:nvSpPr>
              <p:cNvPr id="10205" name="Table rule"/>
              <p:cNvSpPr/>
              <p:nvPr/>
            </p:nvSpPr>
            <p:spPr>
              <ns1:xfrm xmlns:ns1="http://schemas.openxmlformats.org/drawingml/2006/main">
                <ns1:off x="3314700" y="1647825"/>
                <ns1:ext cx="203835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4000" h="1000" fill="none">
                    <ns2:moveTo>
                      <ns2:pt x="0" y="0"/>
                    </ns2:moveTo>
                    <ns2:lnTo>
                      <ns2:pt x="214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206" name="u₃"/>
              <p:cNvSpPr/>
              <p:nvPr/>
            </p:nvSpPr>
            <p:spPr>
              <ns1:xfrm xmlns:ns1="http://schemas.openxmlformats.org/drawingml/2006/main">
                <ns1:off x="3314700" y="1647825"/>
                <ns1:ext cx="10191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u₃</ns7:t>
                </ns7:r>
              </ns7:p>
            </p:txBody>
          </p:sp>
          <p:sp>
            <p:nvSpPr>
              <p:cNvPr id="10207" name="History"/>
              <p:cNvSpPr/>
              <p:nvPr/>
            </p:nvSpPr>
            <p:spPr>
              <ns1:xfrm xmlns:ns1="http://schemas.openxmlformats.org/drawingml/2006/main">
                <ns1:off x="4333875" y="1647825"/>
                <ns1:ext cx="10191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History</ns7:t>
                </ns7:r>
              </ns7:p>
            </p:txBody>
          </p:sp>
          <p:sp>
            <p:nvSpPr>
              <p:cNvPr id="10208" name="Accumulate state"/>
              <p:cNvSpPr/>
              <p:nvPr/>
            </p:nvSpPr>
            <p:spPr>
              <ns1:xfrm xmlns:ns1="http://schemas.openxmlformats.org/drawingml/2006/main">
                <ns1:off x="3048000" y="2505075"/>
                <ns1:ext cx="2571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Accumulate state</ns7:t>
                </ns7:r>
              </ns7:p>
            </p:txBody>
          </p:sp>
        </p:grpSp>
        <p:grpSp>
          <p:nvGrpSpPr>
            <p:cNvPr id="10214" name="Candidate regions"/>
            <p:cNvGrpSpPr/>
            <p:nvPr/>
          </p:nvGrpSpPr>
          <p:grpSpPr>
            <ns1:xfrm xmlns:ns1="http://schemas.openxmlformats.org/drawingml/2006/main">
              <ns1:off x="5905500" y="866775"/>
              <ns1:ext cx="2571750" cy="1943100"/>
              <ns1:chOff x="5905500" y="866775"/>
              <ns1:chExt cx="2571750" cy="1943100"/>
            </ns1:xfrm>
          </p:grpSpPr>
          <p:sp>
            <p:nvSpPr>
              <p:cNvPr id="10210" name="Interval highlight"/>
              <p:cNvSpPr/>
              <p:nvPr/>
            </p:nvSpPr>
            <p:spPr>
              <ns1:xfrm xmlns:ns1="http://schemas.openxmlformats.org/drawingml/2006/main">
                <ns1:off x="7239000" y="866775"/>
                <ns1:ext cx="704850" cy="10477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6E7E4"/>
              </ns3:solidFill>
              <ns4:ln xmlns:ns4="http://schemas.openxmlformats.org/drawingml/2006/main" w="9525" cap="rnd">
                <ns4:noFill/>
              </ns4:ln>
            </p:spPr>
          </p:sp>
          <p:sp>
            <p:nvSpPr>
              <p:cNvPr id="10211" name="Time axis"/>
              <p:cNvSpPr/>
              <p:nvPr/>
            </p:nvSpPr>
            <p:spPr>
              <ns1:xfrm xmlns:ns1="http://schemas.openxmlformats.org/drawingml/2006/main">
                <ns1:off x="6143625" y="866775"/>
                <ns1:ext cx="2047875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5000" h="110000" fill="none">
                    <ns2:moveTo>
                      <ns2:pt x="0" y="0"/>
                    </ns2:moveTo>
                    <ns2:lnTo>
                      <ns2:pt x="0" y="110000"/>
                    </ns2:lnTo>
                    <ns2:lnTo>
                      <ns2:pt x="215000" y="110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212" name="Schematic series"/>
              <p:cNvSpPr/>
              <p:nvPr/>
            </p:nvSpPr>
            <p:spPr>
              <ns1:xfrm xmlns:ns1="http://schemas.openxmlformats.org/drawingml/2006/main">
                <ns1:off x="6143625" y="929640"/>
                <ns1:ext cx="2047875" cy="64960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5000" h="68200" fill="none">
                    <ns2:moveTo>
                      <ns2:pt x="0" y="57200"/>
                    </ns2:moveTo>
                    <ns2:lnTo>
                      <ns2:pt x="17917" y="48400"/>
                    </ns2:lnTo>
                    <ns2:lnTo>
                      <ns2:pt x="35833" y="63800"/>
                    </ns2:lnTo>
                    <ns2:lnTo>
                      <ns2:pt x="53750" y="41800"/>
                    </ns2:lnTo>
                    <ns2:lnTo>
                      <ns2:pt x="71667" y="50600"/>
                    </ns2:lnTo>
                    <ns2:lnTo>
                      <ns2:pt x="89583" y="68200"/>
                    </ns2:lnTo>
                    <ns2:lnTo>
                      <ns2:pt x="107500" y="53900"/>
                    </ns2:lnTo>
                    <ns2:lnTo>
                      <ns2:pt x="125417" y="2200"/>
                    </ns2:lnTo>
                    <ns2:lnTo>
                      <ns2:pt x="143333" y="0"/>
                    </ns2:lnTo>
                    <ns2:lnTo>
                      <ns2:pt x="161250" y="6600"/>
                    </ns2:lnTo>
                    <ns2:lnTo>
                      <ns2:pt x="179167" y="49500"/>
                    </ns2:lnTo>
                    <ns2:lnTo>
                      <ns2:pt x="197083" y="53900"/>
                    </ns2:lnTo>
                    <ns2:lnTo>
                      <ns2:pt x="215000" y="429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B7524A"/>
                </ns4:solidFill>
              </ns4:ln>
            </p:spPr>
          </p:sp>
          <p:sp>
            <p:nvSpPr>
              <p:cNvPr id="10213" name="Candidate regions"/>
              <p:cNvSpPr/>
              <p:nvPr/>
            </p:nvSpPr>
            <p:spPr>
              <ns1:xfrm xmlns:ns1="http://schemas.openxmlformats.org/drawingml/2006/main">
                <ns1:off x="5905500" y="2505075"/>
                <ns1:ext cx="2571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Candidate regions</ns7:t>
                </ns7:r>
              </ns7:p>
            </p:txBody>
          </p:sp>
        </p:grpSp>
        <p:grpSp>
          <p:nvGrpSpPr>
            <p:cNvPr id="10219" name="Revised boundaries"/>
            <p:cNvGrpSpPr/>
            <p:nvPr/>
          </p:nvGrpSpPr>
          <p:grpSpPr>
            <ns1:xfrm xmlns:ns1="http://schemas.openxmlformats.org/drawingml/2006/main">
              <ns1:off x="8763000" y="866775"/>
              <ns1:ext cx="2571750" cy="1943100"/>
              <ns1:chOff x="8763000" y="866775"/>
              <ns1:chExt cx="2571750" cy="1943100"/>
            </ns1:xfrm>
          </p:grpSpPr>
          <p:sp>
            <p:nvSpPr>
              <p:cNvPr id="10215" name="Interval highlight"/>
              <p:cNvSpPr/>
              <p:nvPr/>
            </p:nvSpPr>
            <p:spPr>
              <ns1:xfrm xmlns:ns1="http://schemas.openxmlformats.org/drawingml/2006/main">
                <ns1:off x="10096500" y="866775"/>
                <ns1:ext cx="523875" cy="10477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6E7E4"/>
              </ns3:solidFill>
              <ns4:ln xmlns:ns4="http://schemas.openxmlformats.org/drawingml/2006/main" w="9525" cap="rnd">
                <ns4:noFill/>
              </ns4:ln>
            </p:spPr>
          </p:sp>
          <p:sp>
            <p:nvSpPr>
              <p:cNvPr id="10216" name="Time axis"/>
              <p:cNvSpPr/>
              <p:nvPr/>
            </p:nvSpPr>
            <p:spPr>
              <ns1:xfrm xmlns:ns1="http://schemas.openxmlformats.org/drawingml/2006/main">
                <ns1:off x="9001125" y="866775"/>
                <ns1:ext cx="2047875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5000" h="110000" fill="none">
                    <ns2:moveTo>
                      <ns2:pt x="0" y="0"/>
                    </ns2:moveTo>
                    <ns2:lnTo>
                      <ns2:pt x="0" y="110000"/>
                    </ns2:lnTo>
                    <ns2:lnTo>
                      <ns2:pt x="215000" y="110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217" name="Schematic series"/>
              <p:cNvSpPr/>
              <p:nvPr/>
            </p:nvSpPr>
            <p:spPr>
              <ns1:xfrm xmlns:ns1="http://schemas.openxmlformats.org/drawingml/2006/main">
                <ns1:off x="9001125" y="929640"/>
                <ns1:ext cx="2047875" cy="64960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5000" h="68200" fill="none">
                    <ns2:moveTo>
                      <ns2:pt x="0" y="57200"/>
                    </ns2:moveTo>
                    <ns2:lnTo>
                      <ns2:pt x="17917" y="48400"/>
                    </ns2:lnTo>
                    <ns2:lnTo>
                      <ns2:pt x="35833" y="63800"/>
                    </ns2:lnTo>
                    <ns2:lnTo>
                      <ns2:pt x="53750" y="41800"/>
                    </ns2:lnTo>
                    <ns2:lnTo>
                      <ns2:pt x="71667" y="50600"/>
                    </ns2:lnTo>
                    <ns2:lnTo>
                      <ns2:pt x="89583" y="68200"/>
                    </ns2:lnTo>
                    <ns2:lnTo>
                      <ns2:pt x="107500" y="53900"/>
                    </ns2:lnTo>
                    <ns2:lnTo>
                      <ns2:pt x="125417" y="2200"/>
                    </ns2:lnTo>
                    <ns2:lnTo>
                      <ns2:pt x="143333" y="0"/>
                    </ns2:lnTo>
                    <ns2:lnTo>
                      <ns2:pt x="161250" y="6600"/>
                    </ns2:lnTo>
                    <ns2:lnTo>
                      <ns2:pt x="179167" y="49500"/>
                    </ns2:lnTo>
                    <ns2:lnTo>
                      <ns2:pt x="197083" y="53900"/>
                    </ns2:lnTo>
                    <ns2:lnTo>
                      <ns2:pt x="215000" y="429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9846C"/>
                </ns4:solidFill>
              </ns4:ln>
            </p:spPr>
          </p:sp>
          <p:sp>
            <p:nvSpPr>
              <p:cNvPr id="10218" name="Revised boundaries"/>
              <p:cNvSpPr/>
              <p:nvPr/>
            </p:nvSpPr>
            <p:spPr>
              <ns1:xfrm xmlns:ns1="http://schemas.openxmlformats.org/drawingml/2006/main">
                <ns1:off x="8763000" y="2505075"/>
                <ns1:ext cx="2571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Revised boundaries</ns7:t>
                </ns7:r>
              </ns7:p>
            </p:txBody>
          </p:sp>
        </p:grpSp>
        <p:sp>
          <p:nvSpPr>
            <p:cNvPr id="10220" name="flow"/>
            <p:cNvSpPr/>
            <p:nvPr/>
          </p:nvSpPr>
          <p:spPr>
            <ns1:xfrm xmlns:ns1="http://schemas.openxmlformats.org/drawingml/2006/main">
              <ns1:off x="2781300" y="1428750"/>
              <ns1:ext cx="2286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4000" h="1000" fill="none">
                  <ns2:moveTo>
                    <ns2:pt x="0" y="0"/>
                  </ns2:moveTo>
                  <ns2:lnTo>
                    <ns2:pt x="2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21" name="flow"/>
            <p:cNvSpPr/>
            <p:nvPr/>
          </p:nvSpPr>
          <p:spPr>
            <ns1:xfrm xmlns:ns1="http://schemas.openxmlformats.org/drawingml/2006/main">
              <ns1:off x="5638800" y="1428750"/>
              <ns1:ext cx="2286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4000" h="1000" fill="none">
                  <ns2:moveTo>
                    <ns2:pt x="0" y="0"/>
                  </ns2:moveTo>
                  <ns2:lnTo>
                    <ns2:pt x="2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22" name="flow"/>
            <p:cNvSpPr/>
            <p:nvPr/>
          </p:nvSpPr>
          <p:spPr>
            <ns1:xfrm xmlns:ns1="http://schemas.openxmlformats.org/drawingml/2006/main">
              <ns1:off x="8496300" y="1428750"/>
              <ns1:ext cx="2286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4000" h="1000" fill="none">
                  <ns2:moveTo>
                    <ns2:pt x="0" y="0"/>
                  </ns2:moveTo>
                  <ns2:lnTo>
                    <ns2:pt x="2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23" name="Refine using evidence"/>
            <p:cNvSpPr/>
            <p:nvPr/>
          </p:nvSpPr>
          <p:spPr>
            <ns1:xfrm xmlns:ns1="http://schemas.openxmlformats.org/drawingml/2006/main">
              <ns1:off x="4333875" y="2952750"/>
              <ns1:ext cx="5762625" cy="40957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05000" h="43000" fill="none">
                  <ns2:moveTo>
                    <ns2:pt x="605000" y="0"/>
                  </ns2:moveTo>
                  <ns2:lnTo>
                    <ns2:pt x="605000" y="43000"/>
                  </ns2:lnTo>
                  <ns2:lnTo>
                    <ns2:pt x="0" y="43000"/>
                  </ns2:ln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224" name="Update evidence and interval candidates"/>
            <p:cNvSpPr/>
            <p:nvPr/>
          </p:nvSpPr>
          <p:spPr>
            <ns1:xfrm xmlns:ns1="http://schemas.openxmlformats.org/drawingml/2006/main">
              <ns1:off x="5191125" y="3457575"/>
              <ns1:ext cx="514350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Update evidence and interval candidates</ns7:t>
              </ns7:r>
            </ns7:p>
          </p:txBody>
        </p:sp>
        <p:sp>
          <p:nvSpPr>
            <p:cNvPr id="10225" name="Training separator"/>
            <p:cNvSpPr/>
            <p:nvPr/>
          </p:nvSpPr>
          <p:spPr>
            <ns1:xfrm xmlns:ns1="http://schemas.openxmlformats.org/drawingml/2006/main">
              <ns1:off x="238125" y="4057650"/>
              <ns1:ext cx="10953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50000" h="1000" fill="none">
                  <ns2:moveTo>
                    <ns2:pt x="0" y="0"/>
                  </ns2:moveTo>
                  <ns2:lnTo>
                    <ns2:pt x="115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grpSp>
          <p:nvGrpSpPr>
            <p:cNvPr id="10232" name="Toolkit"/>
            <p:cNvGrpSpPr/>
            <p:nvPr/>
          </p:nvGrpSpPr>
          <p:grpSpPr>
            <ns1:xfrm xmlns:ns1="http://schemas.openxmlformats.org/drawingml/2006/main">
              <ns1:off x="381000" y="4333875"/>
              <ns1:ext cx="3429000" cy="638175"/>
              <ns1:chOff x="381000" y="4333875"/>
              <ns1:chExt cx="3429000" cy="638175"/>
            </ns1:xfrm>
          </p:grpSpPr>
          <p:grpSp>
            <p:nvGrpSpPr>
              <p:cNvPr id="10229" name="database editable icon"/>
              <p:cNvGrpSpPr/>
              <p:nvPr/>
            </p:nvGrpSpPr>
            <p:grpSpPr>
              <ns1:xfrm xmlns:ns1="http://schemas.openxmlformats.org/drawingml/2006/main">
                <ns1:off x="381000" y="4438650"/>
                <ns1:ext cx="438150" cy="438150"/>
                <ns1:chOff x="381000" y="4438650"/>
                <ns1:chExt cx="438150" cy="438150"/>
              </ns1:xfrm>
            </p:grpSpPr>
            <p:sp>
              <p:nvSpPr>
                <p:cNvPr id="10226" name="database-0"/>
                <p:cNvSpPr/>
                <p:nvPr/>
              </p:nvSpPr>
              <p:spPr>
                <ns1:xfrm xmlns:ns1="http://schemas.openxmlformats.org/drawingml/2006/main">
                  <ns1:off x="435769" y="4475162"/>
                  <ns1:ext cx="328612" cy="1095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7384" cap="rnd">
                  <ns5:solidFill>
                    <ns5:srgbClr val="3376A0"/>
                  </ns5:solidFill>
                </ns5:ln>
              </p:spPr>
            </p:sp>
            <p:sp>
              <p:nvSpPr>
                <p:cNvPr id="10227" name="database-1"/>
                <p:cNvSpPr/>
                <p:nvPr/>
              </p:nvSpPr>
              <p:spPr>
                <ns1:xfrm xmlns:ns1="http://schemas.openxmlformats.org/drawingml/2006/main">
                  <ns1:off x="381000" y="4438650"/>
                  <ns1:ext cx="438150" cy="4381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5000"/>
                      </ns2:moveTo>
                      <ns2:lnTo>
                        <ns2:pt x="3000" y="19000"/>
                      </ns2:lnTo>
                      <ns2:cubicBezTo>
                        <ns2:pt x="3000" y="20657"/>
                        <ns2:pt x="7029" y="22000"/>
                        <ns2:pt x="12000" y="22000"/>
                      </ns2:cubicBezTo>
                      <ns2:cubicBezTo>
                        <ns2:pt x="16971" y="22000"/>
                        <ns2:pt x="21000" y="20657"/>
                        <ns2:pt x="21000" y="19000"/>
                      </ns2:cubicBez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384" cap="rnd">
                  <ns4:solidFill>
                    <ns4:srgbClr val="3376A0"/>
                  </ns4:solidFill>
                </ns4:ln>
              </p:spPr>
            </p:sp>
            <p:sp>
              <p:nvSpPr>
                <p:cNvPr id="10228" name="database-2"/>
                <p:cNvSpPr/>
                <p:nvPr/>
              </p:nvSpPr>
              <p:spPr>
                <ns1:xfrm xmlns:ns1="http://schemas.openxmlformats.org/drawingml/2006/main">
                  <ns1:off x="381000" y="4438650"/>
                  <ns1:ext cx="438150" cy="4381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2000"/>
                      </ns2:moveTo>
                      <ns2:cubicBezTo>
                        <ns2:pt x="3000" y="13657"/>
                        <ns2:pt x="7029" y="15000"/>
                        <ns2:pt x="12000" y="15000"/>
                      </ns2:cubicBezTo>
                      <ns2:cubicBezTo>
                        <ns2:pt x="16971" y="15000"/>
                        <ns2:pt x="21000" y="13657"/>
                        <ns2:pt x="21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384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230" name="Knowledge memory"/>
              <p:cNvSpPr/>
              <p:nvPr/>
            </p:nvSpPr>
            <p:spPr>
              <ns1:xfrm xmlns:ns1="http://schemas.openxmlformats.org/drawingml/2006/main">
                <ns1:off x="952500" y="4333875"/>
                <ns1:ext cx="28575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Knowledge memory</ns7:t>
                </ns7:r>
              </ns7:p>
            </p:txBody>
          </p:sp>
          <p:sp>
            <p:nvSpPr>
              <p:cNvPr id="10231" name="Numerical diagnostics"/>
              <p:cNvSpPr/>
              <p:nvPr/>
            </p:nvSpPr>
            <p:spPr>
              <ns1:xfrm xmlns:ns1="http://schemas.openxmlformats.org/drawingml/2006/main">
                <ns1:off x="952500" y="4686300"/>
                <ns1:ext cx="28575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Numerical diagnostics</ns7:t>
                </ns7:r>
              </ns7:p>
            </p:txBody>
          </p:sp>
        </p:grpSp>
        <p:grpSp>
          <p:nvGrpSpPr>
            <p:cNvPr id="10249" name="Training criteria"/>
            <p:cNvGrpSpPr/>
            <p:nvPr/>
          </p:nvGrpSpPr>
          <p:grpSpPr>
            <ns1:xfrm xmlns:ns1="http://schemas.openxmlformats.org/drawingml/2006/main">
              <ns1:off x="5334000" y="4257675"/>
              <ns1:ext cx="5715000" cy="1114425"/>
              <ns1:chOff x="5334000" y="4257675"/>
              <ns1:chExt cx="5715000" cy="1114425"/>
            </ns1:xfrm>
          </p:grpSpPr>
          <p:sp>
            <p:nvSpPr>
              <p:cNvPr id="10233" name="Detector training signals"/>
              <p:cNvSpPr/>
              <p:nvPr/>
            </p:nvSpPr>
            <p:spPr>
              <ns1:xfrm xmlns:ns1="http://schemas.openxmlformats.org/drawingml/2006/main">
                <ns1:off x="5334000" y="4257675"/>
                <ns1:ext cx="57150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75" b="1">
                    <ns7:solidFill>
                      <ns7:srgbClr val="B7524A"/>
                    </ns7:solidFill>
                    <ns7:latin typeface="Times New Roman"/>
                    <ns7:ea typeface="Times New Roman"/>
                  </ns7:rPr>
                  <ns7:t>Detector training signals</ns7:t>
                </ns7:r>
              </ns7:p>
            </p:txBody>
          </p:sp>
          <p:grpSp>
            <p:nvGrpSpPr>
              <p:cNvPr id="10238" name="file-code editable icon"/>
              <p:cNvGrpSpPr/>
              <p:nvPr/>
            </p:nvGrpSpPr>
            <p:grpSpPr>
              <ns1:xfrm xmlns:ns1="http://schemas.openxmlformats.org/drawingml/2006/main">
                <ns1:off x="5429250" y="4695825"/>
                <ns1:ext cx="276225" cy="276225"/>
                <ns1:chOff x="5429250" y="4695825"/>
                <ns1:chExt cx="276225" cy="276225"/>
              </ns1:xfrm>
            </p:grpSpPr>
            <p:sp>
              <p:nvSpPr>
                <p:cNvPr id="10234" name="file-code-0"/>
                <p:cNvSpPr/>
                <p:nvPr/>
              </p:nvSpPr>
              <p:spPr>
                <ns1:xfrm xmlns:ns1="http://schemas.openxmlformats.org/drawingml/2006/main">
                  <ns1:off x="5429250" y="4695825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12500"/>
                      </ns2:moveTo>
                      <ns2:lnTo>
                        <ns2:pt x="8000" y="15000"/>
                      </ns2:lnTo>
                      <ns2:lnTo>
                        <ns2:pt x="10000" y="175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B7524A"/>
                  </ns4:solidFill>
                </ns4:ln>
              </p:spPr>
            </p:sp>
            <p:sp>
              <p:nvSpPr>
                <p:cNvPr id="10235" name="file-code-1"/>
                <p:cNvSpPr/>
                <p:nvPr/>
              </p:nvSpPr>
              <p:spPr>
                <ns1:xfrm xmlns:ns1="http://schemas.openxmlformats.org/drawingml/2006/main">
                  <ns1:off x="5429250" y="4695825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12500"/>
                      </ns2:moveTo>
                      <ns2:lnTo>
                        <ns2:pt x="16000" y="15000"/>
                      </ns2:lnTo>
                      <ns2:lnTo>
                        <ns2:pt x="14000" y="175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B7524A"/>
                  </ns4:solidFill>
                </ns4:ln>
              </p:spPr>
            </p:sp>
            <p:sp>
              <p:nvSpPr>
                <p:cNvPr id="10236" name="file-code-2"/>
                <p:cNvSpPr/>
                <p:nvPr/>
              </p:nvSpPr>
              <p:spPr>
                <ns1:xfrm xmlns:ns1="http://schemas.openxmlformats.org/drawingml/2006/main">
                  <ns1:off x="5429250" y="4695825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6000"/>
                      </ns2:lnTo>
                      <ns2:cubicBezTo>
                        <ns2:pt x="14000" y="7105"/>
                        <ns2:pt x="14895" y="8000"/>
                        <ns2:pt x="16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B7524A"/>
                  </ns4:solidFill>
                </ns4:ln>
              </p:spPr>
            </p:sp>
            <p:sp>
              <p:nvSpPr>
                <p:cNvPr id="10237" name="file-code-3"/>
                <p:cNvSpPr/>
                <p:nvPr/>
              </p:nvSpPr>
              <p:spPr>
                <ns1:xfrm xmlns:ns1="http://schemas.openxmlformats.org/drawingml/2006/main">
                  <ns1:off x="5429250" y="4695825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2000"/>
                      </ns2:moveTo>
                      <ns2:lnTo>
                        <ns2:pt x="6000" y="2000"/>
                      </ns2:lnTo>
                      <ns2:cubicBezTo>
                        <ns2:pt x="4895" y="2000"/>
                        <ns2:pt x="4000" y="2895"/>
                        <ns2:pt x="4000" y="4000"/>
                      </ns2:cubicBezTo>
                      <ns2:lnTo>
                        <ns2:pt x="4000" y="20000"/>
                      </ns2:lnTo>
                      <ns2:cubicBezTo>
                        <ns2:pt x="4000" y="21105"/>
                        <ns2:pt x="4895" y="22000"/>
                        <ns2:pt x="6000" y="22000"/>
                      </ns2:cubicBezTo>
                      <ns2:lnTo>
                        <ns2:pt x="18000" y="22000"/>
                      </ns2:lnTo>
                      <ns2:cubicBezTo>
                        <ns2:pt x="19105" y="22000"/>
                        <ns2:pt x="20000" y="21105"/>
                        <ns2:pt x="20000" y="20000"/>
                      </ns2:cubicBezTo>
                      <ns2:lnTo>
                        <ns2:pt x="20000" y="7000"/>
                      </ns2:lnTo>
                      <ns2:lnTo>
                        <ns2:pt x="15000" y="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B7524A"/>
                  </ns4:solidFill>
                </ns4:ln>
              </p:spPr>
            </p:sp>
          </p:grpSp>
          <p:sp>
            <p:nvSpPr>
              <p:cNvPr id="10239" name="Parse validity"/>
              <p:cNvSpPr/>
              <p:nvPr/>
            </p:nvSpPr>
            <p:spPr>
              <ns1:xfrm xmlns:ns1="http://schemas.openxmlformats.org/drawingml/2006/main">
                <ns1:off x="5762625" y="4657725"/>
                <ns1:ext cx="161925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Parse validity</ns7:t>
                </ns7:r>
              </ns7:p>
            </p:txBody>
          </p:sp>
          <p:grpSp>
            <p:nvGrpSpPr>
              <p:cNvPr id="10246" name="locate-fixed editable icon"/>
              <p:cNvGrpSpPr/>
              <p:nvPr/>
            </p:nvGrpSpPr>
            <p:grpSpPr>
              <ns1:xfrm xmlns:ns1="http://schemas.openxmlformats.org/drawingml/2006/main">
                <ns1:off x="7572375" y="4695825"/>
                <ns1:ext cx="276225" cy="276225"/>
                <ns1:chOff x="7572375" y="4695825"/>
                <ns1:chExt cx="276225" cy="276225"/>
              </ns1:xfrm>
            </p:grpSpPr>
            <p:sp>
              <p:nvSpPr>
                <p:cNvPr id="10240" name="locate-fixed-0"/>
                <p:cNvSpPr/>
                <p:nvPr/>
              </p:nvSpPr>
              <p:spPr>
                <ns1:xfrm xmlns:ns1="http://schemas.openxmlformats.org/drawingml/2006/main">
                  <ns1:off x="7572375" y="4695825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lnTo>
                        <ns2:pt x="5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B7524A"/>
                  </ns4:solidFill>
                </ns4:ln>
              </p:spPr>
            </p:sp>
            <p:sp>
              <p:nvSpPr>
                <p:cNvPr id="10241" name="locate-fixed-1"/>
                <p:cNvSpPr/>
                <p:nvPr/>
              </p:nvSpPr>
              <p:spPr>
                <ns1:xfrm xmlns:ns1="http://schemas.openxmlformats.org/drawingml/2006/main">
                  <ns1:off x="7572375" y="4695825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9000" y="12000"/>
                      </ns2:moveTo>
                      <ns2:lnTo>
                        <ns2:pt x="2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B7524A"/>
                  </ns4:solidFill>
                </ns4:ln>
              </p:spPr>
            </p:sp>
            <p:sp>
              <p:nvSpPr>
                <p:cNvPr id="10242" name="locate-fixed-2"/>
                <p:cNvSpPr/>
                <p:nvPr/>
              </p:nvSpPr>
              <p:spPr>
                <ns1:xfrm xmlns:ns1="http://schemas.openxmlformats.org/drawingml/2006/main">
                  <ns1:off x="7572375" y="4695825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000"/>
                      </ns2:moveTo>
                      <ns2:lnTo>
                        <ns2:pt x="12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B7524A"/>
                  </ns4:solidFill>
                </ns4:ln>
              </p:spPr>
            </p:sp>
            <p:sp>
              <p:nvSpPr>
                <p:cNvPr id="10243" name="locate-fixed-3"/>
                <p:cNvSpPr/>
                <p:nvPr/>
              </p:nvSpPr>
              <p:spPr>
                <ns1:xfrm xmlns:ns1="http://schemas.openxmlformats.org/drawingml/2006/main">
                  <ns1:off x="7572375" y="4695825"/>
                  <ns1:ext cx="276225" cy="2762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9000"/>
                      </ns2:moveTo>
                      <ns2:lnTo>
                        <ns2:pt x="12000" y="2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264" cap="rnd">
                  <ns4:solidFill>
                    <ns4:srgbClr val="B7524A"/>
                  </ns4:solidFill>
                </ns4:ln>
              </p:spPr>
            </p:sp>
            <p:sp>
              <p:nvSpPr>
                <p:cNvPr id="10244" name="locate-fixed-4"/>
                <p:cNvSpPr/>
                <p:nvPr/>
              </p:nvSpPr>
              <p:spPr>
                <ns1:xfrm xmlns:ns1="http://schemas.openxmlformats.org/drawingml/2006/main">
                  <ns1:off x="7629922" y="4753372"/>
                  <ns1:ext cx="161131" cy="161131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264" cap="rnd">
                  <ns5:solidFill>
                    <ns5:srgbClr val="B7524A"/>
                  </ns5:solidFill>
                </ns5:ln>
              </p:spPr>
            </p:sp>
            <p:sp>
              <p:nvSpPr>
                <p:cNvPr id="10245" name="locate-fixed-5"/>
                <p:cNvSpPr/>
                <p:nvPr/>
              </p:nvSpPr>
              <p:spPr>
                <ns1:xfrm xmlns:ns1="http://schemas.openxmlformats.org/drawingml/2006/main">
                  <ns1:off x="7675959" y="4799409"/>
                  <ns1:ext cx="69056" cy="69056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264" cap="rnd">
                  <ns5:solidFill>
                    <ns5:srgbClr val="B7524A"/>
                  </ns5:solidFill>
                </ns5:ln>
              </p:spPr>
            </p:sp>
          </p:grpSp>
          <p:sp>
            <p:nvSpPr>
              <p:cNvPr id="10247" name="Interval agreement"/>
              <p:cNvSpPr/>
              <p:nvPr/>
            </p:nvSpPr>
            <p:spPr>
              <ns1:xfrm xmlns:ns1="http://schemas.openxmlformats.org/drawingml/2006/main">
                <ns1:off x="7896225" y="4657725"/>
                <ns1:ext cx="19050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Interval agreement</ns7:t>
                </ns7:r>
              </ns7:p>
            </p:txBody>
          </p:sp>
          <p:sp>
            <p:nvSpPr>
              <p:cNvPr id="10248" name="False-positive penalty"/>
              <p:cNvSpPr/>
              <p:nvPr/>
            </p:nvSpPr>
            <p:spPr>
              <ns1:xfrm xmlns:ns1="http://schemas.openxmlformats.org/drawingml/2006/main">
                <ns1:off x="6191250" y="5086350"/>
                <ns1:ext cx="40005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False-positive penalty</ns7:t>
                </ns7:r>
              </ns7:p>
            </p:txBody>
          </p:sp>
        </p:grp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2026-10-21T08:48:18.0360000Z</dcterms:created>
  <dcterms:modified xsi:type="dcterms:W3CDTF">2026-10-21T08:48:18.0360000Z</dcterms:modified>
</coreProperties>
</file>