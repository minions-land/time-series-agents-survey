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c8b38dded84742" /><Relationship Type="http://schemas.openxmlformats.org/officeDocument/2006/relationships/extended-properties" Target="/docProps/app.xml" Id="Ra2faf3e245da422e" /><Relationship Type="http://schemas.openxmlformats.org/officeDocument/2006/relationships/officeDocument" Target="/ppt/presentation.xml" Id="R240c2cbc7a8345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84ee5303694a2a"/>
  </p:sldMasterIdLst>
  <p:notesMasterIdLst>
    <p:notesMasterId xmlns:r="http://schemas.openxmlformats.org/officeDocument/2006/relationships" r:id="Ra0fe027ce0474bf7"/>
  </p:notesMasterIdLst>
  <p:sldIdLst>
    <p:sldId xmlns:r="http://schemas.openxmlformats.org/officeDocument/2006/relationships" id="256" r:id="R18ba6bd3ae184c0b"/>
  </p:sldIdLst>
  <p:sldSz cx="11430000" cy="48577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785cb634e944cf" /><Relationship Type="http://schemas.openxmlformats.org/officeDocument/2006/relationships/slideMaster" Target="/ppt/slideMasters/slideMaster1.xml" Id="R9484ee5303694a2a" /><Relationship Type="http://schemas.openxmlformats.org/officeDocument/2006/relationships/notesMaster" Target="/ppt/notesMasters/notesMaster1.xml" Id="Ra0fe027ce0474bf7" /><Relationship Type="http://schemas.openxmlformats.org/officeDocument/2006/relationships/presProps" Target="/ppt/presProps.xml" Id="Rb83d847df9f84baa" /><Relationship Type="http://schemas.openxmlformats.org/officeDocument/2006/relationships/tableStyles" Target="/ppt/tableStyles.xml" Id="Ra7aa89a50d9e4971" /><Relationship Type="http://schemas.openxmlformats.org/officeDocument/2006/relationships/slide" Target="/ppt/slides/slide1.xml" Id="R18ba6bd3ae184c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029c46446843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da866be1874fde" /><Relationship Type="http://schemas.openxmlformats.org/officeDocument/2006/relationships/notesMaster" Target="/ppt/notesMasters/notesMaster1.xml" Id="R60f83d732a8f4e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12.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3e87dcc0e47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ecee38002f4188" /><Relationship Type="http://schemas.openxmlformats.org/officeDocument/2006/relationships/slideLayout" Target="/ppt/slideLayouts/slideLayout1.xml" Id="R9e338519328b41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338519328b41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4e5c10b114de5" /><Relationship Type="http://schemas.openxmlformats.org/officeDocument/2006/relationships/notesSlide" Target="/ppt/notesSlides/notesSlide1.xml" Id="Rfc01868a044f478f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378" name="Figure 12 — ungroup to edit modules"/>
          <p:cNvGrpSpPr/>
          <p:nvPr/>
        </p:nvGrpSpPr>
        <p:grpSpPr>
          <ns1:xfrm xmlns:ns1="http://schemas.openxmlformats.org/drawingml/2006/main">
            <ns1:off x="190500" y="95250"/>
            <ns1:ext cx="11068050" cy="4505325"/>
            <ns1:chOff x="190500" y="95250"/>
            <ns1:chExt cx="11068050" cy="4505325"/>
          </ns1:xfrm>
        </p:grpSpPr>
        <p:sp>
          <p:nvSpPr>
            <p:cNvPr id="10319" name="Challenge package"/>
            <p:cNvSpPr/>
            <p:nvPr/>
          </p:nvSpPr>
          <p:spPr>
            <ns1:xfrm xmlns:ns1="http://schemas.openxmlformats.org/drawingml/2006/main">
              <ns1:off x="190500" y="95250"/>
              <ns1:ext cx="2857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Challenge package</ns7:t>
              </ns7:r>
            </ns7:p>
          </p:txBody>
        </p:sp>
        <p:sp>
          <p:nvSpPr>
            <p:cNvPr id="10320" name="Execution environment"/>
            <p:cNvSpPr/>
            <p:nvPr/>
          </p:nvSpPr>
          <p:spPr>
            <ns1:xfrm xmlns:ns1="http://schemas.openxmlformats.org/drawingml/2006/main">
              <ns1:off x="3857625" y="95250"/>
              <ns1:ext cx="3714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Execution environment</ns7:t>
              </ns7:r>
            </ns7:p>
          </p:txBody>
        </p:sp>
        <p:sp>
          <p:nvSpPr>
            <p:cNvPr id="10321" name="Challenge grader"/>
            <p:cNvSpPr/>
            <p:nvPr/>
          </p:nvSpPr>
          <p:spPr>
            <ns1:xfrm xmlns:ns1="http://schemas.openxmlformats.org/drawingml/2006/main">
              <ns1:off x="8572500" y="95250"/>
              <ns1:ext cx="2667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Challenge grader</ns7:t>
              </ns7:r>
            </ns7:p>
          </p:txBody>
        </p:sp>
        <p:grpSp>
          <p:nvGrpSpPr>
            <p:cNvPr id="10336" name="Challenge inputs"/>
            <p:cNvGrpSpPr/>
            <p:nvPr/>
          </p:nvGrpSpPr>
          <p:grpSpPr>
            <ns1:xfrm xmlns:ns1="http://schemas.openxmlformats.org/drawingml/2006/main">
              <ns1:off x="190500" y="723900"/>
              <ns1:ext cx="2857500" cy="2409825"/>
              <ns1:chOff x="190500" y="723900"/>
              <ns1:chExt cx="2857500" cy="2409825"/>
            </ns1:xfrm>
          </p:grpSpPr>
          <p:grpSp>
            <p:nvGrpSpPr>
              <p:cNvPr id="10323" name="folder editable icon"/>
              <p:cNvGrpSpPr/>
              <p:nvPr/>
            </p:nvGrpSpPr>
            <p:grpSpPr>
              <ns1:xfrm xmlns:ns1="http://schemas.openxmlformats.org/drawingml/2006/main">
                <ns1:off x="523875" y="723900"/>
                <ns1:ext cx="476250" cy="476250"/>
                <ns1:chOff x="523875" y="723900"/>
                <ns1:chExt cx="476250" cy="476250"/>
              </ns1:xfrm>
            </p:grpSpPr>
            <p:sp>
              <p:nvSpPr>
                <p:cNvPr id="10322" name="folder-0"/>
                <p:cNvSpPr/>
                <p:nvPr/>
              </p:nvSpPr>
              <p:spPr>
                <ns1:xfrm xmlns:ns1="http://schemas.openxmlformats.org/drawingml/2006/main">
                  <ns1:off x="523875" y="7239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20000"/>
                      </ns2:moveTo>
                      <ns2:cubicBezTo>
                        <ns2:pt x="21105" y="20000"/>
                        <ns2:pt x="22000" y="19105"/>
                        <ns2:pt x="22000" y="18000"/>
                      </ns2:cubicBezTo>
                      <ns2:lnTo>
                        <ns2:pt x="22000" y="8000"/>
                      </ns2:lnTo>
                      <ns2:cubicBezTo>
                        <ns2:pt x="22000" y="6895"/>
                        <ns2:pt x="21105" y="6000"/>
                        <ns2:pt x="20000" y="6000"/>
                      </ns2:cubicBezTo>
                      <ns2:lnTo>
                        <ns2:pt x="12100" y="6000"/>
                      </ns2:lnTo>
                      <ns2:cubicBezTo>
                        <ns2:pt x="11420" y="6007"/>
                        <ns2:pt x="10784" y="5668"/>
                        <ns2:pt x="10410" y="5100"/>
                      </ns2:cubicBezTo>
                      <ns2:lnTo>
                        <ns2:pt x="9600" y="3900"/>
                      </ns2:lnTo>
                      <ns2:cubicBezTo>
                        <ns2:pt x="9230" y="3338"/>
                        <ns2:pt x="8603" y="3000"/>
                        <ns2:pt x="7930" y="3000"/>
                      </ns2:cubicBezTo>
                      <ns2:lnTo>
                        <ns2:pt x="4000" y="3000"/>
                      </ns2:lnTo>
                      <ns2:cubicBezTo>
                        <ns2:pt x="2895" y="3000"/>
                        <ns2:pt x="2000" y="3895"/>
                        <ns2:pt x="2000" y="5000"/>
                      </ns2:cubicBezTo>
                      <ns2:lnTo>
                        <ns2:pt x="2000" y="18000"/>
                      </ns2:lnTo>
                      <ns2:cubicBezTo>
                        <ns2:pt x="2000" y="19105"/>
                        <ns2:pt x="2895" y="20000"/>
                        <ns2:pt x="4000" y="20000"/>
                      </ns2:cubicBezTo>
                      <ns2:lnTo>
                        <ns2:pt x="20000" y="20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324" name="Task description"/>
              <p:cNvSpPr/>
              <p:nvPr/>
            </p:nvSpPr>
            <p:spPr>
              <ns1:xfrm xmlns:ns1="http://schemas.openxmlformats.org/drawingml/2006/main">
                <ns1:off x="1095375" y="742950"/>
                <ns1:ext cx="1905000" cy="3333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Task description</ns7:t>
                </ns7:r>
              </ns7:p>
            </p:txBody>
          </p:sp>
          <p:sp>
            <p:nvSpPr>
              <p:cNvPr id="10325" name="Document Data"/>
              <p:cNvSpPr/>
              <p:nvPr/>
            </p:nvSpPr>
            <p:spPr>
              <ns1:xfrm xmlns:ns1="http://schemas.openxmlformats.org/drawingml/2006/main">
                <ns1:off x="428625" y="1476375"/>
                <ns1:ext cx="1066800" cy="10858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326" name="Data"/>
              <p:cNvSpPr/>
              <p:nvPr/>
            </p:nvSpPr>
            <p:spPr>
              <ns1:xfrm xmlns:ns1="http://schemas.openxmlformats.org/drawingml/2006/main">
                <ns1:off x="476250" y="1514475"/>
                <ns1:ext cx="9715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Data</ns7:t>
                </ns7:r>
              </ns7:p>
            </p:txBody>
          </p:sp>
          <p:sp>
            <p:nvSpPr>
              <p:cNvPr id="10327" name="Document line"/>
              <p:cNvSpPr/>
              <p:nvPr/>
            </p:nvSpPr>
            <p:spPr>
              <ns1:xfrm xmlns:ns1="http://schemas.openxmlformats.org/drawingml/2006/main">
                <ns1:off x="571500" y="1924050"/>
                <ns1:ext cx="597408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62720" h="1000" fill="none">
                    <ns2:moveTo>
                      <ns2:pt x="0" y="0"/>
                    </ns2:moveTo>
                    <ns2:lnTo>
                      <ns2:pt x="6272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3335" cap="rnd">
                <ns4:solidFill>
                  <ns4:srgbClr val="3376A0"/>
                </ns4:solidFill>
              </ns4:ln>
            </p:spPr>
          </p:sp>
          <p:sp>
            <p:nvSpPr>
              <p:cNvPr id="10328" name="Document line"/>
              <p:cNvSpPr/>
              <p:nvPr/>
            </p:nvSpPr>
            <p:spPr>
              <ns1:xfrm xmlns:ns1="http://schemas.openxmlformats.org/drawingml/2006/main">
                <ns1:off x="571500" y="2085975"/>
                <ns1:ext cx="448056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47040" h="1000" fill="none">
                    <ns2:moveTo>
                      <ns2:pt x="0" y="0"/>
                    </ns2:moveTo>
                    <ns2:lnTo>
                      <ns2:pt x="4704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3335" cap="rnd">
                <ns4:solidFill>
                  <ns4:srgbClr val="3376A0"/>
                </ns4:solidFill>
              </ns4:ln>
            </p:spPr>
          </p:sp>
          <p:sp>
            <p:nvSpPr>
              <p:cNvPr id="10329" name="Document line"/>
              <p:cNvSpPr/>
              <p:nvPr/>
            </p:nvSpPr>
            <p:spPr>
              <ns1:xfrm xmlns:ns1="http://schemas.openxmlformats.org/drawingml/2006/main">
                <ns1:off x="571500" y="2247900"/>
                <ns1:ext cx="537667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56448" h="1000" fill="none">
                    <ns2:moveTo>
                      <ns2:pt x="0" y="0"/>
                    </ns2:moveTo>
                    <ns2:lnTo>
                      <ns2:pt x="56448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3335" cap="rnd">
                <ns4:solidFill>
                  <ns4:srgbClr val="3376A0"/>
                </ns4:solidFill>
              </ns4:ln>
            </p:spPr>
          </p:sp>
          <p:sp>
            <p:nvSpPr>
              <p:cNvPr id="10330" name="Document Code"/>
              <p:cNvSpPr/>
              <p:nvPr/>
            </p:nvSpPr>
            <p:spPr>
              <ns1:xfrm xmlns:ns1="http://schemas.openxmlformats.org/drawingml/2006/main">
                <ns1:off x="1752600" y="1476375"/>
                <ns1:ext cx="1066800" cy="10858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331" name="Code"/>
              <p:cNvSpPr/>
              <p:nvPr/>
            </p:nvSpPr>
            <p:spPr>
              <ns1:xfrm xmlns:ns1="http://schemas.openxmlformats.org/drawingml/2006/main">
                <ns1:off x="1800225" y="1514475"/>
                <ns1:ext cx="9715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Code</ns7:t>
                </ns7:r>
              </ns7:p>
            </p:txBody>
          </p:sp>
          <p:sp>
            <p:nvSpPr>
              <p:cNvPr id="10332" name="Load"/>
              <p:cNvSpPr/>
              <p:nvPr/>
            </p:nvSpPr>
            <p:spPr>
              <ns1:xfrm xmlns:ns1="http://schemas.openxmlformats.org/drawingml/2006/main">
                <ns1:off x="1838325" y="1838325"/>
                <ns1:ext cx="8953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Load</ns7:t>
                </ns7:r>
              </ns7:p>
            </p:txBody>
          </p:sp>
          <p:sp>
            <p:nvSpPr>
              <p:cNvPr id="10333" name="Analyse"/>
              <p:cNvSpPr/>
              <p:nvPr/>
            </p:nvSpPr>
            <p:spPr>
              <ns1:xfrm xmlns:ns1="http://schemas.openxmlformats.org/drawingml/2006/main">
                <ns1:off x="1838325" y="2047875"/>
                <ns1:ext cx="8953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Analyse</ns7:t>
                </ns7:r>
              </ns7:p>
            </p:txBody>
          </p:sp>
          <p:sp>
            <p:nvSpPr>
              <p:cNvPr id="10334" name="Save"/>
              <p:cNvSpPr/>
              <p:nvPr/>
            </p:nvSpPr>
            <p:spPr>
              <ns1:xfrm xmlns:ns1="http://schemas.openxmlformats.org/drawingml/2006/main">
                <ns1:off x="1838325" y="2257425"/>
                <ns1:ext cx="8953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Save</ns7:t>
                </ns7:r>
              </ns7:p>
            </p:txBody>
          </p:sp>
          <p:sp>
            <p:nvSpPr>
              <p:cNvPr id="10335" name="Papers and documentation"/>
              <p:cNvSpPr/>
              <p:nvPr/>
            </p:nvSpPr>
            <p:spPr>
              <ns1:xfrm xmlns:ns1="http://schemas.openxmlformats.org/drawingml/2006/main">
                <ns1:off x="190500" y="2809875"/>
                <ns1:ext cx="2857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Papers and documentation</ns7:t>
                </ns7:r>
              </ns7:p>
            </p:txBody>
          </p:sp>
        </p:grpSp>
        <p:grpSp>
          <p:nvGrpSpPr>
            <p:cNvPr id="10351" name="Executable environment"/>
            <p:cNvGrpSpPr/>
            <p:nvPr/>
          </p:nvGrpSpPr>
          <p:grpSpPr>
            <ns1:xfrm xmlns:ns1="http://schemas.openxmlformats.org/drawingml/2006/main">
              <ns1:off x="3905250" y="619125"/>
              <ns1:ext cx="3619500" cy="2857500"/>
              <ns1:chOff x="3905250" y="619125"/>
              <ns1:chExt cx="3619500" cy="2857500"/>
            </ns1:xfrm>
          </p:grpSpPr>
          <p:sp>
            <p:nvSpPr>
              <p:cNvPr id="10337" name="Execution boundary"/>
              <p:cNvSpPr/>
              <p:nvPr/>
            </p:nvSpPr>
            <p:spPr>
              <ns1:xfrm xmlns:ns1="http://schemas.openxmlformats.org/drawingml/2006/main">
                <ns1:off x="3905250" y="619125"/>
                <ns1:ext cx="3619500" cy="2857500"/>
              </ns1:xfrm>
              <ns2:prstGeom xmlns:ns2="http://schemas.openxmlformats.org/drawingml/2006/main" prst="round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grpSp>
            <p:nvGrpSpPr>
              <p:cNvPr id="10344" name="bot editable icon"/>
              <p:cNvGrpSpPr/>
              <p:nvPr/>
            </p:nvGrpSpPr>
            <p:grpSpPr>
              <ns1:xfrm xmlns:ns1="http://schemas.openxmlformats.org/drawingml/2006/main">
                <ns1:off x="4210050" y="895350"/>
                <ns1:ext cx="523875" cy="523875"/>
                <ns1:chOff x="4210050" y="895350"/>
                <ns1:chExt cx="523875" cy="523875"/>
              </ns1:xfrm>
            </p:grpSpPr>
            <p:sp>
              <p:nvSpPr>
                <p:cNvPr id="10338" name="bot-0"/>
                <p:cNvSpPr/>
                <p:nvPr/>
              </p:nvSpPr>
              <p:spPr>
                <ns1:xfrm xmlns:ns1="http://schemas.openxmlformats.org/drawingml/2006/main">
                  <ns1:off x="4210050" y="895350"/>
                  <ns1:ext cx="523875" cy="5238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12000" y="4000"/>
                      </ns2:lnTo>
                      <ns2:lnTo>
                        <ns2:pt x="8000" y="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2742" cap="rnd">
                  <ns4:solidFill>
                    <ns4:srgbClr val="68528D"/>
                  </ns4:solidFill>
                </ns4:ln>
              </p:spPr>
            </p:sp>
            <p:sp>
              <p:nvSpPr>
                <p:cNvPr id="10339" name="bot-1"/>
                <p:cNvSpPr/>
                <p:nvPr/>
              </p:nvSpPr>
              <p:spPr>
                <ns1:xfrm xmlns:ns1="http://schemas.openxmlformats.org/drawingml/2006/main">
                  <ns1:off x="4297362" y="1069975"/>
                  <ns1:ext cx="349250" cy="261938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32742" cap="rnd">
                  <ns5:solidFill>
                    <ns5:srgbClr val="68528D"/>
                  </ns5:solidFill>
                </ns5:ln>
              </p:spPr>
            </p:sp>
            <p:sp>
              <p:nvSpPr>
                <p:cNvPr id="10340" name="bot-2"/>
                <p:cNvSpPr/>
                <p:nvPr/>
              </p:nvSpPr>
              <p:spPr>
                <ns1:xfrm xmlns:ns1="http://schemas.openxmlformats.org/drawingml/2006/main">
                  <ns1:off x="4210050" y="895350"/>
                  <ns1:ext cx="523875" cy="5238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4000"/>
                      </ns2:moveTo>
                      <ns2:lnTo>
                        <ns2:pt x="4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2742" cap="rnd">
                  <ns4:solidFill>
                    <ns4:srgbClr val="68528D"/>
                  </ns4:solidFill>
                </ns4:ln>
              </p:spPr>
            </p:sp>
            <p:sp>
              <p:nvSpPr>
                <p:cNvPr id="10341" name="bot-3"/>
                <p:cNvSpPr/>
                <p:nvPr/>
              </p:nvSpPr>
              <p:spPr>
                <ns1:xfrm xmlns:ns1="http://schemas.openxmlformats.org/drawingml/2006/main">
                  <ns1:off x="4210050" y="895350"/>
                  <ns1:ext cx="523875" cy="5238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4000"/>
                      </ns2:moveTo>
                      <ns2:lnTo>
                        <ns2:pt x="22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2742" cap="rnd">
                  <ns4:solidFill>
                    <ns4:srgbClr val="68528D"/>
                  </ns4:solidFill>
                </ns4:ln>
              </p:spPr>
            </p:sp>
            <p:sp>
              <p:nvSpPr>
                <p:cNvPr id="10342" name="bot-4"/>
                <p:cNvSpPr/>
                <p:nvPr/>
              </p:nvSpPr>
              <p:spPr>
                <ns1:xfrm xmlns:ns1="http://schemas.openxmlformats.org/drawingml/2006/main">
                  <ns1:off x="4210050" y="895350"/>
                  <ns1:ext cx="523875" cy="5238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13000"/>
                      </ns2:moveTo>
                      <ns2:lnTo>
                        <ns2:pt x="15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2742" cap="rnd">
                  <ns4:solidFill>
                    <ns4:srgbClr val="68528D"/>
                  </ns4:solidFill>
                </ns4:ln>
              </p:spPr>
            </p:sp>
            <p:sp>
              <p:nvSpPr>
                <p:cNvPr id="10343" name="bot-5"/>
                <p:cNvSpPr/>
                <p:nvPr/>
              </p:nvSpPr>
              <p:spPr>
                <ns1:xfrm xmlns:ns1="http://schemas.openxmlformats.org/drawingml/2006/main">
                  <ns1:off x="4210050" y="895350"/>
                  <ns1:ext cx="523875" cy="5238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3000"/>
                      </ns2:move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2742" cap="rnd">
                  <ns4:solidFill>
                    <ns4:srgbClr val="68528D"/>
                  </ns4:solidFill>
                </ns4:ln>
              </p:spPr>
            </p:sp>
          </p:grpSp>
          <p:sp>
            <p:nvSpPr>
              <p:cNvPr id="10345" name="Agent"/>
              <p:cNvSpPr/>
              <p:nvPr/>
            </p:nvSpPr>
            <p:spPr>
              <ns1:xfrm xmlns:ns1="http://schemas.openxmlformats.org/drawingml/2006/main">
                <ns1:off x="4848225" y="962025"/>
                <ns1:ext cx="1905000" cy="3333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950" b="1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Agent</ns7:t>
                </ns7:r>
              </ns7:p>
            </p:txBody>
          </p:sp>
          <p:sp>
            <p:nvSpPr>
              <p:cNvPr id="10346" name="Document Working files"/>
              <p:cNvSpPr/>
              <p:nvPr/>
            </p:nvSpPr>
            <p:spPr>
              <ns1:xfrm xmlns:ns1="http://schemas.openxmlformats.org/drawingml/2006/main">
                <ns1:off x="4238625" y="1685925"/>
                <ns1:ext cx="2857500" cy="11430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347" name="Working files"/>
              <p:cNvSpPr/>
              <p:nvPr/>
            </p:nvSpPr>
            <p:spPr>
              <ns1:xfrm xmlns:ns1="http://schemas.openxmlformats.org/drawingml/2006/main">
                <ns1:off x="4286250" y="1724025"/>
                <ns1:ext cx="2762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Working files</ns7:t>
                </ns7:r>
              </ns7:p>
            </p:txBody>
          </p:sp>
          <p:sp>
            <p:nvSpPr>
              <p:cNvPr id="10348" name="Code  →  execute  →  inspect"/>
              <p:cNvSpPr/>
              <p:nvPr/>
            </p:nvSpPr>
            <p:spPr>
              <ns1:xfrm xmlns:ns1="http://schemas.openxmlformats.org/drawingml/2006/main">
                <ns1:off x="4324350" y="2047875"/>
                <ns1:ext cx="26860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Code  →  execute  →  inspect</ns7:t>
                </ns7:r>
              </ns7:p>
            </p:txBody>
          </p:sp>
          <p:sp>
            <p:nvSpPr>
              <p:cNvPr id="10349" name="Save models and outputs"/>
              <p:cNvSpPr/>
              <p:nvPr/>
            </p:nvSpPr>
            <p:spPr>
              <ns1:xfrm xmlns:ns1="http://schemas.openxmlformats.org/drawingml/2006/main">
                <ns1:off x="4324350" y="2257425"/>
                <ns1:ext cx="26860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Save models and outputs</ns7:t>
                </ns7:r>
              </ns7:p>
            </p:txBody>
          </p:sp>
          <p:sp>
            <p:nvSpPr>
              <p:cNvPr id="10350" name="Budgeted tool interaction"/>
              <p:cNvSpPr/>
              <p:nvPr/>
            </p:nvSpPr>
            <p:spPr>
              <ns1:xfrm xmlns:ns1="http://schemas.openxmlformats.org/drawingml/2006/main">
                <ns1:off x="4095750" y="3057525"/>
                <ns1:ext cx="32385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Budgeted tool interaction</ns7:t>
                </ns7:r>
              </ns7:p>
            </p:txBody>
          </p:sp>
        </p:grpSp>
        <p:grpSp>
          <p:nvGrpSpPr>
            <p:cNvPr id="10373" name="Challenge grader"/>
            <p:cNvGrpSpPr/>
            <p:nvPr/>
          </p:nvGrpSpPr>
          <p:grpSpPr>
            <ns1:xfrm xmlns:ns1="http://schemas.openxmlformats.org/drawingml/2006/main">
              <ns1:off x="8858250" y="857250"/>
              <ns1:ext cx="2400300" cy="1743075"/>
              <ns1:chOff x="8858250" y="857250"/>
              <ns1:chExt cx="2400300" cy="1743075"/>
            </ns1:xfrm>
          </p:grpSpPr>
          <p:grpSp>
            <p:nvGrpSpPr>
              <p:cNvPr id="10356" name="file-code editable icon"/>
              <p:cNvGrpSpPr/>
              <p:nvPr/>
            </p:nvGrpSpPr>
            <p:grpSpPr>
              <ns1:xfrm xmlns:ns1="http://schemas.openxmlformats.org/drawingml/2006/main">
                <ns1:off x="8905875" y="857250"/>
                <ns1:ext cx="476250" cy="476250"/>
                <ns1:chOff x="8905875" y="857250"/>
                <ns1:chExt cx="476250" cy="476250"/>
              </ns1:xfrm>
            </p:grpSpPr>
            <p:sp>
              <p:nvSpPr>
                <p:cNvPr id="10352" name="file-code-0"/>
                <p:cNvSpPr/>
                <p:nvPr/>
              </p:nvSpPr>
              <p:spPr>
                <ns1:xfrm xmlns:ns1="http://schemas.openxmlformats.org/drawingml/2006/main">
                  <ns1:off x="8905875" y="85725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12500"/>
                      </ns2:moveTo>
                      <ns2:lnTo>
                        <ns2:pt x="8000" y="15000"/>
                      </ns2:lnTo>
                      <ns2:lnTo>
                        <ns2:pt x="10000" y="175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353" name="file-code-1"/>
                <p:cNvSpPr/>
                <p:nvPr/>
              </p:nvSpPr>
              <p:spPr>
                <ns1:xfrm xmlns:ns1="http://schemas.openxmlformats.org/drawingml/2006/main">
                  <ns1:off x="8905875" y="85725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12500"/>
                      </ns2:moveTo>
                      <ns2:lnTo>
                        <ns2:pt x="16000" y="15000"/>
                      </ns2:lnTo>
                      <ns2:lnTo>
                        <ns2:pt x="14000" y="175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354" name="file-code-2"/>
                <p:cNvSpPr/>
                <p:nvPr/>
              </p:nvSpPr>
              <p:spPr>
                <ns1:xfrm xmlns:ns1="http://schemas.openxmlformats.org/drawingml/2006/main">
                  <ns1:off x="8905875" y="85725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6000"/>
                      </ns2:lnTo>
                      <ns2:cubicBezTo>
                        <ns2:pt x="14000" y="7105"/>
                        <ns2:pt x="14895" y="8000"/>
                        <ns2:pt x="16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355" name="file-code-3"/>
                <p:cNvSpPr/>
                <p:nvPr/>
              </p:nvSpPr>
              <p:spPr>
                <ns1:xfrm xmlns:ns1="http://schemas.openxmlformats.org/drawingml/2006/main">
                  <ns1:off x="8905875" y="85725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2000"/>
                      </ns2:moveTo>
                      <ns2:lnTo>
                        <ns2:pt x="6000" y="2000"/>
                      </ns2:lnTo>
                      <ns2:cubicBezTo>
                        <ns2:pt x="4895" y="2000"/>
                        <ns2:pt x="4000" y="2895"/>
                        <ns2:pt x="4000" y="4000"/>
                      </ns2:cubicBezTo>
                      <ns2:lnTo>
                        <ns2:pt x="4000" y="20000"/>
                      </ns2:lnTo>
                      <ns2:cubicBezTo>
                        <ns2:pt x="4000" y="21105"/>
                        <ns2:pt x="4895" y="22000"/>
                        <ns2:pt x="6000" y="22000"/>
                      </ns2:cubicBezTo>
                      <ns2:lnTo>
                        <ns2:pt x="18000" y="22000"/>
                      </ns2:lnTo>
                      <ns2:cubicBezTo>
                        <ns2:pt x="19105" y="22000"/>
                        <ns2:pt x="20000" y="21105"/>
                        <ns2:pt x="20000" y="20000"/>
                      </ns2:cubicBezTo>
                      <ns2:lnTo>
                        <ns2:pt x="20000" y="7000"/>
                      </ns2:lnTo>
                      <ns2:lnTo>
                        <ns2:pt x="15000" y="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</p:grpSp>
          <p:sp>
            <p:nvSpPr>
              <p:cNvPr id="10357" name="Submitted artifact"/>
              <p:cNvSpPr/>
              <p:nvPr/>
            </p:nvSpPr>
            <p:spPr>
              <ns1:xfrm xmlns:ns1="http://schemas.openxmlformats.org/drawingml/2006/main">
                <ns1:off x="9448800" y="857250"/>
                <ns1:ext cx="1809750" cy="4286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A87835"/>
                    </ns7:solidFill>
                    <ns7:latin typeface="Times New Roman"/>
                    <ns7:ea typeface="Times New Roman"/>
                  </ns7:rPr>
                  <ns7:t>Submitted artifact</ns7:t>
                </ns7:r>
              </ns7:p>
            </p:txBody>
          </p:sp>
          <p:grpSp>
            <p:nvGrpSpPr>
              <p:cNvPr id="10359" name="check editable icon"/>
              <p:cNvGrpSpPr/>
              <p:nvPr/>
            </p:nvGrpSpPr>
            <p:grpSpPr>
              <ns1:xfrm xmlns:ns1="http://schemas.openxmlformats.org/drawingml/2006/main">
                <ns1:off x="8858250" y="1762125"/>
                <ns1:ext cx="266700" cy="266700"/>
                <ns1:chOff x="8858250" y="1762125"/>
                <ns1:chExt cx="266700" cy="266700"/>
              </ns1:xfrm>
            </p:grpSpPr>
            <p:sp>
              <p:nvSpPr>
                <p:cNvPr id="10358" name="check-0"/>
                <p:cNvSpPr/>
                <p:nvPr/>
              </p:nvSpPr>
              <p:spPr>
                <ns1:xfrm xmlns:ns1="http://schemas.openxmlformats.org/drawingml/2006/main">
                  <ns1:off x="8858250" y="17621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6000"/>
                      </ns2:moveTo>
                      <ns2:lnTo>
                        <ns2:pt x="9000" y="17000"/>
                      </ns2:lnTo>
                      <ns2:lnTo>
                        <ns2:pt x="4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360" name="Artifact checks"/>
              <p:cNvSpPr/>
              <p:nvPr/>
            </p:nvSpPr>
            <p:spPr>
              <ns1:xfrm xmlns:ns1="http://schemas.openxmlformats.org/drawingml/2006/main">
                <ns1:off x="9277350" y="1743075"/>
                <ns1:ext cx="1905000" cy="3333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Artifact checks</ns7:t>
                </ns7:r>
              </ns7:p>
            </p:txBody>
          </p:sp>
          <p:grpSp>
            <p:nvGrpSpPr>
              <p:cNvPr id="10371" name="calculator editable icon"/>
              <p:cNvGrpSpPr/>
              <p:nvPr/>
            </p:nvGrpSpPr>
            <p:grpSpPr>
              <ns1:xfrm xmlns:ns1="http://schemas.openxmlformats.org/drawingml/2006/main">
                <ns1:off x="8858250" y="2305050"/>
                <ns1:ext cx="276225" cy="276225"/>
                <ns1:chOff x="8858250" y="2305050"/>
                <ns1:chExt cx="276225" cy="276225"/>
              </ns1:xfrm>
            </p:grpSpPr>
            <p:sp>
              <p:nvSpPr>
                <p:cNvPr id="10361" name="calculator-0"/>
                <p:cNvSpPr/>
                <p:nvPr/>
              </p:nvSpPr>
              <p:spPr>
                <ns1:xfrm xmlns:ns1="http://schemas.openxmlformats.org/drawingml/2006/main">
                  <ns1:off x="8904288" y="2328069"/>
                  <ns1:ext cx="184150" cy="230188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264" cap="rnd">
                  <ns5:solidFill>
                    <ns5:srgbClr val="3376A0"/>
                  </ns5:solidFill>
                </ns5:ln>
              </p:spPr>
            </p:sp>
            <p:sp>
              <p:nvSpPr>
                <p:cNvPr id="10362" name="calculator-1"/>
                <p:cNvSpPr/>
                <p:nvPr/>
              </p:nvSpPr>
              <p:spPr>
                <ns1:xfrm xmlns:ns1="http://schemas.openxmlformats.org/drawingml/2006/main">
                  <ns1:off x="8858250" y="2305050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6000"/>
                      </ns2:moveTo>
                      <ns2:lnTo>
                        <ns2:pt x="16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3376A0"/>
                  </ns4:solidFill>
                </ns4:ln>
              </p:spPr>
            </p:sp>
            <p:sp>
              <p:nvSpPr>
                <p:cNvPr id="10363" name="calculator-2"/>
                <p:cNvSpPr/>
                <p:nvPr/>
              </p:nvSpPr>
              <p:spPr>
                <ns1:xfrm xmlns:ns1="http://schemas.openxmlformats.org/drawingml/2006/main">
                  <ns1:off x="8858250" y="2305050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000"/>
                      </ns2:moveTo>
                      <ns2:lnTo>
                        <ns2:pt x="1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3376A0"/>
                  </ns4:solidFill>
                </ns4:ln>
              </p:spPr>
            </p:sp>
            <p:sp>
              <p:nvSpPr>
                <p:cNvPr id="10364" name="calculator-3"/>
                <p:cNvSpPr/>
                <p:nvPr/>
              </p:nvSpPr>
              <p:spPr>
                <ns1:xfrm xmlns:ns1="http://schemas.openxmlformats.org/drawingml/2006/main">
                  <ns1:off x="8858250" y="2305050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0000"/>
                      </ns2:moveTo>
                      <ns2:lnTo>
                        <ns2:pt x="16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3376A0"/>
                  </ns4:solidFill>
                </ns4:ln>
              </p:spPr>
            </p:sp>
            <p:sp>
              <p:nvSpPr>
                <p:cNvPr id="10365" name="calculator-4"/>
                <p:cNvSpPr/>
                <p:nvPr/>
              </p:nvSpPr>
              <p:spPr>
                <ns1:xfrm xmlns:ns1="http://schemas.openxmlformats.org/drawingml/2006/main">
                  <ns1:off x="8858250" y="2305050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0000"/>
                      </ns2:moveTo>
                      <ns2:lnTo>
                        <ns2:pt x="12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3376A0"/>
                  </ns4:solidFill>
                </ns4:ln>
              </p:spPr>
            </p:sp>
            <p:sp>
              <p:nvSpPr>
                <p:cNvPr id="10366" name="calculator-5"/>
                <p:cNvSpPr/>
                <p:nvPr/>
              </p:nvSpPr>
              <p:spPr>
                <ns1:xfrm xmlns:ns1="http://schemas.openxmlformats.org/drawingml/2006/main">
                  <ns1:off x="8858250" y="2305050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3376A0"/>
                  </ns4:solidFill>
                </ns4:ln>
              </p:spPr>
            </p:sp>
            <p:sp>
              <p:nvSpPr>
                <p:cNvPr id="10367" name="calculator-6"/>
                <p:cNvSpPr/>
                <p:nvPr/>
              </p:nvSpPr>
              <p:spPr>
                <ns1:xfrm xmlns:ns1="http://schemas.openxmlformats.org/drawingml/2006/main">
                  <ns1:off x="8858250" y="2305050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4000"/>
                      </ns2:moveTo>
                      <ns2:lnTo>
                        <ns2:pt x="12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3376A0"/>
                  </ns4:solidFill>
                </ns4:ln>
              </p:spPr>
            </p:sp>
            <p:sp>
              <p:nvSpPr>
                <p:cNvPr id="10368" name="calculator-7"/>
                <p:cNvSpPr/>
                <p:nvPr/>
              </p:nvSpPr>
              <p:spPr>
                <ns1:xfrm xmlns:ns1="http://schemas.openxmlformats.org/drawingml/2006/main">
                  <ns1:off x="8858250" y="2305050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000"/>
                      </ns2:moveTo>
                      <ns2:lnTo>
                        <ns2:pt x="8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3376A0"/>
                  </ns4:solidFill>
                </ns4:ln>
              </p:spPr>
            </p:sp>
            <p:sp>
              <p:nvSpPr>
                <p:cNvPr id="10369" name="calculator-8"/>
                <p:cNvSpPr/>
                <p:nvPr/>
              </p:nvSpPr>
              <p:spPr>
                <ns1:xfrm xmlns:ns1="http://schemas.openxmlformats.org/drawingml/2006/main">
                  <ns1:off x="8858250" y="2305050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2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3376A0"/>
                  </ns4:solidFill>
                </ns4:ln>
              </p:spPr>
            </p:sp>
            <p:sp>
              <p:nvSpPr>
                <p:cNvPr id="10370" name="calculator-9"/>
                <p:cNvSpPr/>
                <p:nvPr/>
              </p:nvSpPr>
              <p:spPr>
                <ns1:xfrm xmlns:ns1="http://schemas.openxmlformats.org/drawingml/2006/main">
                  <ns1:off x="8858250" y="2305050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8000"/>
                      </ns2:moveTo>
                      <ns2:lnTo>
                        <ns2:pt x="8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372" name="Task metrics"/>
              <p:cNvSpPr/>
              <p:nvPr/>
            </p:nvSpPr>
            <p:spPr>
              <ns1:xfrm xmlns:ns1="http://schemas.openxmlformats.org/drawingml/2006/main">
                <ns1:off x="9277350" y="2266950"/>
                <ns1:ext cx="1905000" cy="3333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Task metrics</ns7:t>
                </ns7:r>
              </ns7:p>
            </p:txBody>
          </p:sp>
        </p:grpSp>
        <p:sp>
          <p:nvSpPr>
            <p:cNvPr id="10374" name="flow"/>
            <p:cNvSpPr/>
            <p:nvPr/>
          </p:nvSpPr>
          <p:spPr>
            <ns1:xfrm xmlns:ns1="http://schemas.openxmlformats.org/drawingml/2006/main">
              <ns1:off x="3067050" y="1933575"/>
              <ns1:ext cx="73342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77000" h="1000" fill="none">
                  <ns2:moveTo>
                    <ns2:pt x="0" y="0"/>
                  </ns2:moveTo>
                  <ns2:lnTo>
                    <ns2:pt x="77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375" name="flow"/>
            <p:cNvSpPr/>
            <p:nvPr/>
          </p:nvSpPr>
          <p:spPr>
            <ns1:xfrm xmlns:ns1="http://schemas.openxmlformats.org/drawingml/2006/main">
              <ns1:off x="7667625" y="1933575"/>
              <ns1:ext cx="8572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90000" h="1000" fill="none">
                  <ns2:moveTo>
                    <ns2:pt x="0" y="0"/>
                  </ns2:moveTo>
                  <ns2:lnTo>
                    <ns2:pt x="9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376" name="Common protocol"/>
            <p:cNvSpPr/>
            <p:nvPr/>
          </p:nvSpPr>
          <p:spPr>
            <ns1:xfrm xmlns:ns1="http://schemas.openxmlformats.org/drawingml/2006/main">
              <ns1:off x="1619250" y="3190875"/>
              <ns1:ext cx="8286750" cy="7620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870000" h="80000" fill="none">
                  <ns2:moveTo>
                    <ns2:pt x="0" y="35000"/>
                  </ns2:moveTo>
                  <ns2:lnTo>
                    <ns2:pt x="0" y="80000"/>
                  </ns2:lnTo>
                  <ns2:lnTo>
                    <ns2:pt x="870000" y="80000"/>
                  </ns2:lnTo>
                  <ns2:lnTo>
                    <ns2:pt x="87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4288" cap="rnd">
              <ns4:solidFill>
                <ns4:srgbClr val="3376A0"/>
              </ns4:solidFill>
            </ns4:ln>
          </p:spPr>
        </p:sp>
        <p:sp>
          <p:nvSpPr>
            <p:cNvPr id="10377" name="Same task, resources and grading protocol across Agents"/>
            <p:cNvSpPr/>
            <p:nvPr/>
          </p:nvSpPr>
          <p:spPr>
            <ns1:xfrm xmlns:ns1="http://schemas.openxmlformats.org/drawingml/2006/main">
              <ns1:off x="2095500" y="4219575"/>
              <ns1:ext cx="76200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Same task, resources and grading protocol across Agents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2026-10-21T08:48:18.0940000Z</dcterms:created>
  <dcterms:modified xsi:type="dcterms:W3CDTF">2026-10-21T08:48:18.0940000Z</dcterms:modified>
</coreProperties>
</file>