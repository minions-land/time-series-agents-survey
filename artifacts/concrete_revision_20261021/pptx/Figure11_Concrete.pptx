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093901420d488e" /><Relationship Type="http://schemas.openxmlformats.org/officeDocument/2006/relationships/extended-properties" Target="/docProps/app.xml" Id="R959584fac88340a6" /><Relationship Type="http://schemas.openxmlformats.org/officeDocument/2006/relationships/officeDocument" Target="/ppt/presentation.xml" Id="R9d29dca712fb49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c22b3ea13a48a5"/>
  </p:sldMasterIdLst>
  <p:notesMasterIdLst>
    <p:notesMasterId xmlns:r="http://schemas.openxmlformats.org/officeDocument/2006/relationships" r:id="R80a09a04e01d4b27"/>
  </p:notesMasterIdLst>
  <p:sldIdLst>
    <p:sldId xmlns:r="http://schemas.openxmlformats.org/officeDocument/2006/relationships" id="256" r:id="Raf3cb2ba7d9646ad"/>
  </p:sldIdLst>
  <p:sldSz cx="11430000" cy="4810125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ff9ef402bd4550" /><Relationship Type="http://schemas.openxmlformats.org/officeDocument/2006/relationships/slideMaster" Target="/ppt/slideMasters/slideMaster1.xml" Id="R16c22b3ea13a48a5" /><Relationship Type="http://schemas.openxmlformats.org/officeDocument/2006/relationships/notesMaster" Target="/ppt/notesMasters/notesMaster1.xml" Id="R80a09a04e01d4b27" /><Relationship Type="http://schemas.openxmlformats.org/officeDocument/2006/relationships/presProps" Target="/ppt/presProps.xml" Id="R3cc9d3e93d2a46b1" /><Relationship Type="http://schemas.openxmlformats.org/officeDocument/2006/relationships/tableStyles" Target="/ppt/tableStyles.xml" Id="R3c252a9fe6a847e2" /><Relationship Type="http://schemas.openxmlformats.org/officeDocument/2006/relationships/slide" Target="/ppt/slides/slide1.xml" Id="Raf3cb2ba7d9646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f49e662b3b43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ad8af3d24b423c" /><Relationship Type="http://schemas.openxmlformats.org/officeDocument/2006/relationships/notesMaster" Target="/ppt/notesMasters/notesMaster1.xml" Id="R4b495a3eb2d943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Figure 11. Native editable scientific schematic, styled after Figures 5 and 6. Numerical curves, tables and code fragments illustrate the objects handled by modules; they are not experimental results or executable API specifications. Scientific content and method citations follow the matching main.tex paragraph and caption. Lucide line icons: https://lucide.dev, ISC license. Retain semantic groups when editing; ungroup to access labels, connectors, charts and icon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f39a7457449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bea94822364b2e" /><Relationship Type="http://schemas.openxmlformats.org/officeDocument/2006/relationships/slideLayout" Target="/ppt/slideLayouts/slideLayout1.xml" Id="Rd6c1af01a34047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c1af01a34047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6a5dd7e344838" /><Relationship Type="http://schemas.openxmlformats.org/officeDocument/2006/relationships/notesSlide" Target="/ppt/notesSlides/notesSlide1.xml" Id="R454de8bfa97d44bd" /></Relationships>
</file>

<file path=ppt/slides/slide1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318" name="Figure 11 — ungroup to edit modules"/>
          <p:cNvGrpSpPr/>
          <p:nvPr/>
        </p:nvGrpSpPr>
        <p:grpSpPr>
          <ns1:xfrm xmlns:ns1="http://schemas.openxmlformats.org/drawingml/2006/main">
            <ns1:off x="190500" y="95250"/>
            <ns1:ext cx="11144250" cy="4495800"/>
            <ns1:chOff x="190500" y="95250"/>
            <ns1:chExt cx="11144250" cy="4495800"/>
          </ns1:xfrm>
        </p:grpSpPr>
        <p:sp>
          <p:nvSpPr>
            <p:cNvPr id="10251" name="Task contract"/>
            <p:cNvSpPr/>
            <p:nvPr/>
          </p:nvSpPr>
          <p:spPr>
            <ns1:xfrm xmlns:ns1="http://schemas.openxmlformats.org/drawingml/2006/main">
              <ns1:off x="190500" y="95250"/>
              <ns1:ext cx="2571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Task contract</ns7:t>
              </ns7:r>
            </ns7:p>
          </p:txBody>
        </p:sp>
        <p:sp>
          <p:nvSpPr>
            <p:cNvPr id="10252" name="Accessible resources"/>
            <p:cNvSpPr/>
            <p:nvPr/>
          </p:nvSpPr>
          <p:spPr>
            <ns1:xfrm xmlns:ns1="http://schemas.openxmlformats.org/drawingml/2006/main">
              <ns1:off x="3048000" y="95250"/>
              <ns1:ext cx="2571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Accessible resources</ns7:t>
              </ns7:r>
            </ns7:p>
          </p:txBody>
        </p:sp>
        <p:sp>
          <p:nvSpPr>
            <p:cNvPr id="10253" name="Execution"/>
            <p:cNvSpPr/>
            <p:nvPr/>
          </p:nvSpPr>
          <p:spPr>
            <ns1:xfrm xmlns:ns1="http://schemas.openxmlformats.org/drawingml/2006/main">
              <ns1:off x="5905500" y="95250"/>
              <ns1:ext cx="2571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Execution</ns7:t>
              </ns7:r>
            </ns7:p>
          </p:txBody>
        </p:sp>
        <p:sp>
          <p:nvSpPr>
            <p:cNvPr id="10254" name="Submitted artifact"/>
            <p:cNvSpPr/>
            <p:nvPr/>
          </p:nvSpPr>
          <p:spPr>
            <ns1:xfrm xmlns:ns1="http://schemas.openxmlformats.org/drawingml/2006/main">
              <ns1:off x="8763000" y="95250"/>
              <ns1:ext cx="2571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A87835"/>
                  </ns7:solidFill>
                  <ns7:latin typeface="Times New Roman"/>
                  <ns7:ea typeface="Times New Roman"/>
                </ns7:rPr>
                <ns7:t>Submitted artifact</ns7:t>
              </ns7:r>
            </ns7:p>
          </p:txBody>
        </p:sp>
        <p:grpSp>
          <p:nvGrpSpPr>
            <p:cNvPr id="10260" name="Task contract"/>
            <p:cNvGrpSpPr/>
            <p:nvPr/>
          </p:nvGrpSpPr>
          <p:grpSpPr>
            <ns1:xfrm xmlns:ns1="http://schemas.openxmlformats.org/drawingml/2006/main">
              <ns1:off x="666750" y="666750"/>
              <ns1:ext cx="1619250" cy="1285875"/>
              <ns1:chOff x="666750" y="666750"/>
              <ns1:chExt cx="1619250" cy="1285875"/>
            </ns1:xfrm>
          </p:grpSpPr>
          <p:sp>
            <p:nvSpPr>
              <p:cNvPr id="10255" name="Document Request"/>
              <p:cNvSpPr/>
              <p:nvPr/>
            </p:nvSpPr>
            <p:spPr>
              <ns1:xfrm xmlns:ns1="http://schemas.openxmlformats.org/drawingml/2006/main">
                <ns1:off x="666750" y="666750"/>
                <ns1:ext cx="1619250" cy="1285875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solidFill>
                  <ns4:srgbClr val="DCE5EA"/>
                </ns4:solidFill>
              </ns4:ln>
            </p:spPr>
          </p:sp>
          <p:sp>
            <p:nvSpPr>
              <p:cNvPr id="10256" name="Request"/>
              <p:cNvSpPr/>
              <p:nvPr/>
            </p:nvSpPr>
            <p:spPr>
              <ns1:xfrm xmlns:ns1="http://schemas.openxmlformats.org/drawingml/2006/main">
                <ns1:off x="714375" y="704850"/>
                <ns1:ext cx="152400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1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Request</ns7:t>
                </ns7:r>
              </ns7:p>
            </p:txBody>
          </p:sp>
          <p:sp>
            <p:nvSpPr>
              <p:cNvPr id="10257" name="Output format"/>
              <p:cNvSpPr/>
              <p:nvPr/>
            </p:nvSpPr>
            <p:spPr>
              <ns1:xfrm xmlns:ns1="http://schemas.openxmlformats.org/drawingml/2006/main">
                <ns1:off x="752475" y="1028700"/>
                <ns1:ext cx="144780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Output format</ns7:t>
                </ns7:r>
              </ns7:p>
            </p:txBody>
          </p:sp>
          <p:sp>
            <p:nvSpPr>
              <p:cNvPr id="10258" name="Time boundary"/>
              <p:cNvSpPr/>
              <p:nvPr/>
            </p:nvSpPr>
            <p:spPr>
              <ns1:xfrm xmlns:ns1="http://schemas.openxmlformats.org/drawingml/2006/main">
                <ns1:off x="752475" y="1238250"/>
                <ns1:ext cx="144780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Time boundary</ns7:t>
                </ns7:r>
              </ns7:p>
            </p:txBody>
          </p:sp>
          <p:sp>
            <p:nvSpPr>
              <p:cNvPr id="10259" name="Budget"/>
              <p:cNvSpPr/>
              <p:nvPr/>
            </p:nvSpPr>
            <p:spPr>
              <ns1:xfrm xmlns:ns1="http://schemas.openxmlformats.org/drawingml/2006/main">
                <ns1:off x="752475" y="1447800"/>
                <ns1:ext cx="144780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Budget</ns7:t>
                </ns7:r>
              </ns7:p>
            </p:txBody>
          </p:sp>
        </p:grpSp>
        <p:grpSp>
          <p:nvGrpSpPr>
            <p:cNvPr id="10277" name="Accessible resources"/>
            <p:cNvGrpSpPr/>
            <p:nvPr/>
          </p:nvGrpSpPr>
          <p:grpSpPr>
            <ns1:xfrm xmlns:ns1="http://schemas.openxmlformats.org/drawingml/2006/main">
              <ns1:off x="3143250" y="809625"/>
              <ns1:ext cx="2476500" cy="1295400"/>
              <ns1:chOff x="3143250" y="809625"/>
              <ns1:chExt cx="2476500" cy="1295400"/>
            </ns1:xfrm>
          </p:grpSpPr>
          <p:grpSp>
            <p:nvGrpSpPr>
              <p:cNvPr id="10267" name="file-spreadsheet editable icon"/>
              <p:cNvGrpSpPr/>
              <p:nvPr/>
            </p:nvGrpSpPr>
            <p:grpSpPr>
              <ns1:xfrm xmlns:ns1="http://schemas.openxmlformats.org/drawingml/2006/main">
                <ns1:off x="3381375" y="809625"/>
                <ns1:ext cx="409575" cy="409575"/>
                <ns1:chOff x="3381375" y="809625"/>
                <ns1:chExt cx="409575" cy="409575"/>
              </ns1:xfrm>
            </p:grpSpPr>
            <p:sp>
              <p:nvSpPr>
                <p:cNvPr id="10261" name="file-spreadsheet-0"/>
                <p:cNvSpPr/>
                <p:nvPr/>
              </p:nvSpPr>
              <p:spPr>
                <ns1:xfrm xmlns:ns1="http://schemas.openxmlformats.org/drawingml/2006/main">
                  <ns1:off x="3381375" y="8096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2000"/>
                      </ns2:moveTo>
                      <ns2:lnTo>
                        <ns2:pt x="6000" y="2000"/>
                      </ns2:lnTo>
                      <ns2:cubicBezTo>
                        <ns2:pt x="4895" y="2000"/>
                        <ns2:pt x="4000" y="2895"/>
                        <ns2:pt x="4000" y="4000"/>
                      </ns2:cubicBezTo>
                      <ns2:lnTo>
                        <ns2:pt x="4000" y="20000"/>
                      </ns2:lnTo>
                      <ns2:cubicBezTo>
                        <ns2:pt x="4000" y="21105"/>
                        <ns2:pt x="4895" y="22000"/>
                        <ns2:pt x="6000" y="22000"/>
                      </ns2:cubicBezTo>
                      <ns2:lnTo>
                        <ns2:pt x="18000" y="22000"/>
                      </ns2:lnTo>
                      <ns2:cubicBezTo>
                        <ns2:pt x="19105" y="22000"/>
                        <ns2:pt x="20000" y="21105"/>
                        <ns2:pt x="20000" y="20000"/>
                      </ns2:cubicBezTo>
                      <ns2:lnTo>
                        <ns2:pt x="20000" y="7000"/>
                      </ns2:lnTo>
                      <ns2:lnTo>
                        <ns2:pt x="15000" y="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9846C"/>
                  </ns4:solidFill>
                </ns4:ln>
              </p:spPr>
            </p:sp>
            <p:sp>
              <p:nvSpPr>
                <p:cNvPr id="10262" name="file-spreadsheet-1"/>
                <p:cNvSpPr/>
                <p:nvPr/>
              </p:nvSpPr>
              <p:spPr>
                <ns1:xfrm xmlns:ns1="http://schemas.openxmlformats.org/drawingml/2006/main">
                  <ns1:off x="3381375" y="8096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6000"/>
                      </ns2:lnTo>
                      <ns2:cubicBezTo>
                        <ns2:pt x="14000" y="7105"/>
                        <ns2:pt x="14895" y="8000"/>
                        <ns2:pt x="16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9846C"/>
                  </ns4:solidFill>
                </ns4:ln>
              </p:spPr>
            </p:sp>
            <p:sp>
              <p:nvSpPr>
                <p:cNvPr id="10263" name="file-spreadsheet-2"/>
                <p:cNvSpPr/>
                <p:nvPr/>
              </p:nvSpPr>
              <p:spPr>
                <ns1:xfrm xmlns:ns1="http://schemas.openxmlformats.org/drawingml/2006/main">
                  <ns1:off x="3381375" y="8096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3000"/>
                      </ns2:moveTo>
                      <ns2:lnTo>
                        <ns2:pt x="10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9846C"/>
                  </ns4:solidFill>
                </ns4:ln>
              </p:spPr>
            </p:sp>
            <p:sp>
              <p:nvSpPr>
                <p:cNvPr id="10264" name="file-spreadsheet-3"/>
                <p:cNvSpPr/>
                <p:nvPr/>
              </p:nvSpPr>
              <p:spPr>
                <ns1:xfrm xmlns:ns1="http://schemas.openxmlformats.org/drawingml/2006/main">
                  <ns1:off x="3381375" y="8096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13000"/>
                      </ns2:moveTo>
                      <ns2:lnTo>
                        <ns2:pt x="16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9846C"/>
                  </ns4:solidFill>
                </ns4:ln>
              </p:spPr>
            </p:sp>
            <p:sp>
              <p:nvSpPr>
                <p:cNvPr id="10265" name="file-spreadsheet-4"/>
                <p:cNvSpPr/>
                <p:nvPr/>
              </p:nvSpPr>
              <p:spPr>
                <ns1:xfrm xmlns:ns1="http://schemas.openxmlformats.org/drawingml/2006/main">
                  <ns1:off x="3381375" y="8096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7000"/>
                      </ns2:moveTo>
                      <ns2:lnTo>
                        <ns2:pt x="10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9846C"/>
                  </ns4:solidFill>
                </ns4:ln>
              </p:spPr>
            </p:sp>
            <p:sp>
              <p:nvSpPr>
                <p:cNvPr id="10266" name="file-spreadsheet-5"/>
                <p:cNvSpPr/>
                <p:nvPr/>
              </p:nvSpPr>
              <p:spPr>
                <ns1:xfrm xmlns:ns1="http://schemas.openxmlformats.org/drawingml/2006/main">
                  <ns1:off x="3381375" y="8096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17000"/>
                      </ns2:moveTo>
                      <ns2:lnTo>
                        <ns2:pt x="16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9846C"/>
                  </ns4:solidFill>
                </ns4:ln>
              </p:spPr>
            </p:sp>
          </p:grpSp>
          <p:grpSp>
            <p:nvGrpSpPr>
              <p:cNvPr id="10269" name="wrench editable icon"/>
              <p:cNvGrpSpPr/>
              <p:nvPr/>
            </p:nvGrpSpPr>
            <p:grpSpPr>
              <ns1:xfrm xmlns:ns1="http://schemas.openxmlformats.org/drawingml/2006/main">
                <ns1:off x="4210050" y="809625"/>
                <ns1:ext cx="409575" cy="409575"/>
                <ns1:chOff x="4210050" y="809625"/>
                <ns1:chExt cx="409575" cy="409575"/>
              </ns1:xfrm>
            </p:grpSpPr>
            <p:sp>
              <p:nvSpPr>
                <p:cNvPr id="10268" name="wrench-0"/>
                <p:cNvSpPr/>
                <p:nvPr/>
              </p:nvSpPr>
              <p:spPr>
                <ns1:xfrm xmlns:ns1="http://schemas.openxmlformats.org/drawingml/2006/main">
                  <ns1:off x="4210050" y="8096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700" y="6300"/>
                      </ns2:moveTo>
                      <ns2:cubicBezTo>
                        <ns2:pt x="14319" y="6689"/>
                        <ns2:pt x="14319" y="7311"/>
                        <ns2:pt x="14700" y="7700"/>
                      </ns2:cubicBezTo>
                      <ns2:lnTo>
                        <ns2:pt x="16300" y="9300"/>
                      </ns2:lnTo>
                      <ns2:cubicBezTo>
                        <ns2:pt x="16689" y="9681"/>
                        <ns2:pt x="17311" y="9681"/>
                        <ns2:pt x="17700" y="9300"/>
                      </ns2:cubicBezTo>
                      <ns2:lnTo>
                        <ns2:pt x="20806" y="6195"/>
                      </ns2:lnTo>
                      <ns2:cubicBezTo>
                        <ns2:pt x="21126" y="5873"/>
                        <ns2:pt x="21669" y="5975"/>
                        <ns2:pt x="21789" y="6413"/>
                      </ns2:cubicBezTo>
                      <ns2:cubicBezTo>
                        <ns2:pt x="22406" y="8656"/>
                        <ns2:pt x="21670" y="11054"/>
                        <ns2:pt x="19901" y="12565"/>
                      </ns2:cubicBezTo>
                      <ns2:cubicBezTo>
                        <ns2:pt x="18133" y="14077"/>
                        <ns2:pt x="15650" y="14429"/>
                        <ns2:pt x="13530" y="13470"/>
                      </ns2:cubicBezTo>
                      <ns2:lnTo>
                        <ns2:pt x="5620" y="21380"/>
                      </ns2:lnTo>
                      <ns2:cubicBezTo>
                        <ns2:pt x="4792" y="22208"/>
                        <ns2:pt x="3449" y="22208"/>
                        <ns2:pt x="2620" y="21380"/>
                      </ns2:cubicBezTo>
                      <ns2:cubicBezTo>
                        <ns2:pt x="1792" y="20551"/>
                        <ns2:pt x="1793" y="19208"/>
                        <ns2:pt x="2621" y="18380"/>
                      </ns2:cubicBezTo>
                      <ns2:lnTo>
                        <ns2:pt x="10531" y="10470"/>
                      </ns2:lnTo>
                      <ns2:cubicBezTo>
                        <ns2:pt x="9572" y="8350"/>
                        <ns2:pt x="9924" y="5867"/>
                        <ns2:pt x="11436" y="4099"/>
                      </ns2:cubicBezTo>
                      <ns2:cubicBezTo>
                        <ns2:pt x="12947" y="2330"/>
                        <ns2:pt x="15345" y="1594"/>
                        <ns2:pt x="17588" y="2211"/>
                      </ns2:cubicBezTo>
                      <ns2:cubicBezTo>
                        <ns2:pt x="18026" y="2331"/>
                        <ns2:pt x="18128" y="2873"/>
                        <ns2:pt x="17807" y="3195"/>
                      </ns2:cubicBezTo>
                      <ns2:lnTo>
                        <ns2:pt x="14700" y="63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9846C"/>
                  </ns4:solidFill>
                </ns4:ln>
              </p:spPr>
            </p:sp>
          </p:grpSp>
          <p:grpSp>
            <p:nvGrpSpPr>
              <p:cNvPr id="10274" name="file-code editable icon"/>
              <p:cNvGrpSpPr/>
              <p:nvPr/>
            </p:nvGrpSpPr>
            <p:grpSpPr>
              <ns1:xfrm xmlns:ns1="http://schemas.openxmlformats.org/drawingml/2006/main">
                <ns1:off x="5000625" y="809625"/>
                <ns1:ext cx="409575" cy="409575"/>
                <ns1:chOff x="5000625" y="809625"/>
                <ns1:chExt cx="409575" cy="409575"/>
              </ns1:xfrm>
            </p:grpSpPr>
            <p:sp>
              <p:nvSpPr>
                <p:cNvPr id="10270" name="file-code-0"/>
                <p:cNvSpPr/>
                <p:nvPr/>
              </p:nvSpPr>
              <p:spPr>
                <ns1:xfrm xmlns:ns1="http://schemas.openxmlformats.org/drawingml/2006/main">
                  <ns1:off x="5000625" y="8096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12500"/>
                      </ns2:moveTo>
                      <ns2:lnTo>
                        <ns2:pt x="8000" y="15000"/>
                      </ns2:lnTo>
                      <ns2:lnTo>
                        <ns2:pt x="10000" y="175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9846C"/>
                  </ns4:solidFill>
                </ns4:ln>
              </p:spPr>
            </p:sp>
            <p:sp>
              <p:nvSpPr>
                <p:cNvPr id="10271" name="file-code-1"/>
                <p:cNvSpPr/>
                <p:nvPr/>
              </p:nvSpPr>
              <p:spPr>
                <ns1:xfrm xmlns:ns1="http://schemas.openxmlformats.org/drawingml/2006/main">
                  <ns1:off x="5000625" y="8096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12500"/>
                      </ns2:moveTo>
                      <ns2:lnTo>
                        <ns2:pt x="16000" y="15000"/>
                      </ns2:lnTo>
                      <ns2:lnTo>
                        <ns2:pt x="14000" y="175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9846C"/>
                  </ns4:solidFill>
                </ns4:ln>
              </p:spPr>
            </p:sp>
            <p:sp>
              <p:nvSpPr>
                <p:cNvPr id="10272" name="file-code-2"/>
                <p:cNvSpPr/>
                <p:nvPr/>
              </p:nvSpPr>
              <p:spPr>
                <ns1:xfrm xmlns:ns1="http://schemas.openxmlformats.org/drawingml/2006/main">
                  <ns1:off x="5000625" y="8096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6000"/>
                      </ns2:lnTo>
                      <ns2:cubicBezTo>
                        <ns2:pt x="14000" y="7105"/>
                        <ns2:pt x="14895" y="8000"/>
                        <ns2:pt x="16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9846C"/>
                  </ns4:solidFill>
                </ns4:ln>
              </p:spPr>
            </p:sp>
            <p:sp>
              <p:nvSpPr>
                <p:cNvPr id="10273" name="file-code-3"/>
                <p:cNvSpPr/>
                <p:nvPr/>
              </p:nvSpPr>
              <p:spPr>
                <ns1:xfrm xmlns:ns1="http://schemas.openxmlformats.org/drawingml/2006/main">
                  <ns1:off x="5000625" y="8096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2000"/>
                      </ns2:moveTo>
                      <ns2:lnTo>
                        <ns2:pt x="6000" y="2000"/>
                      </ns2:lnTo>
                      <ns2:cubicBezTo>
                        <ns2:pt x="4895" y="2000"/>
                        <ns2:pt x="4000" y="2895"/>
                        <ns2:pt x="4000" y="4000"/>
                      </ns2:cubicBezTo>
                      <ns2:lnTo>
                        <ns2:pt x="4000" y="20000"/>
                      </ns2:lnTo>
                      <ns2:cubicBezTo>
                        <ns2:pt x="4000" y="21105"/>
                        <ns2:pt x="4895" y="22000"/>
                        <ns2:pt x="6000" y="22000"/>
                      </ns2:cubicBezTo>
                      <ns2:lnTo>
                        <ns2:pt x="18000" y="22000"/>
                      </ns2:lnTo>
                      <ns2:cubicBezTo>
                        <ns2:pt x="19105" y="22000"/>
                        <ns2:pt x="20000" y="21105"/>
                        <ns2:pt x="20000" y="20000"/>
                      </ns2:cubicBezTo>
                      <ns2:lnTo>
                        <ns2:pt x="20000" y="7000"/>
                      </ns2:lnTo>
                      <ns2:lnTo>
                        <ns2:pt x="15000" y="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9846C"/>
                  </ns4:solidFill>
                </ns4:ln>
              </p:spPr>
            </p:sp>
          </p:grpSp>
          <p:sp>
            <p:nvSpPr>
              <p:cNvPr id="10275" name="Data      Tools      Code"/>
              <p:cNvSpPr/>
              <p:nvPr/>
            </p:nvSpPr>
            <p:spPr>
              <ns1:xfrm xmlns:ns1="http://schemas.openxmlformats.org/drawingml/2006/main">
                <ns1:off x="3143250" y="1381125"/>
                <ns1:ext cx="247650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Data      Tools      Code</ns7:t>
                </ns7:r>
              </ns7:p>
            </p:txBody>
          </p:sp>
          <p:sp>
            <p:nvSpPr>
              <p:cNvPr id="10276" name="Fixed versions"/>
              <p:cNvSpPr/>
              <p:nvPr/>
            </p:nvSpPr>
            <p:spPr>
              <ns1:xfrm xmlns:ns1="http://schemas.openxmlformats.org/drawingml/2006/main">
                <ns1:off x="3143250" y="1819275"/>
                <ns1:ext cx="247650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Fixed versions</ns7:t>
                </ns7:r>
              </ns7:p>
            </p:txBody>
          </p:sp>
        </p:grpSp>
        <p:grpSp>
          <p:nvGrpSpPr>
            <p:cNvPr id="10283" name="Execution trace"/>
            <p:cNvGrpSpPr/>
            <p:nvPr/>
          </p:nvGrpSpPr>
          <p:grpSpPr>
            <ns1:xfrm xmlns:ns1="http://schemas.openxmlformats.org/drawingml/2006/main">
              <ns1:off x="6257925" y="666750"/>
              <ns1:ext cx="1857375" cy="1314450"/>
              <ns1:chOff x="6257925" y="666750"/>
              <ns1:chExt cx="1857375" cy="1314450"/>
            </ns1:xfrm>
          </p:grpSpPr>
          <p:sp>
            <p:nvSpPr>
              <p:cNvPr id="10278" name="Document Trace"/>
              <p:cNvSpPr/>
              <p:nvPr/>
            </p:nvSpPr>
            <p:spPr>
              <ns1:xfrm xmlns:ns1="http://schemas.openxmlformats.org/drawingml/2006/main">
                <ns1:off x="6257925" y="666750"/>
                <ns1:ext cx="1857375" cy="131445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solidFill>
                  <ns4:srgbClr val="DCE5EA"/>
                </ns4:solidFill>
              </ns4:ln>
            </p:spPr>
          </p:sp>
          <p:sp>
            <p:nvSpPr>
              <p:cNvPr id="10279" name="Trace"/>
              <p:cNvSpPr/>
              <p:nvPr/>
            </p:nvSpPr>
            <p:spPr>
              <ns1:xfrm xmlns:ns1="http://schemas.openxmlformats.org/drawingml/2006/main">
                <ns1:off x="6305550" y="704850"/>
                <ns1:ext cx="176212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1">
                    <ns7:solidFill>
                      <ns7:srgbClr val="68528D"/>
                    </ns7:solidFill>
                    <ns7:latin typeface="Times New Roman"/>
                    <ns7:ea typeface="Times New Roman"/>
                  </ns7:rPr>
                  <ns7:t>Trace</ns7:t>
                </ns7:r>
              </ns7:p>
            </p:txBody>
          </p:sp>
          <p:sp>
            <p:nvSpPr>
              <p:cNvPr id="10280" name="1  Call tool"/>
              <p:cNvSpPr/>
              <p:nvPr/>
            </p:nvSpPr>
            <p:spPr>
              <ns1:xfrm xmlns:ns1="http://schemas.openxmlformats.org/drawingml/2006/main">
                <ns1:off x="6343650" y="1028700"/>
                <ns1:ext cx="1685925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1  Call tool</ns7:t>
                </ns7:r>
              </ns7:p>
            </p:txBody>
          </p:sp>
          <p:sp>
            <p:nvSpPr>
              <p:cNvPr id="10281" name="2  Check output"/>
              <p:cNvSpPr/>
              <p:nvPr/>
            </p:nvSpPr>
            <p:spPr>
              <ns1:xfrm xmlns:ns1="http://schemas.openxmlformats.org/drawingml/2006/main">
                <ns1:off x="6343650" y="1238250"/>
                <ns1:ext cx="1685925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2  Check output</ns7:t>
                </ns7:r>
              </ns7:p>
            </p:txBody>
          </p:sp>
          <p:sp>
            <p:nvSpPr>
              <p:cNvPr id="10282" name="3  Revise"/>
              <p:cNvSpPr/>
              <p:nvPr/>
            </p:nvSpPr>
            <p:spPr>
              <ns1:xfrm xmlns:ns1="http://schemas.openxmlformats.org/drawingml/2006/main">
                <ns1:off x="6343650" y="1447800"/>
                <ns1:ext cx="1685925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3  Revise</ns7:t>
                </ns7:r>
              </ns7:p>
            </p:txBody>
          </p:sp>
        </p:grpSp>
        <p:grpSp>
          <p:nvGrpSpPr>
            <p:cNvPr id="10289" name="Submitted artifact"/>
            <p:cNvGrpSpPr/>
            <p:nvPr/>
          </p:nvGrpSpPr>
          <p:grpSpPr>
            <ns1:xfrm xmlns:ns1="http://schemas.openxmlformats.org/drawingml/2006/main">
              <ns1:off x="9124950" y="666750"/>
              <ns1:ext cx="1666875" cy="1314450"/>
              <ns1:chOff x="9124950" y="666750"/>
              <ns1:chExt cx="1666875" cy="1314450"/>
            </ns1:xfrm>
          </p:grpSpPr>
          <p:sp>
            <p:nvSpPr>
              <p:cNvPr id="10284" name="Document Output"/>
              <p:cNvSpPr/>
              <p:nvPr/>
            </p:nvSpPr>
            <p:spPr>
              <ns1:xfrm xmlns:ns1="http://schemas.openxmlformats.org/drawingml/2006/main">
                <ns1:off x="9124950" y="666750"/>
                <ns1:ext cx="1666875" cy="131445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solidFill>
                  <ns4:srgbClr val="DCE5EA"/>
                </ns4:solidFill>
              </ns4:ln>
            </p:spPr>
          </p:sp>
          <p:sp>
            <p:nvSpPr>
              <p:cNvPr id="10285" name="Output"/>
              <p:cNvSpPr/>
              <p:nvPr/>
            </p:nvSpPr>
            <p:spPr>
              <ns1:xfrm xmlns:ns1="http://schemas.openxmlformats.org/drawingml/2006/main">
                <ns1:off x="9172575" y="704850"/>
                <ns1:ext cx="157162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1">
                    <ns7:solidFill>
                      <ns7:srgbClr val="A87835"/>
                    </ns7:solidFill>
                    <ns7:latin typeface="Times New Roman"/>
                    <ns7:ea typeface="Times New Roman"/>
                  </ns7:rPr>
                  <ns7:t>Output</ns7:t>
                </ns7:r>
              </ns7:p>
            </p:txBody>
          </p:sp>
          <p:sp>
            <p:nvSpPr>
              <p:cNvPr id="10286" name="Series / model"/>
              <p:cNvSpPr/>
              <p:nvPr/>
            </p:nvSpPr>
            <p:spPr>
              <ns1:xfrm xmlns:ns1="http://schemas.openxmlformats.org/drawingml/2006/main">
                <ns1:off x="9210675" y="1028700"/>
                <ns1:ext cx="1495425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Series / model</ns7:t>
                </ns7:r>
              </ns7:p>
            </p:txBody>
          </p:sp>
          <p:sp>
            <p:nvSpPr>
              <p:cNvPr id="10287" name="Code / report"/>
              <p:cNvSpPr/>
              <p:nvPr/>
            </p:nvSpPr>
            <p:spPr>
              <ns1:xfrm xmlns:ns1="http://schemas.openxmlformats.org/drawingml/2006/main">
                <ns1:off x="9210675" y="1238250"/>
                <ns1:ext cx="1495425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Code / report</ns7:t>
                </ns7:r>
              </ns7:p>
            </p:txBody>
          </p:sp>
          <p:sp>
            <p:nvSpPr>
              <p:cNvPr id="10288" name="Saved files"/>
              <p:cNvSpPr/>
              <p:nvPr/>
            </p:nvSpPr>
            <p:spPr>
              <ns1:xfrm xmlns:ns1="http://schemas.openxmlformats.org/drawingml/2006/main">
                <ns1:off x="9210675" y="1447800"/>
                <ns1:ext cx="1495425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Saved files</ns7:t>
                </ns7:r>
              </ns7:p>
            </p:txBody>
          </p:sp>
        </p:grpSp>
        <p:sp>
          <p:nvSpPr>
            <p:cNvPr id="10290" name="flow"/>
            <p:cNvSpPr/>
            <p:nvPr/>
          </p:nvSpPr>
          <p:spPr>
            <ns1:xfrm xmlns:ns1="http://schemas.openxmlformats.org/drawingml/2006/main">
              <ns1:off x="2705100" y="1343025"/>
              <ns1:ext cx="2667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8000" h="1000" fill="none">
                  <ns2:moveTo>
                    <ns2:pt x="0" y="0"/>
                  </ns2:moveTo>
                  <ns2:lnTo>
                    <ns2:pt x="28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291" name="flow"/>
            <p:cNvSpPr/>
            <p:nvPr/>
          </p:nvSpPr>
          <p:spPr>
            <ns1:xfrm xmlns:ns1="http://schemas.openxmlformats.org/drawingml/2006/main">
              <ns1:off x="5562600" y="1343025"/>
              <ns1:ext cx="2667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8000" h="1000" fill="none">
                  <ns2:moveTo>
                    <ns2:pt x="0" y="0"/>
                  </ns2:moveTo>
                  <ns2:lnTo>
                    <ns2:pt x="28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292" name="flow"/>
            <p:cNvSpPr/>
            <p:nvPr/>
          </p:nvSpPr>
          <p:spPr>
            <ns1:xfrm xmlns:ns1="http://schemas.openxmlformats.org/drawingml/2006/main">
              <ns1:off x="8420100" y="1343025"/>
              <ns1:ext cx="2667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8000" h="1000" fill="none">
                  <ns2:moveTo>
                    <ns2:pt x="0" y="0"/>
                  </ns2:moveTo>
                  <ns2:lnTo>
                    <ns2:pt x="28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293" name="Evidence separator"/>
            <p:cNvSpPr/>
            <p:nvPr/>
          </p:nvSpPr>
          <p:spPr>
            <ns1:xfrm xmlns:ns1="http://schemas.openxmlformats.org/drawingml/2006/main">
              <ns1:off x="238125" y="2419350"/>
              <ns1:ext cx="109537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50000" h="1000" fill="none">
                  <ns2:moveTo>
                    <ns2:pt x="0" y="0"/>
                  </ns2:moveTo>
                  <ns2:lnTo>
                    <ns2:pt x="115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CE5EA"/>
              </ns4:solidFill>
            </ns4:ln>
          </p:spPr>
        </p:sp>
        <p:sp>
          <p:nvSpPr>
            <p:cNvPr id="10294" name="Task performance"/>
            <p:cNvSpPr/>
            <p:nvPr/>
          </p:nvSpPr>
          <p:spPr>
            <ns1:xfrm xmlns:ns1="http://schemas.openxmlformats.org/drawingml/2006/main">
              <ns1:off x="190500" y="2667000"/>
              <ns1:ext cx="34290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Task performance</ns7:t>
              </ns7:r>
            </ns7:p>
          </p:txBody>
        </p:sp>
        <p:sp>
          <p:nvSpPr>
            <p:cNvPr id="10295" name="Artifact validity"/>
            <p:cNvSpPr/>
            <p:nvPr/>
          </p:nvSpPr>
          <p:spPr>
            <ns1:xfrm xmlns:ns1="http://schemas.openxmlformats.org/drawingml/2006/main">
              <ns1:off x="4000500" y="2667000"/>
              <ns1:ext cx="34290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Artifact validity</ns7:t>
              </ns7:r>
            </ns7:p>
          </p:txBody>
        </p:sp>
        <p:sp>
          <p:nvSpPr>
            <p:cNvPr id="10296" name="Execution record"/>
            <p:cNvSpPr/>
            <p:nvPr/>
          </p:nvSpPr>
          <p:spPr>
            <ns1:xfrm xmlns:ns1="http://schemas.openxmlformats.org/drawingml/2006/main">
              <ns1:off x="7810500" y="2667000"/>
              <ns1:ext cx="34290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Execution record</ns7:t>
              </ns7:r>
            </ns7:p>
          </p:txBody>
        </p:sp>
        <p:grpSp>
          <p:nvGrpSpPr>
            <p:cNvPr id="10303" name="Task performance evidence"/>
            <p:cNvGrpSpPr/>
            <p:nvPr/>
          </p:nvGrpSpPr>
          <p:grpSpPr>
            <ns1:xfrm xmlns:ns1="http://schemas.openxmlformats.org/drawingml/2006/main">
              <ns1:off x="238125" y="3048000"/>
              <ns1:ext cx="3333750" cy="1543050"/>
              <ns1:chOff x="238125" y="3048000"/>
              <ns1:chExt cx="3333750" cy="1543050"/>
            </ns1:xfrm>
          </p:grpSpPr>
          <p:sp>
            <p:nvSpPr>
              <p:cNvPr id="10297" name="Time axis"/>
              <p:cNvSpPr/>
              <p:nvPr/>
            </p:nvSpPr>
            <p:spPr>
              <ns1:xfrm xmlns:ns1="http://schemas.openxmlformats.org/drawingml/2006/main">
                <ns1:off x="781050" y="3286125"/>
                <ns1:ext cx="2143125" cy="809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25000" h="85000" fill="none">
                    <ns2:moveTo>
                      <ns2:pt x="0" y="0"/>
                    </ns2:moveTo>
                    <ns2:lnTo>
                      <ns2:pt x="0" y="85000"/>
                    </ns2:lnTo>
                    <ns2:lnTo>
                      <ns2:pt x="225000" y="8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298" name="Schematic series"/>
              <p:cNvSpPr/>
              <p:nvPr/>
            </p:nvSpPr>
            <p:spPr>
              <ns1:xfrm xmlns:ns1="http://schemas.openxmlformats.org/drawingml/2006/main">
                <ns1:off x="781050" y="3593782"/>
                <ns1:ext cx="2143125" cy="242888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25000" h="25500" fill="none">
                    <ns2:moveTo>
                      <ns2:pt x="0" y="17000"/>
                    </ns2:moveTo>
                    <ns2:lnTo>
                      <ns2:pt x="18750" y="10200"/>
                    </ns2:lnTo>
                    <ns2:lnTo>
                      <ns2:pt x="37500" y="22100"/>
                    </ns2:lnTo>
                    <ns2:lnTo>
                      <ns2:pt x="56250" y="5100"/>
                    </ns2:lnTo>
                    <ns2:lnTo>
                      <ns2:pt x="75000" y="11900"/>
                    </ns2:lnTo>
                    <ns2:lnTo>
                      <ns2:pt x="93750" y="25500"/>
                    </ns2:lnTo>
                    <ns2:lnTo>
                      <ns2:pt x="112500" y="14450"/>
                    </ns2:lnTo>
                    <ns2:lnTo>
                      <ns2:pt x="131250" y="2550"/>
                    </ns2:lnTo>
                    <ns2:lnTo>
                      <ns2:pt x="150000" y="17850"/>
                    </ns2:lnTo>
                    <ns2:lnTo>
                      <ns2:pt x="168750" y="11900"/>
                    </ns2:lnTo>
                    <ns2:lnTo>
                      <ns2:pt x="187500" y="0"/>
                    </ns2:lnTo>
                    <ns2:lnTo>
                      <ns2:pt x="206250" y="14450"/>
                    </ns2:lnTo>
                    <ns2:lnTo>
                      <ns2:pt x="225000" y="595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3376A0"/>
                </ns4:solidFill>
              </ns4:ln>
            </p:spPr>
          </p:sp>
          <p:sp>
            <p:nvSpPr>
              <p:cNvPr id="10299" name="Output"/>
              <p:cNvSpPr/>
              <p:nvPr/>
            </p:nvSpPr>
            <p:spPr>
              <ns1:xfrm xmlns:ns1="http://schemas.openxmlformats.org/drawingml/2006/main">
                <ns1:off x="571500" y="3048000"/>
                <ns1:ext cx="1143000" cy="2095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Output</ns7:t>
                </ns7:r>
              </ns7:p>
            </p:txBody>
          </p:sp>
          <p:sp>
            <p:nvSpPr>
              <p:cNvPr id="10300" name="Reference"/>
              <p:cNvSpPr/>
              <p:nvPr/>
            </p:nvSpPr>
            <p:spPr>
              <ns1:xfrm xmlns:ns1="http://schemas.openxmlformats.org/drawingml/2006/main">
                <ns1:off x="1952625" y="3048000"/>
                <ns1:ext cx="1238250" cy="2095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A87835"/>
                    </ns7:solidFill>
                    <ns7:latin typeface="Times New Roman"/>
                    <ns7:ea typeface="Times New Roman"/>
                  </ns7:rPr>
                  <ns7:t>Reference</ns7:t>
                </ns7:r>
              </ns7:p>
            </p:txBody>
          </p:sp>
          <p:sp>
            <p:nvSpPr>
              <p:cNvPr id="10301" name="Reference series"/>
              <p:cNvSpPr/>
              <p:nvPr/>
            </p:nvSpPr>
            <p:spPr>
              <ns1:xfrm xmlns:ns1="http://schemas.openxmlformats.org/drawingml/2006/main">
                <ns1:off x="781050" y="3457575"/>
                <ns1:ext cx="2143125" cy="4095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25000" h="43000" fill="none">
                    <ns2:moveTo>
                      <ns2:pt x="0" y="37000"/>
                    </ns2:moveTo>
                    <ns2:lnTo>
                      <ns2:pt x="38000" y="27000"/>
                    </ns2:lnTo>
                    <ns2:lnTo>
                      <ns2:pt x="76000" y="43000"/>
                    </ns2:lnTo>
                    <ns2:lnTo>
                      <ns2:pt x="113000" y="12000"/>
                    </ns2:lnTo>
                    <ns2:lnTo>
                      <ns2:pt x="150000" y="24000"/>
                    </ns2:lnTo>
                    <ns2:lnTo>
                      <ns2:pt x="187000" y="0"/>
                    </ns2:lnTo>
                    <ns2:lnTo>
                      <ns2:pt x="225000" y="1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A87835"/>
                </ns4:solidFill>
              </ns4:ln>
            </p:spPr>
          </p:sp>
          <p:sp>
            <p:nvSpPr>
              <p:cNvPr id="10302" name="Compare output with reference"/>
              <p:cNvSpPr/>
              <p:nvPr/>
            </p:nvSpPr>
            <p:spPr>
              <ns1:xfrm xmlns:ns1="http://schemas.openxmlformats.org/drawingml/2006/main">
                <ns1:off x="238125" y="4286250"/>
                <ns1:ext cx="3333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Compare output with reference</ns7:t>
                </ns7:r>
              </ns7:p>
            </p:txBody>
          </p:sp>
        </p:grpSp>
        <p:grpSp>
          <p:nvGrpSpPr>
            <p:cNvPr id="10311" name="Artifact validity evidence"/>
            <p:cNvGrpSpPr/>
            <p:nvPr/>
          </p:nvGrpSpPr>
          <p:grpSpPr>
            <ns1:xfrm xmlns:ns1="http://schemas.openxmlformats.org/drawingml/2006/main">
              <ns1:off x="4048125" y="3209925"/>
              <ns1:ext cx="3381375" cy="1381125"/>
              <ns1:chOff x="4048125" y="3209925"/>
              <ns1:chExt cx="3381375" cy="1381125"/>
            </ns1:xfrm>
          </p:grpSpPr>
          <p:grpSp>
            <p:nvGrpSpPr>
              <p:cNvPr id="10305" name="check editable icon"/>
              <p:cNvGrpSpPr/>
              <p:nvPr/>
            </p:nvGrpSpPr>
            <p:grpSpPr>
              <ns1:xfrm xmlns:ns1="http://schemas.openxmlformats.org/drawingml/2006/main">
                <ns1:off x="4286250" y="3238500"/>
                <ns1:ext cx="266700" cy="266700"/>
                <ns1:chOff x="4286250" y="3238500"/>
                <ns1:chExt cx="266700" cy="266700"/>
              </ns1:xfrm>
            </p:grpSpPr>
            <p:sp>
              <p:nvSpPr>
                <p:cNvPr id="10304" name="check-0"/>
                <p:cNvSpPr/>
                <p:nvPr/>
              </p:nvSpPr>
              <p:spPr>
                <ns1:xfrm xmlns:ns1="http://schemas.openxmlformats.org/drawingml/2006/main">
                  <ns1:off x="4286250" y="3238500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6000"/>
                      </ns2:moveTo>
                      <ns2:lnTo>
                        <ns2:pt x="9000" y="17000"/>
                      </ns2:lnTo>
                      <ns2:lnTo>
                        <ns2:pt x="4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39846C"/>
                  </ns4:solidFill>
                </ns4:ln>
              </p:spPr>
            </p:sp>
          </p:grpSp>
          <p:sp>
            <p:nvSpPr>
              <p:cNvPr id="10306" name="Opens and executes"/>
              <p:cNvSpPr/>
              <p:nvPr/>
            </p:nvSpPr>
            <p:spPr>
              <ns1:xfrm xmlns:ns1="http://schemas.openxmlformats.org/drawingml/2006/main">
                <ns1:off x="4667250" y="3209925"/>
                <ns1:ext cx="2381250" cy="3143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Opens and executes</ns7:t>
                </ns7:r>
              </ns7:p>
            </p:txBody>
          </p:sp>
          <p:grpSp>
            <p:nvGrpSpPr>
              <p:cNvPr id="10308" name="check editable icon"/>
              <p:cNvGrpSpPr/>
              <p:nvPr/>
            </p:nvGrpSpPr>
            <p:grpSpPr>
              <ns1:xfrm xmlns:ns1="http://schemas.openxmlformats.org/drawingml/2006/main">
                <ns1:off x="4286250" y="3695700"/>
                <ns1:ext cx="266700" cy="266700"/>
                <ns1:chOff x="4286250" y="3695700"/>
                <ns1:chExt cx="266700" cy="266700"/>
              </ns1:xfrm>
            </p:grpSpPr>
            <p:sp>
              <p:nvSpPr>
                <p:cNvPr id="10307" name="check-0"/>
                <p:cNvSpPr/>
                <p:nvPr/>
              </p:nvSpPr>
              <p:spPr>
                <ns1:xfrm xmlns:ns1="http://schemas.openxmlformats.org/drawingml/2006/main">
                  <ns1:off x="4286250" y="3695700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6000"/>
                      </ns2:moveTo>
                      <ns2:lnTo>
                        <ns2:pt x="9000" y="17000"/>
                      </ns2:lnTo>
                      <ns2:lnTo>
                        <ns2:pt x="4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39846C"/>
                  </ns4:solidFill>
                </ns4:ln>
              </p:spPr>
            </p:sp>
          </p:grpSp>
          <p:sp>
            <p:nvSpPr>
              <p:cNvPr id="10309" name="Matches output contract"/>
              <p:cNvSpPr/>
              <p:nvPr/>
            </p:nvSpPr>
            <p:spPr>
              <ns1:xfrm xmlns:ns1="http://schemas.openxmlformats.org/drawingml/2006/main">
                <ns1:off x="4667250" y="3667125"/>
                <ns1:ext cx="2762250" cy="3143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Matches output contract</ns7:t>
                </ns7:r>
              </ns7:p>
            </p:txBody>
          </p:sp>
          <p:sp>
            <p:nvSpPr>
              <p:cNvPr id="10310" name="Inspect files and run checks"/>
              <p:cNvSpPr/>
              <p:nvPr/>
            </p:nvSpPr>
            <p:spPr>
              <ns1:xfrm xmlns:ns1="http://schemas.openxmlformats.org/drawingml/2006/main">
                <ns1:off x="4048125" y="4286250"/>
                <ns1:ext cx="3333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Inspect files and run checks</ns7:t>
                </ns7:r>
              </ns7:p>
            </p:txBody>
          </p:sp>
        </p:grpSp>
        <p:grpSp>
          <p:nvGrpSpPr>
            <p:cNvPr id="10317" name="Execution record evidence"/>
            <p:cNvGrpSpPr/>
            <p:nvPr/>
          </p:nvGrpSpPr>
          <p:grpSpPr>
            <ns1:xfrm xmlns:ns1="http://schemas.openxmlformats.org/drawingml/2006/main">
              <ns1:off x="7858125" y="3143250"/>
              <ns1:ext cx="3333750" cy="1447800"/>
              <ns1:chOff x="7858125" y="3143250"/>
              <ns1:chExt cx="3333750" cy="1447800"/>
            </ns1:xfrm>
          </p:grpSpPr>
          <p:sp>
            <p:nvSpPr>
              <p:cNvPr id="10312" name="Document Recorded episode"/>
              <p:cNvSpPr/>
              <p:nvPr/>
            </p:nvSpPr>
            <p:spPr>
              <ns1:xfrm xmlns:ns1="http://schemas.openxmlformats.org/drawingml/2006/main">
                <ns1:off x="8239125" y="3143250"/>
                <ns1:ext cx="2476500" cy="1000125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solidFill>
                  <ns4:srgbClr val="DCE5EA"/>
                </ns4:solidFill>
              </ns4:ln>
            </p:spPr>
          </p:sp>
          <p:sp>
            <p:nvSpPr>
              <p:cNvPr id="10313" name="Recorded episode"/>
              <p:cNvSpPr/>
              <p:nvPr/>
            </p:nvSpPr>
            <p:spPr>
              <ns1:xfrm xmlns:ns1="http://schemas.openxmlformats.org/drawingml/2006/main">
                <ns1:off x="8286750" y="3181350"/>
                <ns1:ext cx="2381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1">
                    <ns7:solidFill>
                      <ns7:srgbClr val="68528D"/>
                    </ns7:solidFill>
                    <ns7:latin typeface="Times New Roman"/>
                    <ns7:ea typeface="Times New Roman"/>
                  </ns7:rPr>
                  <ns7:t>Recorded episode</ns7:t>
                </ns7:r>
              </ns7:p>
            </p:txBody>
          </p:sp>
          <p:sp>
            <p:nvSpPr>
              <p:cNvPr id="10314" name="Calls and failures"/>
              <p:cNvSpPr/>
              <p:nvPr/>
            </p:nvSpPr>
            <p:spPr>
              <ns1:xfrm xmlns:ns1="http://schemas.openxmlformats.org/drawingml/2006/main">
                <ns1:off x="8324850" y="3505200"/>
                <ns1:ext cx="230505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Calls and failures</ns7:t>
                </ns7:r>
              </ns7:p>
            </p:txBody>
          </p:sp>
          <p:sp>
            <p:nvSpPr>
              <p:cNvPr id="10315" name="Time and resource use"/>
              <p:cNvSpPr/>
              <p:nvPr/>
            </p:nvSpPr>
            <p:spPr>
              <ns1:xfrm xmlns:ns1="http://schemas.openxmlformats.org/drawingml/2006/main">
                <ns1:off x="8324850" y="3714750"/>
                <ns1:ext cx="230505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3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Time and resource use</ns7:t>
                </ns7:r>
              </ns7:p>
            </p:txBody>
          </p:sp>
          <p:sp>
            <p:nvSpPr>
              <p:cNvPr id="10316" name="Trace the source of errors"/>
              <p:cNvSpPr/>
              <p:nvPr/>
            </p:nvSpPr>
            <p:spPr>
              <ns1:xfrm xmlns:ns1="http://schemas.openxmlformats.org/drawingml/2006/main">
                <ns1:off x="7858125" y="4286250"/>
                <ns1:ext cx="3333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Trace the source of errors</ns7:t>
                </ns7:r>
              </ns7:p>
            </p:txBody>
          </p:sp>
        </p:grp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2026-10-21T08:48:18.0680000Z</dcterms:created>
  <dcterms:modified xsi:type="dcterms:W3CDTF">2026-10-21T08:48:18.0680000Z</dcterms:modified>
</coreProperties>
</file>