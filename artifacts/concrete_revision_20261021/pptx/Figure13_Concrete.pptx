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ae9439b8534d48" /><Relationship Type="http://schemas.openxmlformats.org/officeDocument/2006/relationships/extended-properties" Target="/docProps/app.xml" Id="R53934d798a164d7d" /><Relationship Type="http://schemas.openxmlformats.org/officeDocument/2006/relationships/officeDocument" Target="/ppt/presentation.xml" Id="Rbc57ee61b9824f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f8a320fba64044"/>
  </p:sldMasterIdLst>
  <p:notesMasterIdLst>
    <p:notesMasterId xmlns:r="http://schemas.openxmlformats.org/officeDocument/2006/relationships" r:id="R009b6db5d71a4b09"/>
  </p:notesMasterIdLst>
  <p:sldIdLst>
    <p:sldId xmlns:r="http://schemas.openxmlformats.org/officeDocument/2006/relationships" id="256" r:id="Rbe9224ec47a94b88"/>
  </p:sldIdLst>
  <p:sldSz cx="11430000" cy="5000625" type="custom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490811de034b84" /><Relationship Type="http://schemas.openxmlformats.org/officeDocument/2006/relationships/slideMaster" Target="/ppt/slideMasters/slideMaster1.xml" Id="R45f8a320fba64044" /><Relationship Type="http://schemas.openxmlformats.org/officeDocument/2006/relationships/notesMaster" Target="/ppt/notesMasters/notesMaster1.xml" Id="R009b6db5d71a4b09" /><Relationship Type="http://schemas.openxmlformats.org/officeDocument/2006/relationships/presProps" Target="/ppt/presProps.xml" Id="R4e4dfa3558954544" /><Relationship Type="http://schemas.openxmlformats.org/officeDocument/2006/relationships/tableStyles" Target="/ppt/tableStyles.xml" Id="R77c5d374d4e5416f" /><Relationship Type="http://schemas.openxmlformats.org/officeDocument/2006/relationships/slide" Target="/ppt/slides/slide1.xml" Id="Rbe9224ec47a94b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6b8e1fec4f4f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22bc4210824dab" /><Relationship Type="http://schemas.openxmlformats.org/officeDocument/2006/relationships/notesMaster" Target="/ppt/notesMasters/notesMaster1.xml" Id="R56e39b150bc74c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Revised Figure 13. Native editable scientific schematic, styled after Figures 5 and 6. Numerical curves, tables and code fragments illustrate the objects handled by modules; they are not experimental results or executable API specifications. Scientific content and method citations follow the matching main.tex paragraph and caption. Lucide line icons: https://lucide.dev, ISC license. Retain semantic groups when editing; ungroup to access labels, connectors, charts and icon paths.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ebb138a25242c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f0f2d415da4339" /><Relationship Type="http://schemas.openxmlformats.org/officeDocument/2006/relationships/slideLayout" Target="/ppt/slideLayouts/slideLayout1.xml" Id="Rf3e3f9fb017740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e3f9fb017740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d56f8a0ea94515" /><Relationship Type="http://schemas.openxmlformats.org/officeDocument/2006/relationships/notesSlide" Target="/ppt/notesSlides/notesSlide1.xml" Id="Rb3f7ad54eb3443c2" /></Relationships>
</file>

<file path=ppt/slides/slide1.xml><?xml version="1.0" encoding="utf-8"?>
<p:sld xmlns:p="http://schemas.openxmlformats.org/presentationml/2006/main">
  <p:cSld>
    <p:bg>
      <p:bgPr>
        <ns0:solidFill xmlns:ns0="http://schemas.openxmlformats.org/drawingml/2006/main">
          <ns0:srgbClr val="FFFFFF"/>
        </ns0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10431" name="Figure 13 — ungroup to edit modules"/>
          <p:cNvGrpSpPr/>
          <p:nvPr/>
        </p:nvGrpSpPr>
        <p:grpSpPr>
          <ns1:xfrm xmlns:ns1="http://schemas.openxmlformats.org/drawingml/2006/main">
            <ns1:off x="190500" y="95250"/>
            <ns1:ext cx="11049000" cy="4724400"/>
            <ns1:chOff x="190500" y="95250"/>
            <ns1:chExt cx="11049000" cy="4724400"/>
          </ns1:xfrm>
        </p:grpSpPr>
        <p:sp>
          <p:nvSpPr>
            <p:cNvPr id="10379" name="Question and series"/>
            <p:cNvSpPr/>
            <p:nvPr/>
          </p:nvSpPr>
          <p:spPr>
            <ns1:xfrm xmlns:ns1="http://schemas.openxmlformats.org/drawingml/2006/main">
              <ns1:off x="190500" y="95250"/>
              <ns1:ext cx="2619375" cy="3429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2025" b="1">
                  <ns7:solidFill>
                    <ns7:srgbClr val="3376A0"/>
                  </ns7:solidFill>
                  <ns7:latin typeface="Times New Roman"/>
                  <ns7:ea typeface="Times New Roman"/>
                </ns7:rPr>
                <ns7:t>Question and series</ns7:t>
              </ns7:r>
            </ns7:p>
          </p:txBody>
        </p:sp>
        <p:sp>
          <p:nvSpPr>
            <p:cNvPr id="10380" name="Numerical analysis"/>
            <p:cNvSpPr/>
            <p:nvPr/>
          </p:nvSpPr>
          <p:spPr>
            <ns1:xfrm xmlns:ns1="http://schemas.openxmlformats.org/drawingml/2006/main">
              <ns1:off x="3143250" y="95250"/>
              <ns1:ext cx="2857500" cy="3429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2025" b="1">
                  <ns7:solidFill>
                    <ns7:srgbClr val="68528D"/>
                  </ns7:solidFill>
                  <ns7:latin typeface="Times New Roman"/>
                  <ns7:ea typeface="Times New Roman"/>
                </ns7:rPr>
                <ns7:t>Numerical analysis</ns7:t>
              </ns7:r>
            </ns7:p>
          </p:txBody>
        </p:sp>
        <p:sp>
          <p:nvSpPr>
            <p:cNvPr id="10381" name="Evidence review"/>
            <p:cNvSpPr/>
            <p:nvPr/>
          </p:nvSpPr>
          <p:spPr>
            <ns1:xfrm xmlns:ns1="http://schemas.openxmlformats.org/drawingml/2006/main">
              <ns1:off x="6286500" y="95250"/>
              <ns1:ext cx="2333625" cy="3429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2025" b="1">
                  <ns7:solidFill>
                    <ns7:srgbClr val="39846C"/>
                  </ns7:solidFill>
                  <ns7:latin typeface="Times New Roman"/>
                  <ns7:ea typeface="Times New Roman"/>
                </ns7:rPr>
                <ns7:t>Evidence review</ns7:t>
              </ns7:r>
            </ns7:p>
          </p:txBody>
        </p:sp>
        <p:sp>
          <p:nvSpPr>
            <p:cNvPr id="10382" name="Response"/>
            <p:cNvSpPr/>
            <p:nvPr/>
          </p:nvSpPr>
          <p:spPr>
            <ns1:xfrm xmlns:ns1="http://schemas.openxmlformats.org/drawingml/2006/main">
              <ns1:off x="9048750" y="95250"/>
              <ns1:ext cx="2190750" cy="3429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2025" b="1">
                  <ns7:solidFill>
                    <ns7:srgbClr val="A87835"/>
                  </ns7:solidFill>
                  <ns7:latin typeface="Times New Roman"/>
                  <ns7:ea typeface="Times New Roman"/>
                </ns7:rPr>
                <ns7:t>Response</ns7:t>
              </ns7:r>
            </ns7:p>
          </p:txBody>
        </p:sp>
        <p:grpSp>
          <p:nvGrpSpPr>
            <p:cNvPr id="10387" name="Question and data"/>
            <p:cNvGrpSpPr/>
            <p:nvPr/>
          </p:nvGrpSpPr>
          <p:grpSpPr>
            <ns1:xfrm xmlns:ns1="http://schemas.openxmlformats.org/drawingml/2006/main">
              <ns1:off x="238125" y="657225"/>
              <ns1:ext cx="2571750" cy="2114550"/>
              <ns1:chOff x="238125" y="657225"/>
              <ns1:chExt cx="2571750" cy="2114550"/>
            </ns1:xfrm>
          </p:grpSpPr>
          <p:sp>
            <p:nvSpPr>
              <p:cNvPr id="10383" name="What changed over time?"/>
              <p:cNvSpPr/>
              <p:nvPr/>
            </p:nvSpPr>
            <p:spPr>
              <ns1:xfrm xmlns:ns1="http://schemas.openxmlformats.org/drawingml/2006/main">
                <ns1:off x="238125" y="657225"/>
                <ns1:ext cx="2571750" cy="3810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725" b="0">
                    <ns7:solidFill>
                      <ns7:srgbClr val="3376A0"/>
                    </ns7:solidFill>
                    <ns7:latin typeface="Times New Roman"/>
                    <ns7:ea typeface="Times New Roman"/>
                  </ns7:rPr>
                  <ns7:t>What changed over time?</ns7:t>
                </ns7:r>
              </ns7:p>
            </p:txBody>
          </p:sp>
          <p:sp>
            <p:nvSpPr>
              <p:cNvPr id="10384" name="Time axis"/>
              <p:cNvSpPr/>
              <p:nvPr/>
            </p:nvSpPr>
            <p:spPr>
              <ns1:xfrm xmlns:ns1="http://schemas.openxmlformats.org/drawingml/2006/main">
                <ns1:off x="533400" y="1314450"/>
                <ns1:ext cx="2000250" cy="90487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10000" h="95000" fill="none">
                    <ns2:moveTo>
                      <ns2:pt x="0" y="0"/>
                    </ns2:moveTo>
                    <ns2:lnTo>
                      <ns2:pt x="0" y="95000"/>
                    </ns2:lnTo>
                    <ns2:lnTo>
                      <ns2:pt x="210000" y="95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9525" cap="rnd">
                <ns4:solidFill>
                  <ns4:srgbClr val="B8C6CE"/>
                </ns4:solidFill>
              </ns4:ln>
            </p:spPr>
          </p:sp>
          <p:sp>
            <p:nvSpPr>
              <p:cNvPr id="10385" name="Schematic series"/>
              <p:cNvSpPr/>
              <p:nvPr/>
            </p:nvSpPr>
            <p:spPr>
              <ns1:xfrm xmlns:ns1="http://schemas.openxmlformats.org/drawingml/2006/main">
                <ns1:off x="533400" y="1658302"/>
                <ns1:ext cx="2000250" cy="271462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10000" h="28500" fill="none">
                    <ns2:moveTo>
                      <ns2:pt x="0" y="19000"/>
                    </ns2:moveTo>
                    <ns2:lnTo>
                      <ns2:pt x="17500" y="11400"/>
                    </ns2:lnTo>
                    <ns2:lnTo>
                      <ns2:pt x="35000" y="24700"/>
                    </ns2:lnTo>
                    <ns2:lnTo>
                      <ns2:pt x="52500" y="5700"/>
                    </ns2:lnTo>
                    <ns2:lnTo>
                      <ns2:pt x="70000" y="13300"/>
                    </ns2:lnTo>
                    <ns2:lnTo>
                      <ns2:pt x="87500" y="28500"/>
                    </ns2:lnTo>
                    <ns2:lnTo>
                      <ns2:pt x="105000" y="16150"/>
                    </ns2:lnTo>
                    <ns2:lnTo>
                      <ns2:pt x="122500" y="2850"/>
                    </ns2:lnTo>
                    <ns2:lnTo>
                      <ns2:pt x="140000" y="19950"/>
                    </ns2:lnTo>
                    <ns2:lnTo>
                      <ns2:pt x="157500" y="13300"/>
                    </ns2:lnTo>
                    <ns2:lnTo>
                      <ns2:pt x="175000" y="0"/>
                    </ns2:lnTo>
                    <ns2:lnTo>
                      <ns2:pt x="192500" y="16150"/>
                    </ns2:lnTo>
                    <ns2:lnTo>
                      <ns2:pt x="210000" y="665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3812" cap="rnd">
                <ns4:solidFill>
                  <ns4:srgbClr val="3376A0"/>
                </ns4:solidFill>
              </ns4:ln>
            </p:spPr>
          </p:sp>
          <p:sp>
            <p:nvSpPr>
              <p:cNvPr id="10386" name="Observed values"/>
              <p:cNvSpPr/>
              <p:nvPr/>
            </p:nvSpPr>
            <p:spPr>
              <ns1:xfrm xmlns:ns1="http://schemas.openxmlformats.org/drawingml/2006/main">
                <ns1:off x="238125" y="2466975"/>
                <ns1:ext cx="2571750" cy="3048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650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Observed values</ns7:t>
                </ns7:r>
              </ns7:p>
            </p:txBody>
          </p:sp>
        </p:grpSp>
        <p:grpSp>
          <p:nvGrpSpPr>
            <p:cNvPr id="10393" name="Analytical outputs"/>
            <p:cNvGrpSpPr/>
            <p:nvPr/>
          </p:nvGrpSpPr>
          <p:grpSpPr>
            <ns1:xfrm xmlns:ns1="http://schemas.openxmlformats.org/drawingml/2006/main">
              <ns1:off x="3143250" y="781050"/>
              <ns1:ext cx="2857500" cy="1990725"/>
              <ns1:chOff x="3143250" y="781050"/>
              <ns1:chExt cx="2857500" cy="1990725"/>
            </ns1:xfrm>
          </p:grpSpPr>
          <p:sp>
            <p:nvSpPr>
              <p:cNvPr id="10388" name="Time axis"/>
              <p:cNvSpPr/>
              <p:nvPr/>
            </p:nvSpPr>
            <p:spPr>
              <ns1:xfrm xmlns:ns1="http://schemas.openxmlformats.org/drawingml/2006/main">
                <ns1:off x="3476625" y="781050"/>
                <ns1:ext cx="2000250" cy="60007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10000" h="63000" fill="none">
                    <ns2:moveTo>
                      <ns2:pt x="0" y="0"/>
                    </ns2:moveTo>
                    <ns2:lnTo>
                      <ns2:pt x="0" y="63000"/>
                    </ns2:lnTo>
                    <ns2:lnTo>
                      <ns2:pt x="210000" y="63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9525" cap="rnd">
                <ns4:solidFill>
                  <ns4:srgbClr val="B8C6CE"/>
                </ns4:solidFill>
              </ns4:ln>
            </p:spPr>
          </p:sp>
          <p:sp>
            <p:nvSpPr>
              <p:cNvPr id="10389" name="Schematic series"/>
              <p:cNvSpPr/>
              <p:nvPr/>
            </p:nvSpPr>
            <p:spPr>
              <ns1:xfrm xmlns:ns1="http://schemas.openxmlformats.org/drawingml/2006/main">
                <ns1:off x="3476625" y="928068"/>
                <ns1:ext cx="2000250" cy="35704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10000" h="37485" fill="none">
                    <ns2:moveTo>
                      <ns2:pt x="0" y="37485"/>
                    </ns2:moveTo>
                    <ns2:lnTo>
                      <ns2:pt x="17500" y="28350"/>
                    </ns2:lnTo>
                    <ns2:lnTo>
                      <ns2:pt x="35000" y="31815"/>
                    </ns2:lnTo>
                    <ns2:lnTo>
                      <ns2:pt x="52500" y="22680"/>
                    </ns2:lnTo>
                    <ns2:lnTo>
                      <ns2:pt x="70000" y="26145"/>
                    </ns2:lnTo>
                    <ns2:lnTo>
                      <ns2:pt x="87500" y="17010"/>
                    </ns2:lnTo>
                    <ns2:lnTo>
                      <ns2:pt x="105000" y="20475"/>
                    </ns2:lnTo>
                    <ns2:lnTo>
                      <ns2:pt x="122500" y="11340"/>
                    </ns2:lnTo>
                    <ns2:lnTo>
                      <ns2:pt x="140000" y="14805"/>
                    </ns2:lnTo>
                    <ns2:lnTo>
                      <ns2:pt x="157500" y="5670"/>
                    </ns2:lnTo>
                    <ns2:lnTo>
                      <ns2:pt x="175000" y="9135"/>
                    </ns2:lnTo>
                    <ns2:lnTo>
                      <ns2:pt x="192500" y="0"/>
                    </ns2:lnTo>
                    <ns2:lnTo>
                      <ns2:pt x="210000" y="3465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3812" cap="rnd">
                <ns4:solidFill>
                  <ns4:srgbClr val="68528D"/>
                </ns4:solidFill>
              </ns4:ln>
            </p:spPr>
          </p:sp>
          <p:sp>
            <p:nvSpPr>
              <p:cNvPr id="10390" name="Time axis"/>
              <p:cNvSpPr/>
              <p:nvPr/>
            </p:nvSpPr>
            <p:spPr>
              <ns1:xfrm xmlns:ns1="http://schemas.openxmlformats.org/drawingml/2006/main">
                <ns1:off x="3476625" y="1733550"/>
                <ns1:ext cx="2000250" cy="60007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10000" h="63000" fill="none">
                    <ns2:moveTo>
                      <ns2:pt x="0" y="0"/>
                    </ns2:moveTo>
                    <ns2:lnTo>
                      <ns2:pt x="0" y="63000"/>
                    </ns2:lnTo>
                    <ns2:lnTo>
                      <ns2:pt x="210000" y="63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9525" cap="rnd">
                <ns4:solidFill>
                  <ns4:srgbClr val="B8C6CE"/>
                </ns4:solidFill>
              </ns4:ln>
            </p:spPr>
          </p:sp>
          <p:sp>
            <p:nvSpPr>
              <p:cNvPr id="10391" name="Schematic series"/>
              <p:cNvSpPr/>
              <p:nvPr/>
            </p:nvSpPr>
            <p:spPr>
              <ns1:xfrm xmlns:ns1="http://schemas.openxmlformats.org/drawingml/2006/main">
                <ns1:off x="3476625" y="1961578"/>
                <ns1:ext cx="2000250" cy="180023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10000" h="18900" fill="none">
                    <ns2:moveTo>
                      <ns2:pt x="0" y="12600"/>
                    </ns2:moveTo>
                    <ns2:lnTo>
                      <ns2:pt x="17500" y="7560"/>
                    </ns2:lnTo>
                    <ns2:lnTo>
                      <ns2:pt x="35000" y="16380"/>
                    </ns2:lnTo>
                    <ns2:lnTo>
                      <ns2:pt x="52500" y="3780"/>
                    </ns2:lnTo>
                    <ns2:lnTo>
                      <ns2:pt x="70000" y="8820"/>
                    </ns2:lnTo>
                    <ns2:lnTo>
                      <ns2:pt x="87500" y="18900"/>
                    </ns2:lnTo>
                    <ns2:lnTo>
                      <ns2:pt x="105000" y="10710"/>
                    </ns2:lnTo>
                    <ns2:lnTo>
                      <ns2:pt x="122500" y="1890"/>
                    </ns2:lnTo>
                    <ns2:lnTo>
                      <ns2:pt x="140000" y="13230"/>
                    </ns2:lnTo>
                    <ns2:lnTo>
                      <ns2:pt x="157500" y="8820"/>
                    </ns2:lnTo>
                    <ns2:lnTo>
                      <ns2:pt x="175000" y="0"/>
                    </ns2:lnTo>
                    <ns2:lnTo>
                      <ns2:pt x="192500" y="10710"/>
                    </ns2:lnTo>
                    <ns2:lnTo>
                      <ns2:pt x="210000" y="441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3812" cap="rnd">
                <ns4:solidFill>
                  <ns4:srgbClr val="68528D"/>
                </ns4:solidFill>
              </ns4:ln>
            </p:spPr>
          </p:sp>
          <p:sp>
            <p:nvSpPr>
              <p:cNvPr id="10392" name="Trend and temporal structure"/>
              <p:cNvSpPr/>
              <p:nvPr/>
            </p:nvSpPr>
            <p:spPr>
              <ns1:xfrm xmlns:ns1="http://schemas.openxmlformats.org/drawingml/2006/main">
                <ns1:off x="3143250" y="2466975"/>
                <ns1:ext cx="2857500" cy="3048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650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Trend and temporal structure</ns7:t>
                </ns7:r>
              </ns7:p>
            </p:txBody>
          </p:sp>
        </p:grpSp>
        <p:grpSp>
          <p:nvGrpSpPr>
            <p:cNvPr id="10401" name="Evidence review"/>
            <p:cNvGrpSpPr/>
            <p:nvPr/>
          </p:nvGrpSpPr>
          <p:grpSpPr>
            <ns1:xfrm xmlns:ns1="http://schemas.openxmlformats.org/drawingml/2006/main">
              <ns1:off x="6162675" y="809625"/>
              <ns1:ext cx="2714625" cy="1962150"/>
              <ns1:chOff x="6162675" y="809625"/>
              <ns1:chExt cx="2714625" cy="1962150"/>
            </ns1:xfrm>
          </p:grpSpPr>
          <p:grpSp>
            <p:nvGrpSpPr>
              <p:cNvPr id="10397" name="search-check editable icon"/>
              <p:cNvGrpSpPr/>
              <p:nvPr/>
            </p:nvGrpSpPr>
            <p:grpSpPr>
              <ns1:xfrm xmlns:ns1="http://schemas.openxmlformats.org/drawingml/2006/main">
                <ns1:off x="7105650" y="809625"/>
                <ns1:ext cx="523875" cy="523875"/>
                <ns1:chOff x="7105650" y="809625"/>
                <ns1:chExt cx="523875" cy="523875"/>
              </ns1:xfrm>
            </p:grpSpPr>
            <p:sp>
              <p:nvSpPr>
                <p:cNvPr id="10394" name="search-check-0"/>
                <p:cNvSpPr/>
                <p:nvPr/>
              </p:nvSpPr>
              <p:spPr>
                <ns1:xfrm xmlns:ns1="http://schemas.openxmlformats.org/drawingml/2006/main">
                  <ns1:off x="7105650" y="809625"/>
                  <ns1:ext cx="523875" cy="52387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11000"/>
                      </ns2:moveTo>
                      <ns2:lnTo>
                        <ns2:pt x="10000" y="13000"/>
                      </ns2:lnTo>
                      <ns2:lnTo>
                        <ns2:pt x="14000" y="9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32742" cap="rnd">
                  <ns4:solidFill>
                    <ns4:srgbClr val="39846C"/>
                  </ns4:solidFill>
                </ns4:ln>
              </p:spPr>
            </p:sp>
            <p:sp>
              <p:nvSpPr>
                <p:cNvPr id="10395" name="search-check-1"/>
                <p:cNvSpPr/>
                <p:nvPr/>
              </p:nvSpPr>
              <p:spPr>
                <ns1:xfrm xmlns:ns1="http://schemas.openxmlformats.org/drawingml/2006/main">
                  <ns1:off x="7171134" y="875109"/>
                  <ns1:ext cx="349250" cy="349250"/>
                </ns1:xfrm>
                <ns2:prstGeom xmlns:ns2="http://schemas.openxmlformats.org/drawingml/2006/main" prst="ellipse">
                  <ns2:avLst/>
                </ns2:prstGeom>
                <ns3:noFill xmlns:ns3="http://schemas.openxmlformats.org/drawingml/2006/main"/>
                <ns5:ln xmlns:ns5="http://schemas.openxmlformats.org/drawingml/2006/main" w="32742" cap="rnd">
                  <ns5:solidFill>
                    <ns5:srgbClr val="39846C"/>
                  </ns5:solidFill>
                </ns5:ln>
              </p:spPr>
            </p:sp>
            <p:sp>
              <p:nvSpPr>
                <p:cNvPr id="10396" name="search-check-2"/>
                <p:cNvSpPr/>
                <p:nvPr/>
              </p:nvSpPr>
              <p:spPr>
                <ns1:xfrm xmlns:ns1="http://schemas.openxmlformats.org/drawingml/2006/main">
                  <ns1:off x="7105650" y="809625"/>
                  <ns1:ext cx="523875" cy="52387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1000" y="21000"/>
                      </ns2:moveTo>
                      <ns2:lnTo>
                        <ns2:pt x="16700" y="167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32742" cap="rnd">
                  <ns4:solidFill>
                    <ns4:srgbClr val="39846C"/>
                  </ns4:solidFill>
                </ns4:ln>
              </p:spPr>
            </p:sp>
          </p:grpSp>
          <p:sp>
            <p:nvSpPr>
              <p:cNvPr id="10398" name="Check claims against"/>
              <p:cNvSpPr/>
              <p:nvPr/>
            </p:nvSpPr>
            <p:spPr>
              <ns1:xfrm xmlns:ns1="http://schemas.openxmlformats.org/drawingml/2006/main">
                <ns1:off x="6334125" y="1571625"/>
                <ns1:ext cx="2333625" cy="3048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650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Check claims against</ns7:t>
                </ns7:r>
              </ns7:p>
            </p:txBody>
          </p:sp>
          <p:sp>
            <p:nvSpPr>
              <p:cNvPr id="10399" name="computed evidence"/>
              <p:cNvSpPr/>
              <p:nvPr/>
            </p:nvSpPr>
            <p:spPr>
              <ns1:xfrm xmlns:ns1="http://schemas.openxmlformats.org/drawingml/2006/main">
                <ns1:off x="6334125" y="1885950"/>
                <ns1:ext cx="2333625" cy="3048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650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computed evidence</ns7:t>
                </ns7:r>
              </ns7:p>
            </p:txBody>
          </p:sp>
          <p:sp>
            <p:nvSpPr>
              <p:cNvPr id="10400" name="Request another operation"/>
              <p:cNvSpPr/>
              <p:nvPr/>
            </p:nvSpPr>
            <p:spPr>
              <ns1:xfrm xmlns:ns1="http://schemas.openxmlformats.org/drawingml/2006/main">
                <ns1:off x="6162675" y="2466975"/>
                <ns1:ext cx="2714625" cy="3048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650" b="0">
                    <ns7:solidFill>
                      <ns7:srgbClr val="39846C"/>
                    </ns7:solidFill>
                    <ns7:latin typeface="Times New Roman"/>
                    <ns7:ea typeface="Times New Roman"/>
                  </ns7:rPr>
                  <ns7:t>Request another operation</ns7:t>
                </ns7:r>
              </ns7:p>
            </p:txBody>
          </p:sp>
        </p:grpSp>
        <p:grpSp>
          <p:nvGrpSpPr>
            <p:cNvPr id="10407" name="Grounded response"/>
            <p:cNvGrpSpPr/>
            <p:nvPr/>
          </p:nvGrpSpPr>
          <p:grpSpPr>
            <ns1:xfrm xmlns:ns1="http://schemas.openxmlformats.org/drawingml/2006/main">
              <ns1:off x="9382125" y="895350"/>
              <ns1:ext cx="1524000" cy="1371600"/>
              <ns1:chOff x="9382125" y="895350"/>
              <ns1:chExt cx="1524000" cy="1371600"/>
            </ns1:xfrm>
          </p:grpSpPr>
          <p:sp>
            <p:nvSpPr>
              <p:cNvPr id="10402" name="Document Findings"/>
              <p:cNvSpPr/>
              <p:nvPr/>
            </p:nvSpPr>
            <p:spPr>
              <ns1:xfrm xmlns:ns1="http://schemas.openxmlformats.org/drawingml/2006/main">
                <ns1:off x="9382125" y="895350"/>
                <ns1:ext cx="1524000" cy="1371600"/>
              </ns1:xfrm>
              <ns2:prstGeom xmlns:ns2="http://schemas.openxmlformats.org/drawingml/2006/main" prst="rect">
                <ns2:avLst/>
              </ns2:prstGeom>
              <ns3:solidFill xmlns:ns3="http://schemas.openxmlformats.org/drawingml/2006/main">
                <ns3:srgbClr val="FFFFFF"/>
              </ns3:solidFill>
              <ns4:ln xmlns:ns4="http://schemas.openxmlformats.org/drawingml/2006/main" w="9525" cap="rnd">
                <ns4:solidFill>
                  <ns4:srgbClr val="DCE5EA"/>
                </ns4:solidFill>
              </ns4:ln>
            </p:spPr>
          </p:sp>
          <p:sp>
            <p:nvSpPr>
              <p:cNvPr id="10403" name="Findings"/>
              <p:cNvSpPr/>
              <p:nvPr/>
            </p:nvSpPr>
            <p:spPr>
              <ns1:xfrm xmlns:ns1="http://schemas.openxmlformats.org/drawingml/2006/main">
                <ns1:off x="9429750" y="933450"/>
                <ns1:ext cx="1428750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650" b="1">
                    <ns7:solidFill>
                      <ns7:srgbClr val="A87835"/>
                    </ns7:solidFill>
                    <ns7:latin typeface="Times New Roman"/>
                    <ns7:ea typeface="Times New Roman"/>
                  </ns7:rPr>
                  <ns7:t>Findings</ns7:t>
                </ns7:r>
              </ns7:p>
            </p:txBody>
          </p:sp>
          <p:sp>
            <p:nvSpPr>
              <p:cNvPr id="10404" name="Evidence"/>
              <p:cNvSpPr/>
              <p:nvPr/>
            </p:nvSpPr>
            <p:spPr>
              <ns1:xfrm xmlns:ns1="http://schemas.openxmlformats.org/drawingml/2006/main">
                <ns1:off x="9467850" y="1257300"/>
                <ns1:ext cx="1352550" cy="21907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350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Evidence</ns7:t>
                </ns7:r>
              </ns7:p>
            </p:txBody>
          </p:sp>
          <p:sp>
            <p:nvSpPr>
              <p:cNvPr id="10405" name="Explanation"/>
              <p:cNvSpPr/>
              <p:nvPr/>
            </p:nvSpPr>
            <p:spPr>
              <ns1:xfrm xmlns:ns1="http://schemas.openxmlformats.org/drawingml/2006/main">
                <ns1:off x="9467850" y="1466850"/>
                <ns1:ext cx="1352550" cy="21907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350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Explanation</ns7:t>
                </ns7:r>
              </ns7:p>
            </p:txBody>
          </p:sp>
          <p:sp>
            <p:nvSpPr>
              <p:cNvPr id="10406" name="Source links"/>
              <p:cNvSpPr/>
              <p:nvPr/>
            </p:nvSpPr>
            <p:spPr>
              <ns1:xfrm xmlns:ns1="http://schemas.openxmlformats.org/drawingml/2006/main">
                <ns1:off x="9467850" y="1676400"/>
                <ns1:ext cx="1352550" cy="21907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350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Source links</ns7:t>
                </ns7:r>
              </ns7:p>
            </p:txBody>
          </p:sp>
        </p:grpSp>
        <p:sp>
          <p:nvSpPr>
            <p:cNvPr id="10408" name="flow"/>
            <p:cNvSpPr/>
            <p:nvPr/>
          </p:nvSpPr>
          <p:spPr>
            <ns1:xfrm xmlns:ns1="http://schemas.openxmlformats.org/drawingml/2006/main">
              <ns1:off x="2819400" y="1628775"/>
              <ns1:ext cx="28575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30000" h="1000" fill="none">
                  <ns2:moveTo>
                    <ns2:pt x="0" y="0"/>
                  </ns2:moveTo>
                  <ns2:lnTo>
                    <ns2:pt x="30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19050" cap="rnd">
              <ns4:solidFill>
                <ns4:srgbClr val="647788"/>
              </ns4:solidFill>
              <ns4:tailEnd type="triangle"/>
            </ns4:ln>
          </p:spPr>
        </p:sp>
        <p:sp>
          <p:nvSpPr>
            <p:cNvPr id="10409" name="flow"/>
            <p:cNvSpPr/>
            <p:nvPr/>
          </p:nvSpPr>
          <p:spPr>
            <ns1:xfrm xmlns:ns1="http://schemas.openxmlformats.org/drawingml/2006/main">
              <ns1:off x="5953125" y="1628775"/>
              <ns1:ext cx="26670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28000" h="1000" fill="none">
                  <ns2:moveTo>
                    <ns2:pt x="0" y="0"/>
                  </ns2:moveTo>
                  <ns2:lnTo>
                    <ns2:pt x="28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19050" cap="rnd">
              <ns4:solidFill>
                <ns4:srgbClr val="647788"/>
              </ns4:solidFill>
              <ns4:tailEnd type="triangle"/>
            </ns4:ln>
          </p:spPr>
        </p:sp>
        <p:sp>
          <p:nvSpPr>
            <p:cNvPr id="10410" name="flow"/>
            <p:cNvSpPr/>
            <p:nvPr/>
          </p:nvSpPr>
          <p:spPr>
            <ns1:xfrm xmlns:ns1="http://schemas.openxmlformats.org/drawingml/2006/main">
              <ns1:off x="8743950" y="1628775"/>
              <ns1:ext cx="26670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28000" h="1000" fill="none">
                  <ns2:moveTo>
                    <ns2:pt x="0" y="0"/>
                  </ns2:moveTo>
                  <ns2:lnTo>
                    <ns2:pt x="28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19050" cap="rnd">
              <ns4:solidFill>
                <ns4:srgbClr val="647788"/>
              </ns4:solidFill>
              <ns4:tailEnd type="triangle"/>
            </ns4:ln>
          </p:spPr>
        </p:sp>
        <p:sp>
          <p:nvSpPr>
            <p:cNvPr id="10411" name="Analytical revision"/>
            <p:cNvSpPr/>
            <p:nvPr/>
          </p:nvSpPr>
          <p:spPr>
            <ns1:xfrm xmlns:ns1="http://schemas.openxmlformats.org/drawingml/2006/main">
              <ns1:off x="4495800" y="2981325"/>
              <ns1:ext cx="3000375" cy="400050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315000" h="42000" fill="none">
                  <ns2:moveTo>
                    <ns2:pt x="315000" y="0"/>
                  </ns2:moveTo>
                  <ns2:lnTo>
                    <ns2:pt x="315000" y="42000"/>
                  </ns2:lnTo>
                  <ns2:lnTo>
                    <ns2:pt x="0" y="42000"/>
                  </ns2:lnTo>
                  <ns2:lnTo>
                    <ns2:pt x="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19050" cap="rnd">
              <ns4:solidFill>
                <ns4:srgbClr val="39846C"/>
              </ns4:solidFill>
              <ns4:tailEnd type="triangle"/>
            </ns4:ln>
          </p:spPr>
        </p:sp>
        <p:sp>
          <p:nvSpPr>
            <p:cNvPr id="10412" name="Check and revise"/>
            <p:cNvSpPr/>
            <p:nvPr/>
          </p:nvSpPr>
          <p:spPr>
            <ns1:xfrm xmlns:ns1="http://schemas.openxmlformats.org/drawingml/2006/main">
              <ns1:off x="4667250" y="3476625"/>
              <ns1:ext cx="2667000" cy="2857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650" b="0">
                  <ns7:solidFill>
                    <ns7:srgbClr val="39846C"/>
                  </ns7:solidFill>
                  <ns7:latin typeface="Times New Roman"/>
                  <ns7:ea typeface="Times New Roman"/>
                </ns7:rPr>
                <ns7:t>Check and revise</ns7:t>
              </ns7:r>
            </ns7:p>
          </p:txBody>
        </p:sp>
        <p:sp>
          <p:nvSpPr>
            <p:cNvPr id="10413" name="Log separator"/>
            <p:cNvSpPr/>
            <p:nvPr/>
          </p:nvSpPr>
          <p:spPr>
            <ns1:xfrm xmlns:ns1="http://schemas.openxmlformats.org/drawingml/2006/main">
              <ns1:off x="238125" y="3933825"/>
              <ns1:ext cx="1095375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150000" h="1000" fill="none">
                  <ns2:moveTo>
                    <ns2:pt x="0" y="0"/>
                  </ns2:moveTo>
                  <ns2:lnTo>
                    <ns2:pt x="1150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9525" cap="rnd">
              <ns4:solidFill>
                <ns4:srgbClr val="DCE5EA"/>
              </ns4:solidFill>
            </ns4:ln>
          </p:spPr>
        </p:sp>
        <p:grpSp>
          <p:nvGrpSpPr>
            <p:cNvPr id="10430" name="Evidence trace"/>
            <p:cNvGrpSpPr/>
            <p:nvPr/>
          </p:nvGrpSpPr>
          <p:grpSpPr>
            <ns1:xfrm xmlns:ns1="http://schemas.openxmlformats.org/drawingml/2006/main">
              <ns1:off x="904875" y="4181475"/>
              <ns1:ext cx="10296525" cy="638175"/>
              <ns1:chOff x="904875" y="4181475"/>
              <ns1:chExt cx="10296525" cy="638175"/>
            </ns1:xfrm>
          </p:grpSpPr>
          <p:grpSp>
            <p:nvGrpSpPr>
              <p:cNvPr id="10423" name="notebook-tabs editable icon"/>
              <p:cNvGrpSpPr/>
              <p:nvPr/>
            </p:nvGrpSpPr>
            <p:grpSpPr>
              <ns1:xfrm xmlns:ns1="http://schemas.openxmlformats.org/drawingml/2006/main">
                <ns1:off x="904875" y="4371975"/>
                <ns1:ext cx="447675" cy="447675"/>
                <ns1:chOff x="904875" y="4371975"/>
                <ns1:chExt cx="447675" cy="447675"/>
              </ns1:xfrm>
            </p:grpSpPr>
            <p:sp>
              <p:nvSpPr>
                <p:cNvPr id="10414" name="notebook-tabs-0"/>
                <p:cNvSpPr/>
                <p:nvPr/>
              </p:nvSpPr>
              <p:spPr>
                <ns1:xfrm xmlns:ns1="http://schemas.openxmlformats.org/drawingml/2006/main">
                  <ns1:off x="904875" y="4371975"/>
                  <ns1:ext cx="447675" cy="44767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000" y="6000"/>
                      </ns2:moveTo>
                      <ns2:lnTo>
                        <ns2:pt x="6000" y="6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7980" cap="rnd">
                  <ns4:solidFill>
                    <ns4:srgbClr val="3376A0"/>
                  </ns4:solidFill>
                </ns4:ln>
              </p:spPr>
            </p:sp>
            <p:sp>
              <p:nvSpPr>
                <p:cNvPr id="10415" name="notebook-tabs-1"/>
                <p:cNvSpPr/>
                <p:nvPr/>
              </p:nvSpPr>
              <p:spPr>
                <ns1:xfrm xmlns:ns1="http://schemas.openxmlformats.org/drawingml/2006/main">
                  <ns1:off x="904875" y="4371975"/>
                  <ns1:ext cx="447675" cy="44767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000" y="10000"/>
                      </ns2:moveTo>
                      <ns2:lnTo>
                        <ns2:pt x="6000" y="10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7980" cap="rnd">
                  <ns4:solidFill>
                    <ns4:srgbClr val="3376A0"/>
                  </ns4:solidFill>
                </ns4:ln>
              </p:spPr>
            </p:sp>
            <p:sp>
              <p:nvSpPr>
                <p:cNvPr id="10416" name="notebook-tabs-2"/>
                <p:cNvSpPr/>
                <p:nvPr/>
              </p:nvSpPr>
              <p:spPr>
                <ns1:xfrm xmlns:ns1="http://schemas.openxmlformats.org/drawingml/2006/main">
                  <ns1:off x="904875" y="4371975"/>
                  <ns1:ext cx="447675" cy="44767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000" y="14000"/>
                      </ns2:moveTo>
                      <ns2:lnTo>
                        <ns2:pt x="6000" y="14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7980" cap="rnd">
                  <ns4:solidFill>
                    <ns4:srgbClr val="3376A0"/>
                  </ns4:solidFill>
                </ns4:ln>
              </p:spPr>
            </p:sp>
            <p:sp>
              <p:nvSpPr>
                <p:cNvPr id="10417" name="notebook-tabs-3"/>
                <p:cNvSpPr/>
                <p:nvPr/>
              </p:nvSpPr>
              <p:spPr>
                <ns1:xfrm xmlns:ns1="http://schemas.openxmlformats.org/drawingml/2006/main">
                  <ns1:off x="904875" y="4371975"/>
                  <ns1:ext cx="447675" cy="44767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000" y="18000"/>
                      </ns2:moveTo>
                      <ns2:lnTo>
                        <ns2:pt x="6000" y="18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7980" cap="rnd">
                  <ns4:solidFill>
                    <ns4:srgbClr val="3376A0"/>
                  </ns4:solidFill>
                </ns4:ln>
              </p:spPr>
            </p:sp>
            <p:sp>
              <p:nvSpPr>
                <p:cNvPr id="10418" name="notebook-tabs-4"/>
                <p:cNvSpPr/>
                <p:nvPr/>
              </p:nvSpPr>
              <p:spPr>
                <ns1:xfrm xmlns:ns1="http://schemas.openxmlformats.org/drawingml/2006/main">
                  <ns1:off x="979488" y="4409281"/>
                  <ns1:ext cx="298450" cy="373062"/>
                </ns1:xfrm>
                <ns2:prstGeom xmlns:ns2="http://schemas.openxmlformats.org/drawingml/2006/main" prst="roundRect">
                  <ns2:avLst/>
                </ns2:prstGeom>
                <ns3:noFill xmlns:ns3="http://schemas.openxmlformats.org/drawingml/2006/main"/>
                <ns5:ln xmlns:ns5="http://schemas.openxmlformats.org/drawingml/2006/main" w="27980" cap="rnd">
                  <ns5:solidFill>
                    <ns5:srgbClr val="3376A0"/>
                  </ns5:solidFill>
                </ns5:ln>
              </p:spPr>
            </p:sp>
            <p:sp>
              <p:nvSpPr>
                <p:cNvPr id="10419" name="notebook-tabs-5"/>
                <p:cNvSpPr/>
                <p:nvPr/>
              </p:nvSpPr>
              <p:spPr>
                <ns1:xfrm xmlns:ns1="http://schemas.openxmlformats.org/drawingml/2006/main">
                  <ns1:off x="904875" y="4371975"/>
                  <ns1:ext cx="447675" cy="44767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5000" y="2000"/>
                      </ns2:moveTo>
                      <ns2:lnTo>
                        <ns2:pt x="15000" y="22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7980" cap="rnd">
                  <ns4:solidFill>
                    <ns4:srgbClr val="3376A0"/>
                  </ns4:solidFill>
                </ns4:ln>
              </p:spPr>
            </p:sp>
            <p:sp>
              <p:nvSpPr>
                <p:cNvPr id="10420" name="notebook-tabs-6"/>
                <p:cNvSpPr/>
                <p:nvPr/>
              </p:nvSpPr>
              <p:spPr>
                <ns1:xfrm xmlns:ns1="http://schemas.openxmlformats.org/drawingml/2006/main">
                  <ns1:off x="904875" y="4371975"/>
                  <ns1:ext cx="447675" cy="44767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5000" y="7000"/>
                      </ns2:moveTo>
                      <ns2:lnTo>
                        <ns2:pt x="20000" y="7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7980" cap="rnd">
                  <ns4:solidFill>
                    <ns4:srgbClr val="3376A0"/>
                  </ns4:solidFill>
                </ns4:ln>
              </p:spPr>
            </p:sp>
            <p:sp>
              <p:nvSpPr>
                <p:cNvPr id="10421" name="notebook-tabs-7"/>
                <p:cNvSpPr/>
                <p:nvPr/>
              </p:nvSpPr>
              <p:spPr>
                <ns1:xfrm xmlns:ns1="http://schemas.openxmlformats.org/drawingml/2006/main">
                  <ns1:off x="904875" y="4371975"/>
                  <ns1:ext cx="447675" cy="44767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5000" y="12000"/>
                      </ns2:moveTo>
                      <ns2:lnTo>
                        <ns2:pt x="20000" y="12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7980" cap="rnd">
                  <ns4:solidFill>
                    <ns4:srgbClr val="3376A0"/>
                  </ns4:solidFill>
                </ns4:ln>
              </p:spPr>
            </p:sp>
            <p:sp>
              <p:nvSpPr>
                <p:cNvPr id="10422" name="notebook-tabs-8"/>
                <p:cNvSpPr/>
                <p:nvPr/>
              </p:nvSpPr>
              <p:spPr>
                <ns1:xfrm xmlns:ns1="http://schemas.openxmlformats.org/drawingml/2006/main">
                  <ns1:off x="904875" y="4371975"/>
                  <ns1:ext cx="447675" cy="44767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5000" y="17000"/>
                      </ns2:moveTo>
                      <ns2:lnTo>
                        <ns2:pt x="20000" y="17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7980" cap="rnd">
                  <ns4:solidFill>
                    <ns4:srgbClr val="3376A0"/>
                  </ns4:solidFill>
                </ns4:ln>
              </p:spPr>
            </p:sp>
          </p:grpSp>
          <p:sp>
            <p:nvSpPr>
              <p:cNvPr id="10424" name="Evidence log"/>
              <p:cNvSpPr/>
              <p:nvPr/>
            </p:nvSpPr>
            <p:spPr>
              <ns1:xfrm xmlns:ns1="http://schemas.openxmlformats.org/drawingml/2006/main">
                <ns1:off x="1524000" y="4181475"/>
                <ns1:ext cx="2667000" cy="3238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950" b="1">
                    <ns7:solidFill>
                      <ns7:srgbClr val="3376A0"/>
                    </ns7:solidFill>
                    <ns7:latin typeface="Times New Roman"/>
                    <ns7:ea typeface="Times New Roman"/>
                  </ns7:rPr>
                  <ns7:t>Evidence log</ns7:t>
                </ns7:r>
              </ns7:p>
            </p:txBody>
          </p:sp>
          <p:sp>
            <p:nvSpPr>
              <p:cNvPr id="10425" name="Tool inputs"/>
              <p:cNvSpPr/>
              <p:nvPr/>
            </p:nvSpPr>
            <p:spPr>
              <ns1:xfrm xmlns:ns1="http://schemas.openxmlformats.org/drawingml/2006/main">
                <ns1:off x="4476750" y="4267200"/>
                <ns1:ext cx="2000250" cy="3048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725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Tool inputs</ns7:t>
                </ns7:r>
              </ns7:p>
            </p:txBody>
          </p:sp>
          <p:sp>
            <p:nvSpPr>
              <p:cNvPr id="10426" name="flow"/>
              <p:cNvSpPr/>
              <p:nvPr/>
            </p:nvSpPr>
            <p:spPr>
              <ns1:xfrm xmlns:ns1="http://schemas.openxmlformats.org/drawingml/2006/main">
                <ns1:off x="6448425" y="4419600"/>
                <ns1:ext cx="314325" cy="95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33000" h="1000" fill="none">
                    <ns2:moveTo>
                      <ns2:pt x="0" y="0"/>
                    </ns2:moveTo>
                    <ns2:lnTo>
                      <ns2:pt x="33000" y="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9050" cap="rnd">
                <ns4:solidFill>
                  <ns4:srgbClr val="647788"/>
                </ns4:solidFill>
                <ns4:tailEnd type="triangle"/>
              </ns4:ln>
            </p:spPr>
          </p:sp>
          <p:sp>
            <p:nvSpPr>
              <p:cNvPr id="10427" name="Tool outputs"/>
              <p:cNvSpPr/>
              <p:nvPr/>
            </p:nvSpPr>
            <p:spPr>
              <ns1:xfrm xmlns:ns1="http://schemas.openxmlformats.org/drawingml/2006/main">
                <ns1:off x="6819900" y="4267200"/>
                <ns1:ext cx="2000250" cy="3048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725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Tool outputs</ns7:t>
                </ns7:r>
              </ns7:p>
            </p:txBody>
          </p:sp>
          <p:sp>
            <p:nvSpPr>
              <p:cNvPr id="10428" name="flow"/>
              <p:cNvSpPr/>
              <p:nvPr/>
            </p:nvSpPr>
            <p:spPr>
              <ns1:xfrm xmlns:ns1="http://schemas.openxmlformats.org/drawingml/2006/main">
                <ns1:off x="8829675" y="4419600"/>
                <ns1:ext cx="314325" cy="95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33000" h="1000" fill="none">
                    <ns2:moveTo>
                      <ns2:pt x="0" y="0"/>
                    </ns2:moveTo>
                    <ns2:lnTo>
                      <ns2:pt x="33000" y="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9050" cap="rnd">
                <ns4:solidFill>
                  <ns4:srgbClr val="647788"/>
                </ns4:solidFill>
                <ns4:tailEnd type="triangle"/>
              </ns4:ln>
            </p:spPr>
          </p:sp>
          <p:sp>
            <p:nvSpPr>
              <p:cNvPr id="10429" name="Provenance"/>
              <p:cNvSpPr/>
              <p:nvPr/>
            </p:nvSpPr>
            <p:spPr>
              <ns1:xfrm xmlns:ns1="http://schemas.openxmlformats.org/drawingml/2006/main">
                <ns1:off x="9201150" y="4267200"/>
                <ns1:ext cx="2000250" cy="3048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725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Provenance</ns7:t>
                </ns7:r>
              </ns7:p>
            </p:txBody>
          </p:sp>
        </p:grpSp>
      </p:grpSp>
    </p:spTree>
    <p:extLst>
      <p:ext uri="{BB962C8B-B14F-4D97-AF65-F5344CB8AC3E}">
        <p14:creationId xmlns:p14="http://schemas.microsoft.com/office/powerpoint/2010/main" val="10576137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2026-10-21T08:48:18.1200000Z</dcterms:created>
  <dcterms:modified xsi:type="dcterms:W3CDTF">2026-10-21T08:48:18.1200000Z</dcterms:modified>
</coreProperties>
</file>