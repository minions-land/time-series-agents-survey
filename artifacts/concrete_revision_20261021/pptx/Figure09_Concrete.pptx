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458e8788ab484e" /><Relationship Type="http://schemas.openxmlformats.org/officeDocument/2006/relationships/extended-properties" Target="/docProps/app.xml" Id="R91a4fa746cf24c30" /><Relationship Type="http://schemas.openxmlformats.org/officeDocument/2006/relationships/officeDocument" Target="/ppt/presentation.xml" Id="R4177a7f5e08441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502345ecc6423d"/>
  </p:sldMasterIdLst>
  <p:notesMasterIdLst>
    <p:notesMasterId xmlns:r="http://schemas.openxmlformats.org/officeDocument/2006/relationships" r:id="R11cf44f56a584f71"/>
  </p:notesMasterIdLst>
  <p:sldIdLst>
    <p:sldId xmlns:r="http://schemas.openxmlformats.org/officeDocument/2006/relationships" id="256" r:id="R2e51fb185f4d4f95"/>
  </p:sldIdLst>
  <p:sldSz cx="11430000" cy="471487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ff4fd61e5d45db" /><Relationship Type="http://schemas.openxmlformats.org/officeDocument/2006/relationships/slideMaster" Target="/ppt/slideMasters/slideMaster1.xml" Id="R1f502345ecc6423d" /><Relationship Type="http://schemas.openxmlformats.org/officeDocument/2006/relationships/notesMaster" Target="/ppt/notesMasters/notesMaster1.xml" Id="R11cf44f56a584f71" /><Relationship Type="http://schemas.openxmlformats.org/officeDocument/2006/relationships/presProps" Target="/ppt/presProps.xml" Id="R1649aa86c4cb467a" /><Relationship Type="http://schemas.openxmlformats.org/officeDocument/2006/relationships/tableStyles" Target="/ppt/tableStyles.xml" Id="R8248452f59234925" /><Relationship Type="http://schemas.openxmlformats.org/officeDocument/2006/relationships/slide" Target="/ppt/slides/slide1.xml" Id="R2e51fb185f4d4f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4817ca94c947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7e2b336a0a43bd" /><Relationship Type="http://schemas.openxmlformats.org/officeDocument/2006/relationships/notesMaster" Target="/ppt/notesMasters/notesMaster1.xml" Id="R67c20dc6937f4b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Revised Figure 09. Native editable scientific schematic, styled after Figures 5 and 6. Numerical curves, tables and code fragments illustrate the objects handled by modules; they are not experimental results or executable API specifications. Scientific content and method citations follow the matching main.tex paragraph and caption. Lucide line icons: https://lucide.dev, ISC license. Retain semantic groups when editing; ungroup to access labels, connectors, charts and icon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bef4a59f6549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f2d176553c4683" /><Relationship Type="http://schemas.openxmlformats.org/officeDocument/2006/relationships/slideLayout" Target="/ppt/slideLayouts/slideLayout1.xml" Id="R72abd8b7b9b649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abd8b7b9b649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c41b62f3f45b9" /><Relationship Type="http://schemas.openxmlformats.org/officeDocument/2006/relationships/notesSlide" Target="/ppt/notesSlides/notesSlide1.xml" Id="R05b34b23b354408e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71" name="Figure 09 — ungroup to edit modules"/>
          <p:cNvGrpSpPr/>
          <p:nvPr/>
        </p:nvGrpSpPr>
        <p:grpSpPr>
          <ns1:xfrm xmlns:ns1="http://schemas.openxmlformats.org/drawingml/2006/main">
            <ns1:off x="190500" y="142875"/>
            <ns1:ext cx="11049000" cy="4314825"/>
            <ns1:chOff x="190500" y="142875"/>
            <ns1:chExt cx="11049000" cy="4314825"/>
          </ns1:xfrm>
        </p:grpSpPr>
        <p:sp>
          <p:nvSpPr>
            <p:cNvPr id="10110" name="Retrieve examples"/>
            <p:cNvSpPr/>
            <p:nvPr/>
          </p:nvSpPr>
          <p:spPr>
            <ns1:xfrm xmlns:ns1="http://schemas.openxmlformats.org/drawingml/2006/main">
              <ns1:off x="190500" y="142875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Retrieve examples</ns7:t>
              </ns7:r>
            </ns7:p>
          </p:txBody>
        </p:sp>
        <p:sp>
          <p:nvSpPr>
            <p:cNvPr id="10111" name="Construct positive views"/>
            <p:cNvSpPr/>
            <p:nvPr/>
          </p:nvSpPr>
          <p:spPr>
            <ns1:xfrm xmlns:ns1="http://schemas.openxmlformats.org/drawingml/2006/main">
              <ns1:off x="4000500" y="142875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Construct positive views</ns7:t>
              </ns7:r>
            </ns7:p>
          </p:txBody>
        </p:sp>
        <p:sp>
          <p:nvSpPr>
            <p:cNvPr id="10112" name="Review generated views"/>
            <p:cNvSpPr/>
            <p:nvPr/>
          </p:nvSpPr>
          <p:spPr>
            <ns1:xfrm xmlns:ns1="http://schemas.openxmlformats.org/drawingml/2006/main">
              <ns1:off x="7810500" y="142875"/>
              <ns1:ext cx="342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025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Review generated views</ns7:t>
              </ns7:r>
            </ns7:p>
          </p:txBody>
        </p:sp>
        <p:grpSp>
          <p:nvGrpSpPr>
            <p:cNvPr id="10124" name="Retrieved examples"/>
            <p:cNvGrpSpPr/>
            <p:nvPr/>
          </p:nvGrpSpPr>
          <p:grpSpPr>
            <ns1:xfrm xmlns:ns1="http://schemas.openxmlformats.org/drawingml/2006/main">
              <ns1:off x="238125" y="828675"/>
              <ns1:ext cx="3333750" cy="2228850"/>
              <ns1:chOff x="238125" y="828675"/>
              <ns1:chExt cx="3333750" cy="2228850"/>
            </ns1:xfrm>
          </p:grpSpPr>
          <p:sp>
            <p:nvSpPr>
              <p:cNvPr id="10113" name="Time axis"/>
              <p:cNvSpPr/>
              <p:nvPr/>
            </p:nvSpPr>
            <p:spPr>
              <ns1:xfrm xmlns:ns1="http://schemas.openxmlformats.org/drawingml/2006/main">
                <ns1:off x="762000" y="828675"/>
                <ns1:ext cx="2095500" cy="4000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42000" fill="none">
                    <ns2:moveTo>
                      <ns2:pt x="0" y="0"/>
                    </ns2:moveTo>
                    <ns2:lnTo>
                      <ns2:pt x="0" y="42000"/>
                    </ns2:lnTo>
                    <ns2:lnTo>
                      <ns2:pt x="220000" y="4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14" name="Schematic series"/>
              <p:cNvSpPr/>
              <p:nvPr/>
            </p:nvSpPr>
            <p:spPr>
              <ns1:xfrm xmlns:ns1="http://schemas.openxmlformats.org/drawingml/2006/main">
                <ns1:off x="762000" y="980694"/>
                <ns1:ext cx="2095500" cy="12001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12600" fill="none">
                    <ns2:moveTo>
                      <ns2:pt x="0" y="8400"/>
                    </ns2:moveTo>
                    <ns2:lnTo>
                      <ns2:pt x="18333" y="5040"/>
                    </ns2:lnTo>
                    <ns2:lnTo>
                      <ns2:pt x="36667" y="10920"/>
                    </ns2:lnTo>
                    <ns2:lnTo>
                      <ns2:pt x="55000" y="2520"/>
                    </ns2:lnTo>
                    <ns2:lnTo>
                      <ns2:pt x="73333" y="5880"/>
                    </ns2:lnTo>
                    <ns2:lnTo>
                      <ns2:pt x="91667" y="12600"/>
                    </ns2:lnTo>
                    <ns2:lnTo>
                      <ns2:pt x="110000" y="7140"/>
                    </ns2:lnTo>
                    <ns2:lnTo>
                      <ns2:pt x="128333" y="1260"/>
                    </ns2:lnTo>
                    <ns2:lnTo>
                      <ns2:pt x="146667" y="8820"/>
                    </ns2:lnTo>
                    <ns2:lnTo>
                      <ns2:pt x="165000" y="5880"/>
                    </ns2:lnTo>
                    <ns2:lnTo>
                      <ns2:pt x="183333" y="0"/>
                    </ns2:lnTo>
                    <ns2:lnTo>
                      <ns2:pt x="201667" y="7140"/>
                    </ns2:lnTo>
                    <ns2:lnTo>
                      <ns2:pt x="220000" y="294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115" name="Time axis"/>
              <p:cNvSpPr/>
              <p:nvPr/>
            </p:nvSpPr>
            <p:spPr>
              <ns1:xfrm xmlns:ns1="http://schemas.openxmlformats.org/drawingml/2006/main">
                <ns1:off x="762000" y="1476375"/>
                <ns1:ext cx="2095500" cy="4000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42000" fill="none">
                    <ns2:moveTo>
                      <ns2:pt x="0" y="0"/>
                    </ns2:moveTo>
                    <ns2:lnTo>
                      <ns2:pt x="0" y="42000"/>
                    </ns2:lnTo>
                    <ns2:lnTo>
                      <ns2:pt x="220000" y="4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16" name="Schematic series"/>
              <p:cNvSpPr/>
              <p:nvPr/>
            </p:nvSpPr>
            <p:spPr>
              <ns1:xfrm xmlns:ns1="http://schemas.openxmlformats.org/drawingml/2006/main">
                <ns1:off x="762000" y="1574387"/>
                <ns1:ext cx="2095500" cy="23803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24990" fill="none">
                    <ns2:moveTo>
                      <ns2:pt x="0" y="24990"/>
                    </ns2:moveTo>
                    <ns2:lnTo>
                      <ns2:pt x="18333" y="18900"/>
                    </ns2:lnTo>
                    <ns2:lnTo>
                      <ns2:pt x="36667" y="21210"/>
                    </ns2:lnTo>
                    <ns2:lnTo>
                      <ns2:pt x="55000" y="15120"/>
                    </ns2:lnTo>
                    <ns2:lnTo>
                      <ns2:pt x="73333" y="17430"/>
                    </ns2:lnTo>
                    <ns2:lnTo>
                      <ns2:pt x="91667" y="11340"/>
                    </ns2:lnTo>
                    <ns2:lnTo>
                      <ns2:pt x="110000" y="13650"/>
                    </ns2:lnTo>
                    <ns2:lnTo>
                      <ns2:pt x="128333" y="7560"/>
                    </ns2:lnTo>
                    <ns2:lnTo>
                      <ns2:pt x="146667" y="9870"/>
                    </ns2:lnTo>
                    <ns2:lnTo>
                      <ns2:pt x="165000" y="3780"/>
                    </ns2:lnTo>
                    <ns2:lnTo>
                      <ns2:pt x="183333" y="6090"/>
                    </ns2:lnTo>
                    <ns2:lnTo>
                      <ns2:pt x="201667" y="0"/>
                    </ns2:lnTo>
                    <ns2:lnTo>
                      <ns2:pt x="220000" y="231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sp>
            <p:nvSpPr>
              <p:cNvPr id="10117" name="Time axis"/>
              <p:cNvSpPr/>
              <p:nvPr/>
            </p:nvSpPr>
            <p:spPr>
              <ns1:xfrm xmlns:ns1="http://schemas.openxmlformats.org/drawingml/2006/main">
                <ns1:off x="762000" y="2124075"/>
                <ns1:ext cx="2095500" cy="4000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42000" fill="none">
                    <ns2:moveTo>
                      <ns2:pt x="0" y="0"/>
                    </ns2:moveTo>
                    <ns2:lnTo>
                      <ns2:pt x="0" y="42000"/>
                    </ns2:lnTo>
                    <ns2:lnTo>
                      <ns2:pt x="220000" y="4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18" name="Schematic series"/>
              <p:cNvSpPr/>
              <p:nvPr/>
            </p:nvSpPr>
            <p:spPr>
              <ns1:xfrm xmlns:ns1="http://schemas.openxmlformats.org/drawingml/2006/main">
                <ns1:off x="762000" y="2204085"/>
                <ns1:ext cx="2095500" cy="2000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21000" fill="none">
                    <ns2:moveTo>
                      <ns2:pt x="0" y="21000"/>
                    </ns2:moveTo>
                    <ns2:lnTo>
                      <ns2:pt x="18333" y="8400"/>
                    </ns2:lnTo>
                    <ns2:lnTo>
                      <ns2:pt x="36667" y="0"/>
                    </ns2:lnTo>
                    <ns2:lnTo>
                      <ns2:pt x="55000" y="10500"/>
                    </ns2:lnTo>
                    <ns2:lnTo>
                      <ns2:pt x="73333" y="21000"/>
                    </ns2:lnTo>
                    <ns2:lnTo>
                      <ns2:pt x="91667" y="8400"/>
                    </ns2:lnTo>
                    <ns2:lnTo>
                      <ns2:pt x="110000" y="0"/>
                    </ns2:lnTo>
                    <ns2:lnTo>
                      <ns2:pt x="128333" y="10500"/>
                    </ns2:lnTo>
                    <ns2:lnTo>
                      <ns2:pt x="146667" y="21000"/>
                    </ns2:lnTo>
                    <ns2:lnTo>
                      <ns2:pt x="165000" y="8400"/>
                    </ns2:lnTo>
                    <ns2:lnTo>
                      <ns2:pt x="183333" y="0"/>
                    </ns2:lnTo>
                    <ns2:lnTo>
                      <ns2:pt x="201667" y="10500"/>
                    </ns2:lnTo>
                    <ns2:lnTo>
                      <ns2:pt x="2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376A0"/>
                </ns4:solidFill>
              </ns4:ln>
            </p:spPr>
          </p:sp>
          <p:grpSp>
            <p:nvGrpSpPr>
              <p:cNvPr id="10122" name="search-check editable icon"/>
              <p:cNvGrpSpPr/>
              <p:nvPr/>
            </p:nvGrpSpPr>
            <p:grpSpPr>
              <ns1:xfrm xmlns:ns1="http://schemas.openxmlformats.org/drawingml/2006/main">
                <ns1:off x="3009900" y="1514475"/>
                <ns1:ext cx="381000" cy="381000"/>
                <ns1:chOff x="3009900" y="1514475"/>
                <ns1:chExt cx="381000" cy="381000"/>
              </ns1:xfrm>
            </p:grpSpPr>
            <p:sp>
              <p:nvSpPr>
                <p:cNvPr id="10119" name="search-check-0"/>
                <p:cNvSpPr/>
                <p:nvPr/>
              </p:nvSpPr>
              <p:spPr>
                <ns1:xfrm xmlns:ns1="http://schemas.openxmlformats.org/drawingml/2006/main">
                  <ns1:off x="3009900" y="1514475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1000"/>
                      </ns2:moveTo>
                      <ns2:lnTo>
                        <ns2:pt x="10000" y="13000"/>
                      </ns2:lnTo>
                      <ns2:lnTo>
                        <ns2:pt x="14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376A0"/>
                  </ns4:solidFill>
                </ns4:ln>
              </p:spPr>
            </p:sp>
            <p:sp>
              <p:nvSpPr>
                <p:cNvPr id="10120" name="search-check-1"/>
                <p:cNvSpPr/>
                <p:nvPr/>
              </p:nvSpPr>
              <p:spPr>
                <ns1:xfrm xmlns:ns1="http://schemas.openxmlformats.org/drawingml/2006/main">
                  <ns1:off x="3057525" y="1562100"/>
                  <ns1:ext cx="254000" cy="25400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3812" cap="rnd">
                  <ns5:solidFill>
                    <ns5:srgbClr val="3376A0"/>
                  </ns5:solidFill>
                </ns5:ln>
              </p:spPr>
            </p:sp>
            <p:sp>
              <p:nvSpPr>
                <p:cNvPr id="10121" name="search-check-2"/>
                <p:cNvSpPr/>
                <p:nvPr/>
              </p:nvSpPr>
              <p:spPr>
                <ns1:xfrm xmlns:ns1="http://schemas.openxmlformats.org/drawingml/2006/main">
                  <ns1:off x="3009900" y="1514475"/>
                  <ns1:ext cx="381000" cy="3810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21000"/>
                      </ns2:moveTo>
                      <ns2:lnTo>
                        <ns2:pt x="16700" y="167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3812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123" name="Related historical series"/>
              <p:cNvSpPr/>
              <p:nvPr/>
            </p:nvSpPr>
            <p:spPr>
              <ns1:xfrm xmlns:ns1="http://schemas.openxmlformats.org/drawingml/2006/main">
                <ns1:off x="238125" y="2752725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Related historical series</ns7:t>
                </ns7:r>
              </ns7:p>
            </p:txBody>
          </p:sp>
        </p:grpSp>
        <p:grpSp>
          <p:nvGrpSpPr>
            <p:cNvPr id="10147" name="Positive views"/>
            <p:cNvGrpSpPr/>
            <p:nvPr/>
          </p:nvGrpSpPr>
          <p:grpSpPr>
            <ns1:xfrm xmlns:ns1="http://schemas.openxmlformats.org/drawingml/2006/main">
              <ns1:off x="4048125" y="838200"/>
              <ns1:ext cx="3333750" cy="2219325"/>
              <ns1:chOff x="4048125" y="838200"/>
              <ns1:chExt cx="3333750" cy="2219325"/>
            </ns1:xfrm>
          </p:grpSpPr>
          <p:sp>
            <p:nvSpPr>
              <p:cNvPr id="10125" name="Time axis"/>
              <p:cNvSpPr/>
              <p:nvPr/>
            </p:nvSpPr>
            <p:spPr>
              <ns1:xfrm xmlns:ns1="http://schemas.openxmlformats.org/drawingml/2006/main">
                <ns1:off x="4486275" y="838200"/>
                <ns1:ext cx="209550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62000" fill="none">
                    <ns2:moveTo>
                      <ns2:pt x="0" y="0"/>
                    </ns2:moveTo>
                    <ns2:lnTo>
                      <ns2:pt x="0" y="62000"/>
                    </ns2:lnTo>
                    <ns2:lnTo>
                      <ns2:pt x="220000" y="6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26" name="Selected interval"/>
              <p:cNvSpPr/>
              <p:nvPr/>
            </p:nvSpPr>
            <p:spPr>
              <ns1:xfrm xmlns:ns1="http://schemas.openxmlformats.org/drawingml/2006/main">
                <ns1:off x="5554980" y="838200"/>
                <ns1:ext cx="523875" cy="59055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EDF0F7"/>
              </ns3:solidFill>
              <ns4:ln xmlns:ns4="http://schemas.openxmlformats.org/drawingml/2006/main" w="9525" cap="rnd">
                <ns4:noFill/>
              </ns4:ln>
            </p:spPr>
          </p:sp>
          <p:sp>
            <p:nvSpPr>
              <p:cNvPr id="10127" name="Schematic series"/>
              <p:cNvSpPr/>
              <p:nvPr/>
            </p:nvSpPr>
            <p:spPr>
              <ns1:xfrm xmlns:ns1="http://schemas.openxmlformats.org/drawingml/2006/main">
                <ns1:off x="4486275" y="1062609"/>
                <ns1:ext cx="2095500" cy="17716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18600" fill="none">
                    <ns2:moveTo>
                      <ns2:pt x="0" y="12400"/>
                    </ns2:moveTo>
                    <ns2:lnTo>
                      <ns2:pt x="18333" y="7440"/>
                    </ns2:lnTo>
                    <ns2:lnTo>
                      <ns2:pt x="36667" y="16120"/>
                    </ns2:lnTo>
                    <ns2:lnTo>
                      <ns2:pt x="55000" y="3720"/>
                    </ns2:lnTo>
                    <ns2:lnTo>
                      <ns2:pt x="73333" y="8680"/>
                    </ns2:lnTo>
                    <ns2:lnTo>
                      <ns2:pt x="91667" y="18600"/>
                    </ns2:lnTo>
                    <ns2:lnTo>
                      <ns2:pt x="110000" y="10540"/>
                    </ns2:lnTo>
                    <ns2:lnTo>
                      <ns2:pt x="128333" y="1860"/>
                    </ns2:lnTo>
                    <ns2:lnTo>
                      <ns2:pt x="146667" y="13020"/>
                    </ns2:lnTo>
                    <ns2:lnTo>
                      <ns2:pt x="165000" y="8680"/>
                    </ns2:lnTo>
                    <ns2:lnTo>
                      <ns2:pt x="183333" y="0"/>
                    </ns2:lnTo>
                    <ns2:lnTo>
                      <ns2:pt x="201667" y="10540"/>
                    </ns2:lnTo>
                    <ns2:lnTo>
                      <ns2:pt x="220000" y="434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68528D"/>
                </ns4:solidFill>
              </ns4:ln>
            </p:spPr>
          </p:sp>
          <p:sp>
            <p:nvSpPr>
              <p:cNvPr id="10128" name="Time axis"/>
              <p:cNvSpPr/>
              <p:nvPr/>
            </p:nvSpPr>
            <p:spPr>
              <ns1:xfrm xmlns:ns1="http://schemas.openxmlformats.org/drawingml/2006/main">
                <ns1:off x="4486275" y="1952625"/>
                <ns1:ext cx="2095500" cy="5905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62000" fill="none">
                    <ns2:moveTo>
                      <ns2:pt x="0" y="0"/>
                    </ns2:moveTo>
                    <ns2:lnTo>
                      <ns2:pt x="0" y="62000"/>
                    </ns2:lnTo>
                    <ns2:lnTo>
                      <ns2:pt x="220000" y="6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29" name="Schematic series"/>
              <p:cNvSpPr/>
              <p:nvPr/>
            </p:nvSpPr>
            <p:spPr>
              <ns1:xfrm xmlns:ns1="http://schemas.openxmlformats.org/drawingml/2006/main">
                <ns1:off x="4486275" y="2177034"/>
                <ns1:ext cx="2095500" cy="17716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20000" h="18600" fill="none">
                    <ns2:moveTo>
                      <ns2:pt x="0" y="12400"/>
                    </ns2:moveTo>
                    <ns2:lnTo>
                      <ns2:pt x="18333" y="7440"/>
                    </ns2:lnTo>
                    <ns2:lnTo>
                      <ns2:pt x="36667" y="16120"/>
                    </ns2:lnTo>
                    <ns2:lnTo>
                      <ns2:pt x="55000" y="3720"/>
                    </ns2:lnTo>
                    <ns2:lnTo>
                      <ns2:pt x="73333" y="8680"/>
                    </ns2:lnTo>
                    <ns2:lnTo>
                      <ns2:pt x="91667" y="18600"/>
                    </ns2:lnTo>
                    <ns2:lnTo>
                      <ns2:pt x="110000" y="10540"/>
                    </ns2:lnTo>
                    <ns2:lnTo>
                      <ns2:pt x="128333" y="1860"/>
                    </ns2:lnTo>
                    <ns2:lnTo>
                      <ns2:pt x="146667" y="13020"/>
                    </ns2:lnTo>
                    <ns2:lnTo>
                      <ns2:pt x="165000" y="8680"/>
                    </ns2:lnTo>
                    <ns2:lnTo>
                      <ns2:pt x="183333" y="0"/>
                    </ns2:lnTo>
                    <ns2:lnTo>
                      <ns2:pt x="201667" y="10540"/>
                    </ns2:lnTo>
                    <ns2:lnTo>
                      <ns2:pt x="220000" y="434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grpSp>
            <p:nvGrpSpPr>
              <p:cNvPr id="10135" name="scissors editable icon"/>
              <p:cNvGrpSpPr/>
              <p:nvPr/>
            </p:nvGrpSpPr>
            <p:grpSpPr>
              <ns1:xfrm xmlns:ns1="http://schemas.openxmlformats.org/drawingml/2006/main">
                <ns1:off x="6800850" y="990600"/>
                <ns1:ext cx="304800" cy="304800"/>
                <ns1:chOff x="6800850" y="990600"/>
                <ns1:chExt cx="304800" cy="304800"/>
              </ns1:xfrm>
            </p:grpSpPr>
            <p:sp>
              <p:nvSpPr>
                <p:cNvPr id="10130" name="scissors-0"/>
                <p:cNvSpPr/>
                <p:nvPr/>
              </p:nvSpPr>
              <p:spPr>
                <ns1:xfrm xmlns:ns1="http://schemas.openxmlformats.org/drawingml/2006/main">
                  <ns1:off x="6838950" y="1028700"/>
                  <ns1:ext cx="76200" cy="7620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9050" cap="rnd">
                  <ns5:solidFill>
                    <ns5:srgbClr val="68528D"/>
                  </ns5:solidFill>
                </ns5:ln>
              </p:spPr>
            </p:sp>
            <p:sp>
              <p:nvSpPr>
                <p:cNvPr id="10131" name="scissors-1"/>
                <p:cNvSpPr/>
                <p:nvPr/>
              </p:nvSpPr>
              <p:spPr>
                <ns1:xfrm xmlns:ns1="http://schemas.openxmlformats.org/drawingml/2006/main">
                  <ns1:off x="6800850" y="99060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120" y="812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68528D"/>
                  </ns4:solidFill>
                </ns4:ln>
              </p:spPr>
            </p:sp>
            <p:sp>
              <p:nvSpPr>
                <p:cNvPr id="10132" name="scissors-2"/>
                <p:cNvSpPr/>
                <p:nvPr/>
              </p:nvSpPr>
              <p:spPr>
                <ns1:xfrm xmlns:ns1="http://schemas.openxmlformats.org/drawingml/2006/main">
                  <ns1:off x="6800850" y="99060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4000"/>
                      </ns2:moveTo>
                      <ns2:lnTo>
                        <ns2:pt x="8120" y="1588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68528D"/>
                  </ns4:solidFill>
                </ns4:ln>
              </p:spPr>
            </p:sp>
            <p:sp>
              <p:nvSpPr>
                <p:cNvPr id="10133" name="scissors-3"/>
                <p:cNvSpPr/>
                <p:nvPr/>
              </p:nvSpPr>
              <p:spPr>
                <ns1:xfrm xmlns:ns1="http://schemas.openxmlformats.org/drawingml/2006/main">
                  <ns1:off x="6838950" y="1181100"/>
                  <ns1:ext cx="76200" cy="7620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9050" cap="rnd">
                  <ns5:solidFill>
                    <ns5:srgbClr val="68528D"/>
                  </ns5:solidFill>
                </ns5:ln>
              </p:spPr>
            </p:sp>
            <p:sp>
              <p:nvSpPr>
                <p:cNvPr id="10134" name="scissors-4"/>
                <p:cNvSpPr/>
                <p:nvPr/>
              </p:nvSpPr>
              <p:spPr>
                <ns1:xfrm xmlns:ns1="http://schemas.openxmlformats.org/drawingml/2006/main">
                  <ns1:off x="6800850" y="99060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800" y="14800"/>
                      </ns2:moveTo>
                      <ns2:lnTo>
                        <ns2:pt x="20000" y="2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68528D"/>
                  </ns4:solidFill>
                </ns4:ln>
              </p:spPr>
            </p:sp>
          </p:grpSp>
          <p:grpSp>
            <p:nvGrpSpPr>
              <p:cNvPr id="10145" name="sliders-horizontal editable icon"/>
              <p:cNvGrpSpPr/>
              <p:nvPr/>
            </p:nvGrpSpPr>
            <p:grpSpPr>
              <ns1:xfrm xmlns:ns1="http://schemas.openxmlformats.org/drawingml/2006/main">
                <ns1:off x="6800850" y="2105025"/>
                <ns1:ext cx="304800" cy="304800"/>
                <ns1:chOff x="6800850" y="2105025"/>
                <ns1:chExt cx="304800" cy="304800"/>
              </ns1:xfrm>
            </p:grpSpPr>
            <p:sp>
              <p:nvSpPr>
                <p:cNvPr id="10136" name="sliders-horizontal-0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5000"/>
                      </ns2:moveTo>
                      <ns2:lnTo>
                        <ns2:pt x="3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37" name="sliders-horizontal-1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3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38" name="sliders-horizontal-2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3000"/>
                      </ns2:moveTo>
                      <ns2:lnTo>
                        <ns2:pt x="14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39" name="sliders-horizontal-3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40" name="sliders-horizontal-4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41" name="sliders-horizontal-5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9000"/>
                      </ns2:moveTo>
                      <ns2:lnTo>
                        <ns2:pt x="16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42" name="sliders-horizontal-6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5000"/>
                      </ns2:moveTo>
                      <ns2:lnTo>
                        <ns2:pt x="1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43" name="sliders-horizontal-7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  <p:sp>
              <p:nvSpPr>
                <p:cNvPr id="10144" name="sliders-horizontal-8"/>
                <p:cNvSpPr/>
                <p:nvPr/>
              </p:nvSpPr>
              <p:spPr>
                <ns1:xfrm xmlns:ns1="http://schemas.openxmlformats.org/drawingml/2006/main">
                  <ns1:off x="6800850" y="2105025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2000"/>
                      </ns2:moveTo>
                      <ns2:lnTo>
                        <ns2:pt x="3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146" name="Choose and apply transforms"/>
              <p:cNvSpPr/>
              <p:nvPr/>
            </p:nvSpPr>
            <p:spPr>
              <ns1:xfrm xmlns:ns1="http://schemas.openxmlformats.org/drawingml/2006/main">
                <ns1:off x="4048125" y="2752725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Choose and apply transforms</ns7:t>
                </ns7:r>
              </ns7:p>
            </p:txBody>
          </p:sp>
        </p:grpSp>
        <p:grpSp>
          <p:nvGrpSpPr>
            <p:cNvPr id="10158" name="Review"/>
            <p:cNvGrpSpPr/>
            <p:nvPr/>
          </p:nvGrpSpPr>
          <p:grpSpPr>
            <ns1:xfrm xmlns:ns1="http://schemas.openxmlformats.org/drawingml/2006/main">
              <ns1:off x="7858125" y="857250"/>
              <ns1:ext cx="3333750" cy="2200275"/>
              <ns1:chOff x="7858125" y="857250"/>
              <ns1:chExt cx="3333750" cy="2200275"/>
            </ns1:xfrm>
          </p:grpSpPr>
          <p:sp>
            <p:nvSpPr>
              <p:cNvPr id="10148" name="Time axis"/>
              <p:cNvSpPr/>
              <p:nvPr/>
            </p:nvSpPr>
            <p:spPr>
              <ns1:xfrm xmlns:ns1="http://schemas.openxmlformats.org/drawingml/2006/main">
                <ns1:off x="8305800" y="857250"/>
                <ns1:ext cx="1857375" cy="5715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60000" fill="none">
                    <ns2:moveTo>
                      <ns2:pt x="0" y="0"/>
                    </ns2:moveTo>
                    <ns2:lnTo>
                      <ns2:pt x="0" y="60000"/>
                    </ns2:lnTo>
                    <ns2:lnTo>
                      <ns2:pt x="195000" y="6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49" name="Schematic series"/>
              <p:cNvSpPr/>
              <p:nvPr/>
            </p:nvSpPr>
            <p:spPr>
              <ns1:xfrm xmlns:ns1="http://schemas.openxmlformats.org/drawingml/2006/main">
                <ns1:off x="8305800" y="1074420"/>
                <ns1:ext cx="1857375" cy="1714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18000" fill="none">
                    <ns2:moveTo>
                      <ns2:pt x="0" y="12000"/>
                    </ns2:moveTo>
                    <ns2:lnTo>
                      <ns2:pt x="16250" y="7200"/>
                    </ns2:lnTo>
                    <ns2:lnTo>
                      <ns2:pt x="32500" y="15600"/>
                    </ns2:lnTo>
                    <ns2:lnTo>
                      <ns2:pt x="48750" y="3600"/>
                    </ns2:lnTo>
                    <ns2:lnTo>
                      <ns2:pt x="65000" y="8400"/>
                    </ns2:lnTo>
                    <ns2:lnTo>
                      <ns2:pt x="81250" y="18000"/>
                    </ns2:lnTo>
                    <ns2:lnTo>
                      <ns2:pt x="97500" y="10200"/>
                    </ns2:lnTo>
                    <ns2:lnTo>
                      <ns2:pt x="113750" y="1800"/>
                    </ns2:lnTo>
                    <ns2:lnTo>
                      <ns2:pt x="130000" y="12600"/>
                    </ns2:lnTo>
                    <ns2:lnTo>
                      <ns2:pt x="146250" y="8400"/>
                    </ns2:lnTo>
                    <ns2:lnTo>
                      <ns2:pt x="162500" y="0"/>
                    </ns2:lnTo>
                    <ns2:lnTo>
                      <ns2:pt x="178750" y="10200"/>
                    </ns2:lnTo>
                    <ns2:lnTo>
                      <ns2:pt x="195000" y="42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39846C"/>
                </ns4:solidFill>
              </ns4:ln>
            </p:spPr>
          </p:sp>
          <p:grpSp>
            <p:nvGrpSpPr>
              <p:cNvPr id="10151" name="check editable icon"/>
              <p:cNvGrpSpPr/>
              <p:nvPr/>
            </p:nvGrpSpPr>
            <p:grpSpPr>
              <ns1:xfrm xmlns:ns1="http://schemas.openxmlformats.org/drawingml/2006/main">
                <ns1:off x="10477500" y="990600"/>
                <ns1:ext cx="266700" cy="266700"/>
                <ns1:chOff x="10477500" y="990600"/>
                <ns1:chExt cx="266700" cy="266700"/>
              </ns1:xfrm>
            </p:grpSpPr>
            <p:sp>
              <p:nvSpPr>
                <p:cNvPr id="10150" name="check-0"/>
                <p:cNvSpPr/>
                <p:nvPr/>
              </p:nvSpPr>
              <p:spPr>
                <ns1:xfrm xmlns:ns1="http://schemas.openxmlformats.org/drawingml/2006/main">
                  <ns1:off x="10477500" y="9906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6000"/>
                      </ns2:moveTo>
                      <ns2:lnTo>
                        <ns2:pt x="9000" y="17000"/>
                      </ns2:lnTo>
                      <ns2:lnTo>
                        <ns2:pt x="4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39846C"/>
                  </ns4:solidFill>
                </ns4:ln>
              </p:spPr>
            </p:sp>
          </p:grpSp>
          <p:sp>
            <p:nvSpPr>
              <p:cNvPr id="10152" name="Time axis"/>
              <p:cNvSpPr/>
              <p:nvPr/>
            </p:nvSpPr>
            <p:spPr>
              <ns1:xfrm xmlns:ns1="http://schemas.openxmlformats.org/drawingml/2006/main">
                <ns1:off x="8305800" y="1952625"/>
                <ns1:ext cx="1857375" cy="5715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60000" fill="none">
                    <ns2:moveTo>
                      <ns2:pt x="0" y="0"/>
                    </ns2:moveTo>
                    <ns2:lnTo>
                      <ns2:pt x="0" y="60000"/>
                    </ns2:lnTo>
                    <ns2:lnTo>
                      <ns2:pt x="195000" y="6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B8C6CE"/>
                </ns4:solidFill>
              </ns4:ln>
            </p:spPr>
          </p:sp>
          <p:sp>
            <p:nvSpPr>
              <p:cNvPr id="10153" name="Schematic series"/>
              <p:cNvSpPr/>
              <p:nvPr/>
            </p:nvSpPr>
            <p:spPr>
              <ns1:xfrm xmlns:ns1="http://schemas.openxmlformats.org/drawingml/2006/main">
                <ns1:off x="8305800" y="1986915"/>
                <ns1:ext cx="1857375" cy="35433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95000" h="37200" fill="none">
                    <ns2:moveTo>
                      <ns2:pt x="0" y="31200"/>
                    </ns2:moveTo>
                    <ns2:lnTo>
                      <ns2:pt x="16250" y="26400"/>
                    </ns2:lnTo>
                    <ns2:lnTo>
                      <ns2:pt x="32500" y="34800"/>
                    </ns2:lnTo>
                    <ns2:lnTo>
                      <ns2:pt x="48750" y="22800"/>
                    </ns2:lnTo>
                    <ns2:lnTo>
                      <ns2:pt x="65000" y="27600"/>
                    </ns2:lnTo>
                    <ns2:lnTo>
                      <ns2:pt x="81250" y="37200"/>
                    </ns2:lnTo>
                    <ns2:lnTo>
                      <ns2:pt x="97500" y="29400"/>
                    </ns2:lnTo>
                    <ns2:lnTo>
                      <ns2:pt x="113750" y="1200"/>
                    </ns2:lnTo>
                    <ns2:lnTo>
                      <ns2:pt x="130000" y="0"/>
                    </ns2:lnTo>
                    <ns2:lnTo>
                      <ns2:pt x="146250" y="3600"/>
                    </ns2:lnTo>
                    <ns2:lnTo>
                      <ns2:pt x="162500" y="27000"/>
                    </ns2:lnTo>
                    <ns2:lnTo>
                      <ns2:pt x="178750" y="29400"/>
                    </ns2:lnTo>
                    <ns2:lnTo>
                      <ns2:pt x="195000" y="234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3812" cap="rnd">
                <ns4:solidFill>
                  <ns4:srgbClr val="B7524A"/>
                </ns4:solidFill>
              </ns4:ln>
            </p:spPr>
          </p:sp>
          <p:grpSp>
            <p:nvGrpSpPr>
              <p:cNvPr id="10156" name="x editable icon"/>
              <p:cNvGrpSpPr/>
              <p:nvPr/>
            </p:nvGrpSpPr>
            <p:grpSpPr>
              <ns1:xfrm xmlns:ns1="http://schemas.openxmlformats.org/drawingml/2006/main">
                <ns1:off x="10477500" y="2095500"/>
                <ns1:ext cx="266700" cy="266700"/>
                <ns1:chOff x="10477500" y="2095500"/>
                <ns1:chExt cx="266700" cy="266700"/>
              </ns1:xfrm>
            </p:grpSpPr>
            <p:sp>
              <p:nvSpPr>
                <p:cNvPr id="10154" name="x-0"/>
                <p:cNvSpPr/>
                <p:nvPr/>
              </p:nvSpPr>
              <p:spPr>
                <ns1:xfrm xmlns:ns1="http://schemas.openxmlformats.org/drawingml/2006/main">
                  <ns1:off x="10477500" y="20955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8000" y="6000"/>
                      </ns2:moveTo>
                      <ns2:lnTo>
                        <ns2:pt x="6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  <p:sp>
              <p:nvSpPr>
                <p:cNvPr id="10155" name="x-1"/>
                <p:cNvSpPr/>
                <p:nvPr/>
              </p:nvSpPr>
              <p:spPr>
                <ns1:xfrm xmlns:ns1="http://schemas.openxmlformats.org/drawingml/2006/main">
                  <ns1:off x="10477500" y="2095500"/>
                  <ns1:ext cx="266700" cy="2667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6000"/>
                      </ns2:moveTo>
                      <ns2:lnTo>
                        <ns2:pt x="18000" y="1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6669" cap="rnd">
                  <ns4:solidFill>
                    <ns4:srgbClr val="B7524A"/>
                  </ns4:solidFill>
                </ns4:ln>
              </p:spPr>
            </p:sp>
          </p:grpSp>
          <p:sp>
            <p:nvSpPr>
              <p:cNvPr id="10157" name="Check semantic quality"/>
              <p:cNvSpPr/>
              <p:nvPr/>
            </p:nvSpPr>
            <p:spPr>
              <ns1:xfrm xmlns:ns1="http://schemas.openxmlformats.org/drawingml/2006/main">
                <ns1:off x="7858125" y="2752725"/>
                <ns1:ext cx="333375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Check semantic quality</ns7:t>
                </ns7:r>
              </ns7:p>
            </p:txBody>
          </p:sp>
        </p:grpSp>
        <p:sp>
          <p:nvSpPr>
            <p:cNvPr id="10159" name="flow"/>
            <p:cNvSpPr/>
            <p:nvPr/>
          </p:nvSpPr>
          <p:spPr>
            <ns1:xfrm xmlns:ns1="http://schemas.openxmlformats.org/drawingml/2006/main">
              <ns1:off x="3505200" y="1685925"/>
              <ns1:ext cx="4476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7000" h="1000" fill="none">
                  <ns2:moveTo>
                    <ns2:pt x="0" y="0"/>
                  </ns2:moveTo>
                  <ns2:lnTo>
                    <ns2:pt x="47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160" name="flow"/>
            <p:cNvSpPr/>
            <p:nvPr/>
          </p:nvSpPr>
          <p:spPr>
            <ns1:xfrm xmlns:ns1="http://schemas.openxmlformats.org/drawingml/2006/main">
              <ns1:off x="7315200" y="1685925"/>
              <ns1:ext cx="447675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7000" h="1000" fill="none">
                  <ns2:moveTo>
                    <ns2:pt x="0" y="0"/>
                  </ns2:moveTo>
                  <ns2:lnTo>
                    <ns2:pt x="47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161" name="Revision"/>
            <p:cNvSpPr/>
            <p:nvPr/>
          </p:nvSpPr>
          <p:spPr>
            <ns1:xfrm xmlns:ns1="http://schemas.openxmlformats.org/drawingml/2006/main">
              <ns1:off x="5715000" y="3162300"/>
              <ns1:ext cx="3905250" cy="5048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410000" h="53000" fill="none">
                  <ns2:moveTo>
                    <ns2:pt x="410000" y="0"/>
                  </ns2:moveTo>
                  <ns2:lnTo>
                    <ns2:pt x="410000" y="53000"/>
                  </ns2:lnTo>
                  <ns2:lnTo>
                    <ns2:pt x="0" y="53000"/>
                  </ns2:lnTo>
                  <ns2:lnTo>
                    <ns2:pt x="0" y="1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62" name="Revise transformation"/>
            <p:cNvSpPr/>
            <p:nvPr/>
          </p:nvSpPr>
          <p:spPr>
            <ns1:xfrm xmlns:ns1="http://schemas.openxmlformats.org/drawingml/2006/main">
              <ns1:off x="6048375" y="3724275"/>
              <ns1:ext cx="3238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Revise transformation</ns7:t>
              </ns7:r>
            </ns7:p>
          </p:txBody>
        </p:sp>
        <p:grpSp>
          <p:nvGrpSpPr>
            <p:cNvPr id="10170" name="Accepted views and learner"/>
            <p:cNvGrpSpPr/>
            <p:nvPr/>
          </p:nvGrpSpPr>
          <p:grpSpPr>
            <ns1:xfrm xmlns:ns1="http://schemas.openxmlformats.org/drawingml/2006/main">
              <ns1:off x="1047750" y="1695450"/>
              <ns1:ext cx="10191750" cy="2762250"/>
              <ns1:chOff x="1047750" y="1695450"/>
              <ns1:chExt cx="10191750" cy="2762250"/>
            </ns1:xfrm>
          </p:grpSpPr>
          <p:grpSp>
            <p:nvGrpSpPr>
              <p:cNvPr id="10166" name="layers editable icon"/>
              <p:cNvGrpSpPr/>
              <p:nvPr/>
            </p:nvGrpSpPr>
            <p:grpSpPr>
              <ns1:xfrm xmlns:ns1="http://schemas.openxmlformats.org/drawingml/2006/main">
                <ns1:off x="1047750" y="3667125"/>
                <ns1:ext cx="447675" cy="447675"/>
                <ns1:chOff x="1047750" y="3667125"/>
                <ns1:chExt cx="447675" cy="447675"/>
              </ns1:xfrm>
            </p:grpSpPr>
            <p:sp>
              <p:nvSpPr>
                <p:cNvPr id="10163" name="layers-0"/>
                <p:cNvSpPr/>
                <p:nvPr/>
              </p:nvSpPr>
              <p:spPr>
                <ns1:xfrm xmlns:ns1="http://schemas.openxmlformats.org/drawingml/2006/main">
                  <ns1:off x="1047750" y="366712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164" name="layers-1"/>
                <p:cNvSpPr/>
                <p:nvPr/>
              </p:nvSpPr>
              <p:spPr>
                <ns1:xfrm xmlns:ns1="http://schemas.openxmlformats.org/drawingml/2006/main">
                  <ns1:off x="1047750" y="366712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  <p:sp>
              <p:nvSpPr>
                <p:cNvPr id="10165" name="layers-2"/>
                <p:cNvSpPr/>
                <p:nvPr/>
              </p:nvSpPr>
              <p:spPr>
                <ns1:xfrm xmlns:ns1="http://schemas.openxmlformats.org/drawingml/2006/main">
                  <ns1:off x="1047750" y="3667125"/>
                  <ns1:ext cx="447675" cy="4476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7980" cap="rnd">
                  <ns4:solidFill>
                    <ns4:srgbClr val="3376A0"/>
                  </ns4:solidFill>
                </ns4:ln>
              </p:spPr>
            </p:sp>
          </p:grpSp>
          <p:sp>
            <p:nvSpPr>
              <p:cNvPr id="10167" name="Accepted positive views"/>
              <p:cNvSpPr/>
              <p:nvPr/>
            </p:nvSpPr>
            <p:spPr>
              <ns1:xfrm xmlns:ns1="http://schemas.openxmlformats.org/drawingml/2006/main">
                <ns1:off x="1666875" y="3524250"/>
                <ns1:ext cx="3238500" cy="33337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75" b="1">
                    <ns7:solidFill>
                      <ns7:srgbClr val="3376A0"/>
                    </ns7:solidFill>
                    <ns7:latin typeface="Times New Roman"/>
                    <ns7:ea typeface="Times New Roman"/>
                  </ns7:rPr>
                  <ns7:t>Accepted positive views</ns7:t>
                </ns7:r>
              </ns7:p>
            </p:txBody>
          </p:sp>
          <p:sp>
            <p:nvSpPr>
              <p:cNvPr id="10168" name="Contrastive learning"/>
              <p:cNvSpPr/>
              <p:nvPr/>
            </p:nvSpPr>
            <p:spPr>
              <ns1:xfrm xmlns:ns1="http://schemas.openxmlformats.org/drawingml/2006/main">
                <ns1:off x="1666875" y="3895725"/>
                <ns1:ext cx="3238500" cy="3048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0">
                    <ns7:solidFill>
                      <ns7:srgbClr val="647788"/>
                    </ns7:solidFill>
                    <ns7:latin typeface="Times New Roman"/>
                    <ns7:ea typeface="Times New Roman"/>
                  </ns7:rPr>
                  <ns7:t>Contrastive learning</ns7:t>
                </ns7:r>
              </ns7:p>
            </p:txBody>
          </p:sp>
          <p:sp>
            <p:nvSpPr>
              <p:cNvPr id="10169" name="Accepted route"/>
              <p:cNvSpPr/>
              <p:nvPr/>
            </p:nvSpPr>
            <p:spPr>
              <ns1:xfrm xmlns:ns1="http://schemas.openxmlformats.org/drawingml/2006/main">
                <ns1:off x="1285875" y="1695450"/>
                <ns1:ext cx="9953625" cy="2762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1045000" h="290000" fill="none">
                    <ns2:moveTo>
                      <ns2:pt x="1025000" y="0"/>
                    </ns2:moveTo>
                    <ns2:lnTo>
                      <ns2:pt x="1045000" y="0"/>
                    </ns2:lnTo>
                    <ns2:lnTo>
                      <ns2:pt x="1045000" y="290000"/>
                    </ns2:lnTo>
                    <ns2:lnTo>
                      <ns2:pt x="0" y="290000"/>
                    </ns2:lnTo>
                    <ns2:lnTo>
                      <ns2:pt x="0" y="26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4288" cap="rnd">
                <ns4:solidFill>
                  <ns4:srgbClr val="39846C"/>
                </ns4:solidFill>
                <ns4:tailEnd type="triangle"/>
              </ns4:ln>
            </p:spPr>
          </p:sp>
        </p:grp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2026-10-21T08:48:18.0060000Z</dcterms:created>
  <dcterms:modified xsi:type="dcterms:W3CDTF">2026-10-21T08:48:18.0060000Z</dcterms:modified>
</coreProperties>
</file>