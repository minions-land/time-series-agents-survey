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6897350" cy="844867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00" name="Figure 9 MERIT — ungroup into components"/>
          <p:cNvGrpSpPr/>
          <p:nvPr/>
        </p:nvGrpSpPr>
        <p:grpSpPr>
          <a:xfrm>
            <a:off x="209550" y="457200"/>
            <a:ext cx="16468725" cy="7705725"/>
            <a:chOff x="209550" y="457200"/>
            <a:chExt cx="16468725" cy="7705725"/>
          </a:xfrm>
        </p:grpSpPr>
        <p:grpSp>
          <p:nvGrpSpPr>
            <p:cNvPr id="10000" name="Retrieval"/>
            <p:cNvGrpSpPr/>
            <p:nvPr/>
          </p:nvGrpSpPr>
          <p:grpSpPr>
            <a:xfrm>
              <a:off x="209550" y="457200"/>
              <a:ext cx="3810000" cy="6543675"/>
              <a:chOff x="209550" y="457200"/>
              <a:chExt cx="3810000" cy="6543675"/>
            </a:xfrm>
          </p:grpSpPr>
          <p:sp>
            <p:nvSpPr>
              <p:cNvPr id="2" name="retrieve-panel"/>
              <p:cNvSpPr/>
              <p:nvPr/>
            </p:nvSpPr>
            <p:spPr>
              <a:xfrm>
                <a:off x="209550" y="1143000"/>
                <a:ext cx="3810000" cy="5857875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" name="retrieve-bar0"/>
              <p:cNvSpPr/>
              <p:nvPr/>
            </p:nvSpPr>
            <p:spPr>
              <a:xfrm>
                <a:off x="3276600" y="3314700"/>
                <a:ext cx="476250" cy="95250"/>
              </a:xfrm>
              <a:prstGeom prst="rect">
                <a:avLst/>
              </a:prstGeom>
              <a:solidFill>
                <a:srgbClr val="767670"/>
              </a:solidFill>
              <a:ln w="889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" name="retrieve-bar1"/>
              <p:cNvSpPr/>
              <p:nvPr/>
            </p:nvSpPr>
            <p:spPr>
              <a:xfrm>
                <a:off x="3276600" y="4210050"/>
                <a:ext cx="361950" cy="95250"/>
              </a:xfrm>
              <a:prstGeom prst="rect">
                <a:avLst/>
              </a:prstGeom>
              <a:solidFill>
                <a:srgbClr val="767670"/>
              </a:solidFill>
              <a:ln w="889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" name="retrieve-bar2"/>
              <p:cNvSpPr/>
              <p:nvPr/>
            </p:nvSpPr>
            <p:spPr>
              <a:xfrm>
                <a:off x="3276600" y="5105400"/>
                <a:ext cx="247650" cy="95250"/>
              </a:xfrm>
              <a:prstGeom prst="rect">
                <a:avLst/>
              </a:prstGeom>
              <a:solidFill>
                <a:srgbClr val="767670"/>
              </a:solidFill>
              <a:ln w="8890">
                <a:solidFill>
                  <a:srgbClr val="76767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" name="retrieve-anchor-wave"/>
              <p:cNvSpPr/>
              <p:nvPr/>
            </p:nvSpPr>
            <p:spPr>
              <a:xfrm>
                <a:off x="476100" y="1812054"/>
                <a:ext cx="1762374" cy="52925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348" y="18543"/>
                    </a:lnTo>
                    <a:lnTo>
                      <a:pt x="697" y="13653"/>
                    </a:lnTo>
                    <a:lnTo>
                      <a:pt x="1045" y="11819"/>
                    </a:lnTo>
                    <a:lnTo>
                      <a:pt x="1394" y="16709"/>
                    </a:lnTo>
                    <a:lnTo>
                      <a:pt x="1742" y="18543"/>
                    </a:lnTo>
                    <a:lnTo>
                      <a:pt x="2090" y="15691"/>
                    </a:lnTo>
                    <a:lnTo>
                      <a:pt x="2439" y="18543"/>
                    </a:lnTo>
                    <a:lnTo>
                      <a:pt x="2787" y="18747"/>
                    </a:lnTo>
                    <a:lnTo>
                      <a:pt x="3135" y="17525"/>
                    </a:lnTo>
                    <a:lnTo>
                      <a:pt x="3484" y="15079"/>
                    </a:lnTo>
                    <a:lnTo>
                      <a:pt x="3832" y="11208"/>
                    </a:lnTo>
                    <a:lnTo>
                      <a:pt x="4181" y="2853"/>
                    </a:lnTo>
                    <a:lnTo>
                      <a:pt x="4529" y="11004"/>
                    </a:lnTo>
                    <a:lnTo>
                      <a:pt x="4877" y="10392"/>
                    </a:lnTo>
                    <a:lnTo>
                      <a:pt x="5226" y="11208"/>
                    </a:lnTo>
                    <a:lnTo>
                      <a:pt x="5574" y="15487"/>
                    </a:lnTo>
                    <a:lnTo>
                      <a:pt x="5923" y="14264"/>
                    </a:lnTo>
                    <a:lnTo>
                      <a:pt x="6271" y="17525"/>
                    </a:lnTo>
                    <a:lnTo>
                      <a:pt x="6619" y="15079"/>
                    </a:lnTo>
                    <a:lnTo>
                      <a:pt x="6968" y="14264"/>
                    </a:lnTo>
                    <a:lnTo>
                      <a:pt x="7316" y="17728"/>
                    </a:lnTo>
                    <a:lnTo>
                      <a:pt x="7665" y="16709"/>
                    </a:lnTo>
                    <a:lnTo>
                      <a:pt x="8013" y="20989"/>
                    </a:lnTo>
                    <a:lnTo>
                      <a:pt x="8361" y="16302"/>
                    </a:lnTo>
                    <a:lnTo>
                      <a:pt x="8710" y="15894"/>
                    </a:lnTo>
                    <a:lnTo>
                      <a:pt x="9058" y="18136"/>
                    </a:lnTo>
                    <a:lnTo>
                      <a:pt x="9406" y="17117"/>
                    </a:lnTo>
                    <a:lnTo>
                      <a:pt x="9755" y="16302"/>
                    </a:lnTo>
                    <a:lnTo>
                      <a:pt x="10103" y="16098"/>
                    </a:lnTo>
                    <a:lnTo>
                      <a:pt x="10452" y="15283"/>
                    </a:lnTo>
                    <a:lnTo>
                      <a:pt x="10800" y="18747"/>
                    </a:lnTo>
                    <a:lnTo>
                      <a:pt x="11148" y="17117"/>
                    </a:lnTo>
                    <a:lnTo>
                      <a:pt x="11497" y="17728"/>
                    </a:lnTo>
                    <a:lnTo>
                      <a:pt x="11845" y="15283"/>
                    </a:lnTo>
                    <a:lnTo>
                      <a:pt x="12194" y="17525"/>
                    </a:lnTo>
                    <a:lnTo>
                      <a:pt x="12542" y="16913"/>
                    </a:lnTo>
                    <a:lnTo>
                      <a:pt x="12890" y="15894"/>
                    </a:lnTo>
                    <a:lnTo>
                      <a:pt x="13239" y="16302"/>
                    </a:lnTo>
                    <a:lnTo>
                      <a:pt x="13587" y="12023"/>
                    </a:lnTo>
                    <a:lnTo>
                      <a:pt x="13935" y="12838"/>
                    </a:lnTo>
                    <a:lnTo>
                      <a:pt x="14284" y="5706"/>
                    </a:lnTo>
                    <a:lnTo>
                      <a:pt x="14632" y="0"/>
                    </a:lnTo>
                    <a:lnTo>
                      <a:pt x="14981" y="7336"/>
                    </a:lnTo>
                    <a:lnTo>
                      <a:pt x="15329" y="10189"/>
                    </a:lnTo>
                    <a:lnTo>
                      <a:pt x="15677" y="14264"/>
                    </a:lnTo>
                    <a:lnTo>
                      <a:pt x="16026" y="18747"/>
                    </a:lnTo>
                    <a:lnTo>
                      <a:pt x="16374" y="20174"/>
                    </a:lnTo>
                    <a:lnTo>
                      <a:pt x="16723" y="19970"/>
                    </a:lnTo>
                    <a:lnTo>
                      <a:pt x="17071" y="14875"/>
                    </a:lnTo>
                    <a:lnTo>
                      <a:pt x="17419" y="6113"/>
                    </a:lnTo>
                    <a:lnTo>
                      <a:pt x="17768" y="9170"/>
                    </a:lnTo>
                    <a:lnTo>
                      <a:pt x="18116" y="16709"/>
                    </a:lnTo>
                    <a:lnTo>
                      <a:pt x="18465" y="20377"/>
                    </a:lnTo>
                    <a:lnTo>
                      <a:pt x="18813" y="18340"/>
                    </a:lnTo>
                    <a:lnTo>
                      <a:pt x="19161" y="18340"/>
                    </a:lnTo>
                    <a:lnTo>
                      <a:pt x="19510" y="13653"/>
                    </a:lnTo>
                    <a:lnTo>
                      <a:pt x="19858" y="15487"/>
                    </a:lnTo>
                    <a:lnTo>
                      <a:pt x="20206" y="15691"/>
                    </a:lnTo>
                    <a:lnTo>
                      <a:pt x="20555" y="12430"/>
                    </a:lnTo>
                    <a:lnTo>
                      <a:pt x="20903" y="14468"/>
                    </a:lnTo>
                    <a:lnTo>
                      <a:pt x="21252" y="14060"/>
                    </a:lnTo>
                    <a:lnTo>
                      <a:pt x="21600" y="1589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1" name="retrieve-candidate0"/>
              <p:cNvSpPr/>
              <p:nvPr/>
            </p:nvSpPr>
            <p:spPr>
              <a:xfrm>
                <a:off x="838200" y="3254644"/>
                <a:ext cx="2265312" cy="37050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0584"/>
                    </a:moveTo>
                    <a:lnTo>
                      <a:pt x="296" y="16264"/>
                    </a:lnTo>
                    <a:lnTo>
                      <a:pt x="592" y="11181"/>
                    </a:lnTo>
                    <a:lnTo>
                      <a:pt x="888" y="17534"/>
                    </a:lnTo>
                    <a:lnTo>
                      <a:pt x="1184" y="18296"/>
                    </a:lnTo>
                    <a:lnTo>
                      <a:pt x="1479" y="20838"/>
                    </a:lnTo>
                    <a:lnTo>
                      <a:pt x="1775" y="17026"/>
                    </a:lnTo>
                    <a:lnTo>
                      <a:pt x="2071" y="16009"/>
                    </a:lnTo>
                    <a:lnTo>
                      <a:pt x="2367" y="11435"/>
                    </a:lnTo>
                    <a:lnTo>
                      <a:pt x="2663" y="13468"/>
                    </a:lnTo>
                    <a:lnTo>
                      <a:pt x="2959" y="13214"/>
                    </a:lnTo>
                    <a:lnTo>
                      <a:pt x="3255" y="16009"/>
                    </a:lnTo>
                    <a:lnTo>
                      <a:pt x="3551" y="10673"/>
                    </a:lnTo>
                    <a:lnTo>
                      <a:pt x="3847" y="16009"/>
                    </a:lnTo>
                    <a:lnTo>
                      <a:pt x="4142" y="17788"/>
                    </a:lnTo>
                    <a:lnTo>
                      <a:pt x="4438" y="14739"/>
                    </a:lnTo>
                    <a:lnTo>
                      <a:pt x="4734" y="15501"/>
                    </a:lnTo>
                    <a:lnTo>
                      <a:pt x="5030" y="20838"/>
                    </a:lnTo>
                    <a:lnTo>
                      <a:pt x="5326" y="20329"/>
                    </a:lnTo>
                    <a:lnTo>
                      <a:pt x="5622" y="16772"/>
                    </a:lnTo>
                    <a:lnTo>
                      <a:pt x="5918" y="15247"/>
                    </a:lnTo>
                    <a:lnTo>
                      <a:pt x="6214" y="6861"/>
                    </a:lnTo>
                    <a:lnTo>
                      <a:pt x="6510" y="3304"/>
                    </a:lnTo>
                    <a:lnTo>
                      <a:pt x="6805" y="11944"/>
                    </a:lnTo>
                    <a:lnTo>
                      <a:pt x="7101" y="7369"/>
                    </a:lnTo>
                    <a:lnTo>
                      <a:pt x="7397" y="13214"/>
                    </a:lnTo>
                    <a:lnTo>
                      <a:pt x="7693" y="12706"/>
                    </a:lnTo>
                    <a:lnTo>
                      <a:pt x="7989" y="12198"/>
                    </a:lnTo>
                    <a:lnTo>
                      <a:pt x="8285" y="12960"/>
                    </a:lnTo>
                    <a:lnTo>
                      <a:pt x="8581" y="11689"/>
                    </a:lnTo>
                    <a:lnTo>
                      <a:pt x="8877" y="16264"/>
                    </a:lnTo>
                    <a:lnTo>
                      <a:pt x="9173" y="18551"/>
                    </a:lnTo>
                    <a:lnTo>
                      <a:pt x="9468" y="18805"/>
                    </a:lnTo>
                    <a:lnTo>
                      <a:pt x="9764" y="13214"/>
                    </a:lnTo>
                    <a:lnTo>
                      <a:pt x="10060" y="11689"/>
                    </a:lnTo>
                    <a:lnTo>
                      <a:pt x="10356" y="9911"/>
                    </a:lnTo>
                    <a:lnTo>
                      <a:pt x="10652" y="10419"/>
                    </a:lnTo>
                    <a:lnTo>
                      <a:pt x="10948" y="7369"/>
                    </a:lnTo>
                    <a:lnTo>
                      <a:pt x="11244" y="12452"/>
                    </a:lnTo>
                    <a:lnTo>
                      <a:pt x="11540" y="11944"/>
                    </a:lnTo>
                    <a:lnTo>
                      <a:pt x="11836" y="11435"/>
                    </a:lnTo>
                    <a:lnTo>
                      <a:pt x="12132" y="10165"/>
                    </a:lnTo>
                    <a:lnTo>
                      <a:pt x="12427" y="9402"/>
                    </a:lnTo>
                    <a:lnTo>
                      <a:pt x="12723" y="0"/>
                    </a:lnTo>
                    <a:lnTo>
                      <a:pt x="13019" y="2287"/>
                    </a:lnTo>
                    <a:lnTo>
                      <a:pt x="13315" y="7369"/>
                    </a:lnTo>
                    <a:lnTo>
                      <a:pt x="13611" y="9911"/>
                    </a:lnTo>
                    <a:lnTo>
                      <a:pt x="13907" y="15247"/>
                    </a:lnTo>
                    <a:lnTo>
                      <a:pt x="14203" y="19313"/>
                    </a:lnTo>
                    <a:lnTo>
                      <a:pt x="14499" y="17788"/>
                    </a:lnTo>
                    <a:lnTo>
                      <a:pt x="14795" y="12452"/>
                    </a:lnTo>
                    <a:lnTo>
                      <a:pt x="15090" y="1271"/>
                    </a:lnTo>
                    <a:lnTo>
                      <a:pt x="15386" y="7624"/>
                    </a:lnTo>
                    <a:lnTo>
                      <a:pt x="15682" y="14739"/>
                    </a:lnTo>
                    <a:lnTo>
                      <a:pt x="15978" y="17788"/>
                    </a:lnTo>
                    <a:lnTo>
                      <a:pt x="16274" y="17534"/>
                    </a:lnTo>
                    <a:lnTo>
                      <a:pt x="16570" y="18551"/>
                    </a:lnTo>
                    <a:lnTo>
                      <a:pt x="16866" y="18805"/>
                    </a:lnTo>
                    <a:lnTo>
                      <a:pt x="17162" y="14231"/>
                    </a:lnTo>
                    <a:lnTo>
                      <a:pt x="17458" y="19313"/>
                    </a:lnTo>
                    <a:lnTo>
                      <a:pt x="17753" y="15501"/>
                    </a:lnTo>
                    <a:lnTo>
                      <a:pt x="18049" y="13976"/>
                    </a:lnTo>
                    <a:lnTo>
                      <a:pt x="18345" y="18042"/>
                    </a:lnTo>
                    <a:lnTo>
                      <a:pt x="18641" y="16009"/>
                    </a:lnTo>
                    <a:lnTo>
                      <a:pt x="18937" y="17280"/>
                    </a:lnTo>
                    <a:lnTo>
                      <a:pt x="19233" y="17534"/>
                    </a:lnTo>
                    <a:lnTo>
                      <a:pt x="19529" y="21600"/>
                    </a:lnTo>
                    <a:lnTo>
                      <a:pt x="19825" y="20075"/>
                    </a:lnTo>
                    <a:lnTo>
                      <a:pt x="20121" y="20075"/>
                    </a:lnTo>
                    <a:lnTo>
                      <a:pt x="20416" y="16518"/>
                    </a:lnTo>
                    <a:lnTo>
                      <a:pt x="20712" y="17534"/>
                    </a:lnTo>
                    <a:lnTo>
                      <a:pt x="21008" y="16009"/>
                    </a:lnTo>
                    <a:lnTo>
                      <a:pt x="21304" y="13976"/>
                    </a:lnTo>
                    <a:lnTo>
                      <a:pt x="21600" y="19821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2" name="retrieve-candidate1"/>
              <p:cNvSpPr/>
              <p:nvPr/>
            </p:nvSpPr>
            <p:spPr>
              <a:xfrm>
                <a:off x="869232" y="4170947"/>
                <a:ext cx="2234281" cy="30680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300" y="16835"/>
                    </a:lnTo>
                    <a:lnTo>
                      <a:pt x="600" y="13659"/>
                    </a:lnTo>
                    <a:lnTo>
                      <a:pt x="900" y="9212"/>
                    </a:lnTo>
                    <a:lnTo>
                      <a:pt x="1200" y="16835"/>
                    </a:lnTo>
                    <a:lnTo>
                      <a:pt x="1500" y="17471"/>
                    </a:lnTo>
                    <a:lnTo>
                      <a:pt x="1800" y="14612"/>
                    </a:lnTo>
                    <a:lnTo>
                      <a:pt x="2100" y="14612"/>
                    </a:lnTo>
                    <a:lnTo>
                      <a:pt x="2400" y="9212"/>
                    </a:lnTo>
                    <a:lnTo>
                      <a:pt x="2700" y="7624"/>
                    </a:lnTo>
                    <a:lnTo>
                      <a:pt x="3000" y="12388"/>
                    </a:lnTo>
                    <a:lnTo>
                      <a:pt x="3300" y="14929"/>
                    </a:lnTo>
                    <a:lnTo>
                      <a:pt x="3600" y="11753"/>
                    </a:lnTo>
                    <a:lnTo>
                      <a:pt x="3900" y="13296"/>
                    </a:lnTo>
                    <a:lnTo>
                      <a:pt x="4200" y="13659"/>
                    </a:lnTo>
                    <a:lnTo>
                      <a:pt x="4500" y="12706"/>
                    </a:lnTo>
                    <a:lnTo>
                      <a:pt x="4800" y="12388"/>
                    </a:lnTo>
                    <a:lnTo>
                      <a:pt x="5100" y="4129"/>
                    </a:lnTo>
                    <a:lnTo>
                      <a:pt x="5400" y="953"/>
                    </a:lnTo>
                    <a:lnTo>
                      <a:pt x="5700" y="10482"/>
                    </a:lnTo>
                    <a:lnTo>
                      <a:pt x="6000" y="8576"/>
                    </a:lnTo>
                    <a:lnTo>
                      <a:pt x="6300" y="11753"/>
                    </a:lnTo>
                    <a:lnTo>
                      <a:pt x="6600" y="13659"/>
                    </a:lnTo>
                    <a:lnTo>
                      <a:pt x="6900" y="10482"/>
                    </a:lnTo>
                    <a:lnTo>
                      <a:pt x="7200" y="6353"/>
                    </a:lnTo>
                    <a:lnTo>
                      <a:pt x="7500" y="15565"/>
                    </a:lnTo>
                    <a:lnTo>
                      <a:pt x="7800" y="13024"/>
                    </a:lnTo>
                    <a:lnTo>
                      <a:pt x="8100" y="5718"/>
                    </a:lnTo>
                    <a:lnTo>
                      <a:pt x="8400" y="3176"/>
                    </a:lnTo>
                    <a:lnTo>
                      <a:pt x="8700" y="8894"/>
                    </a:lnTo>
                    <a:lnTo>
                      <a:pt x="9000" y="8894"/>
                    </a:lnTo>
                    <a:lnTo>
                      <a:pt x="9300" y="12706"/>
                    </a:lnTo>
                    <a:lnTo>
                      <a:pt x="9600" y="11753"/>
                    </a:lnTo>
                    <a:lnTo>
                      <a:pt x="9900" y="9212"/>
                    </a:lnTo>
                    <a:lnTo>
                      <a:pt x="10200" y="0"/>
                    </a:lnTo>
                    <a:lnTo>
                      <a:pt x="10500" y="5082"/>
                    </a:lnTo>
                    <a:lnTo>
                      <a:pt x="10800" y="9847"/>
                    </a:lnTo>
                    <a:lnTo>
                      <a:pt x="11100" y="9847"/>
                    </a:lnTo>
                    <a:lnTo>
                      <a:pt x="11400" y="14294"/>
                    </a:lnTo>
                    <a:lnTo>
                      <a:pt x="11700" y="13659"/>
                    </a:lnTo>
                    <a:lnTo>
                      <a:pt x="12000" y="19376"/>
                    </a:lnTo>
                    <a:lnTo>
                      <a:pt x="12300" y="14612"/>
                    </a:lnTo>
                    <a:lnTo>
                      <a:pt x="12600" y="12706"/>
                    </a:lnTo>
                    <a:lnTo>
                      <a:pt x="12900" y="8894"/>
                    </a:lnTo>
                    <a:lnTo>
                      <a:pt x="13200" y="7306"/>
                    </a:lnTo>
                    <a:lnTo>
                      <a:pt x="13500" y="12071"/>
                    </a:lnTo>
                    <a:lnTo>
                      <a:pt x="13800" y="9529"/>
                    </a:lnTo>
                    <a:lnTo>
                      <a:pt x="14100" y="13659"/>
                    </a:lnTo>
                    <a:lnTo>
                      <a:pt x="14400" y="12706"/>
                    </a:lnTo>
                    <a:lnTo>
                      <a:pt x="14700" y="7306"/>
                    </a:lnTo>
                    <a:lnTo>
                      <a:pt x="15000" y="8576"/>
                    </a:lnTo>
                    <a:lnTo>
                      <a:pt x="15300" y="7624"/>
                    </a:lnTo>
                    <a:lnTo>
                      <a:pt x="15600" y="4447"/>
                    </a:lnTo>
                    <a:lnTo>
                      <a:pt x="15900" y="12071"/>
                    </a:lnTo>
                    <a:lnTo>
                      <a:pt x="16200" y="18424"/>
                    </a:lnTo>
                    <a:lnTo>
                      <a:pt x="16500" y="16835"/>
                    </a:lnTo>
                    <a:lnTo>
                      <a:pt x="16800" y="12388"/>
                    </a:lnTo>
                    <a:lnTo>
                      <a:pt x="17100" y="16518"/>
                    </a:lnTo>
                    <a:lnTo>
                      <a:pt x="17400" y="12388"/>
                    </a:lnTo>
                    <a:lnTo>
                      <a:pt x="17700" y="9529"/>
                    </a:lnTo>
                    <a:lnTo>
                      <a:pt x="18000" y="11435"/>
                    </a:lnTo>
                    <a:lnTo>
                      <a:pt x="18300" y="1906"/>
                    </a:lnTo>
                    <a:lnTo>
                      <a:pt x="18600" y="318"/>
                    </a:lnTo>
                    <a:lnTo>
                      <a:pt x="18900" y="7941"/>
                    </a:lnTo>
                    <a:lnTo>
                      <a:pt x="19200" y="6353"/>
                    </a:lnTo>
                    <a:lnTo>
                      <a:pt x="19500" y="8894"/>
                    </a:lnTo>
                    <a:lnTo>
                      <a:pt x="19800" y="12388"/>
                    </a:lnTo>
                    <a:lnTo>
                      <a:pt x="20100" y="8259"/>
                    </a:lnTo>
                    <a:lnTo>
                      <a:pt x="20400" y="13024"/>
                    </a:lnTo>
                    <a:lnTo>
                      <a:pt x="20700" y="15565"/>
                    </a:lnTo>
                    <a:lnTo>
                      <a:pt x="21000" y="7624"/>
                    </a:lnTo>
                    <a:lnTo>
                      <a:pt x="21300" y="8894"/>
                    </a:lnTo>
                    <a:lnTo>
                      <a:pt x="21600" y="1302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3" name="retrieve-candidate2"/>
              <p:cNvSpPr/>
              <p:nvPr/>
            </p:nvSpPr>
            <p:spPr>
              <a:xfrm>
                <a:off x="869232" y="5088686"/>
                <a:ext cx="2234281" cy="31540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6615"/>
                    </a:moveTo>
                    <a:lnTo>
                      <a:pt x="300" y="10302"/>
                    </a:lnTo>
                    <a:lnTo>
                      <a:pt x="600" y="7643"/>
                    </a:lnTo>
                    <a:lnTo>
                      <a:pt x="900" y="15286"/>
                    </a:lnTo>
                    <a:lnTo>
                      <a:pt x="1200" y="14843"/>
                    </a:lnTo>
                    <a:lnTo>
                      <a:pt x="1500" y="11797"/>
                    </a:lnTo>
                    <a:lnTo>
                      <a:pt x="1800" y="10634"/>
                    </a:lnTo>
                    <a:lnTo>
                      <a:pt x="2100" y="13957"/>
                    </a:lnTo>
                    <a:lnTo>
                      <a:pt x="2400" y="8308"/>
                    </a:lnTo>
                    <a:lnTo>
                      <a:pt x="2700" y="0"/>
                    </a:lnTo>
                    <a:lnTo>
                      <a:pt x="3000" y="8308"/>
                    </a:lnTo>
                    <a:lnTo>
                      <a:pt x="3300" y="12628"/>
                    </a:lnTo>
                    <a:lnTo>
                      <a:pt x="3600" y="11298"/>
                    </a:lnTo>
                    <a:lnTo>
                      <a:pt x="3900" y="12295"/>
                    </a:lnTo>
                    <a:lnTo>
                      <a:pt x="4200" y="13625"/>
                    </a:lnTo>
                    <a:lnTo>
                      <a:pt x="4500" y="7643"/>
                    </a:lnTo>
                    <a:lnTo>
                      <a:pt x="4800" y="13625"/>
                    </a:lnTo>
                    <a:lnTo>
                      <a:pt x="5100" y="9637"/>
                    </a:lnTo>
                    <a:lnTo>
                      <a:pt x="5400" y="6314"/>
                    </a:lnTo>
                    <a:lnTo>
                      <a:pt x="5700" y="11298"/>
                    </a:lnTo>
                    <a:lnTo>
                      <a:pt x="6000" y="4320"/>
                    </a:lnTo>
                    <a:lnTo>
                      <a:pt x="6300" y="2658"/>
                    </a:lnTo>
                    <a:lnTo>
                      <a:pt x="6600" y="13292"/>
                    </a:lnTo>
                    <a:lnTo>
                      <a:pt x="6900" y="14289"/>
                    </a:lnTo>
                    <a:lnTo>
                      <a:pt x="7200" y="19274"/>
                    </a:lnTo>
                    <a:lnTo>
                      <a:pt x="7500" y="18942"/>
                    </a:lnTo>
                    <a:lnTo>
                      <a:pt x="7800" y="21600"/>
                    </a:lnTo>
                    <a:lnTo>
                      <a:pt x="8100" y="18942"/>
                    </a:lnTo>
                    <a:lnTo>
                      <a:pt x="8400" y="11963"/>
                    </a:lnTo>
                    <a:lnTo>
                      <a:pt x="8700" y="7311"/>
                    </a:lnTo>
                    <a:lnTo>
                      <a:pt x="9000" y="10302"/>
                    </a:lnTo>
                    <a:lnTo>
                      <a:pt x="9300" y="7311"/>
                    </a:lnTo>
                    <a:lnTo>
                      <a:pt x="9600" y="6314"/>
                    </a:lnTo>
                    <a:lnTo>
                      <a:pt x="9900" y="7975"/>
                    </a:lnTo>
                    <a:lnTo>
                      <a:pt x="10200" y="5317"/>
                    </a:lnTo>
                    <a:lnTo>
                      <a:pt x="10500" y="6314"/>
                    </a:lnTo>
                    <a:lnTo>
                      <a:pt x="10800" y="9969"/>
                    </a:lnTo>
                    <a:lnTo>
                      <a:pt x="11100" y="7311"/>
                    </a:lnTo>
                    <a:lnTo>
                      <a:pt x="11400" y="6646"/>
                    </a:lnTo>
                    <a:lnTo>
                      <a:pt x="11700" y="4320"/>
                    </a:lnTo>
                    <a:lnTo>
                      <a:pt x="12000" y="9969"/>
                    </a:lnTo>
                    <a:lnTo>
                      <a:pt x="12300" y="8640"/>
                    </a:lnTo>
                    <a:lnTo>
                      <a:pt x="12600" y="8972"/>
                    </a:lnTo>
                    <a:lnTo>
                      <a:pt x="12900" y="10634"/>
                    </a:lnTo>
                    <a:lnTo>
                      <a:pt x="13200" y="8972"/>
                    </a:lnTo>
                    <a:lnTo>
                      <a:pt x="13500" y="997"/>
                    </a:lnTo>
                    <a:lnTo>
                      <a:pt x="13800" y="2991"/>
                    </a:lnTo>
                    <a:lnTo>
                      <a:pt x="14100" y="10634"/>
                    </a:lnTo>
                    <a:lnTo>
                      <a:pt x="14400" y="12960"/>
                    </a:lnTo>
                    <a:lnTo>
                      <a:pt x="14700" y="12960"/>
                    </a:lnTo>
                    <a:lnTo>
                      <a:pt x="15000" y="7643"/>
                    </a:lnTo>
                    <a:lnTo>
                      <a:pt x="15300" y="8640"/>
                    </a:lnTo>
                    <a:lnTo>
                      <a:pt x="15600" y="7643"/>
                    </a:lnTo>
                    <a:lnTo>
                      <a:pt x="15900" y="7975"/>
                    </a:lnTo>
                    <a:lnTo>
                      <a:pt x="16200" y="3988"/>
                    </a:lnTo>
                    <a:lnTo>
                      <a:pt x="16500" y="8640"/>
                    </a:lnTo>
                    <a:lnTo>
                      <a:pt x="16800" y="9637"/>
                    </a:lnTo>
                    <a:lnTo>
                      <a:pt x="17100" y="4320"/>
                    </a:lnTo>
                    <a:lnTo>
                      <a:pt x="17400" y="2326"/>
                    </a:lnTo>
                    <a:lnTo>
                      <a:pt x="17700" y="2991"/>
                    </a:lnTo>
                    <a:lnTo>
                      <a:pt x="18000" y="5317"/>
                    </a:lnTo>
                    <a:lnTo>
                      <a:pt x="18300" y="14622"/>
                    </a:lnTo>
                    <a:lnTo>
                      <a:pt x="18600" y="14622"/>
                    </a:lnTo>
                    <a:lnTo>
                      <a:pt x="18900" y="17612"/>
                    </a:lnTo>
                    <a:lnTo>
                      <a:pt x="19200" y="19938"/>
                    </a:lnTo>
                    <a:lnTo>
                      <a:pt x="19500" y="14954"/>
                    </a:lnTo>
                    <a:lnTo>
                      <a:pt x="19800" y="16948"/>
                    </a:lnTo>
                    <a:lnTo>
                      <a:pt x="20100" y="11963"/>
                    </a:lnTo>
                    <a:lnTo>
                      <a:pt x="20400" y="11631"/>
                    </a:lnTo>
                    <a:lnTo>
                      <a:pt x="20700" y="18277"/>
                    </a:lnTo>
                    <a:lnTo>
                      <a:pt x="21000" y="14954"/>
                    </a:lnTo>
                    <a:lnTo>
                      <a:pt x="21300" y="12960"/>
                    </a:lnTo>
                    <a:lnTo>
                      <a:pt x="21600" y="17280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4" name="retrieve-selection"/>
              <p:cNvSpPr/>
              <p:nvPr/>
            </p:nvSpPr>
            <p:spPr>
              <a:xfrm>
                <a:off x="2114550" y="5734050"/>
                <a:ext cx="952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9050">
                <a:solidFill>
                  <a:srgbClr val="767670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41" name="retrieve-anchor-candidates"/>
              <p:cNvSpPr/>
              <p:nvPr/>
            </p:nvSpPr>
            <p:spPr>
              <a:xfrm>
                <a:off x="3238500" y="2447925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9050">
                <a:solidFill>
                  <a:srgbClr val="767670"/>
                </a:solidFill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43" name="retrieve-icon"/>
              <p:cNvPicPr/>
              <p:nvPr/>
            </p:nvPicPr>
            <p:blipFill>
              <a:blip r:embed="rId2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352425" y="457200"/>
                <a:ext cx="523875" cy="523875"/>
              </a:xfrm>
              <a:prstGeom prst="rect">
                <a:avLst/>
              </a:prstGeom>
            </p:spPr>
          </p:pic>
          <p:pic>
            <p:nvPicPr>
              <p:cNvPr id="47" name="retrieve-search"/>
              <p:cNvPicPr/>
              <p:nvPr/>
            </p:nvPicPr>
            <p:blipFill>
              <a:blip r:embed="rId6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2819400" y="1485900"/>
                <a:ext cx="428625" cy="409575"/>
              </a:xfrm>
              <a:prstGeom prst="rect">
                <a:avLst/>
              </a:prstGeom>
            </p:spPr>
          </p:pic>
          <p:sp>
            <p:nvSpPr>
              <p:cNvPr id="51" name="retrieve-title"/>
              <p:cNvSpPr txBox="1"/>
              <p:nvPr/>
            </p:nvSpPr>
            <p:spPr>
              <a:xfrm>
                <a:off x="952500" y="476250"/>
                <a:ext cx="30480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654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Retrieval</a:t>
                </a:r>
                <a:endParaRPr lang="zh-CN" sz="2654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55" name="retrieve-anchor"/>
              <p:cNvSpPr txBox="1"/>
              <p:nvPr/>
            </p:nvSpPr>
            <p:spPr>
              <a:xfrm>
                <a:off x="428625" y="1238250"/>
                <a:ext cx="19050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9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Anchor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56" name="retrieve-similarity"/>
              <p:cNvSpPr txBox="1"/>
              <p:nvPr/>
            </p:nvSpPr>
            <p:spPr>
              <a:xfrm>
                <a:off x="2381250" y="1971675"/>
                <a:ext cx="142875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13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Similarity</a:t>
                </a:r>
                <a:endParaRPr lang="zh-CN" sz="2013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57" name="retrieve-candidates"/>
              <p:cNvSpPr txBox="1"/>
              <p:nvPr/>
            </p:nvSpPr>
            <p:spPr>
              <a:xfrm>
                <a:off x="428625" y="2638425"/>
                <a:ext cx="333375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9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Ranked candidates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58" name="retrieve-rank0"/>
              <p:cNvSpPr txBox="1"/>
              <p:nvPr/>
            </p:nvSpPr>
            <p:spPr>
              <a:xfrm>
                <a:off x="381000" y="3171825"/>
                <a:ext cx="381000" cy="44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13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1</a:t>
                </a:r>
                <a:endParaRPr lang="zh-CN" sz="2013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59" name="retrieve-rank1"/>
              <p:cNvSpPr txBox="1"/>
              <p:nvPr/>
            </p:nvSpPr>
            <p:spPr>
              <a:xfrm>
                <a:off x="381000" y="4067175"/>
                <a:ext cx="381000" cy="44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13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2</a:t>
                </a:r>
                <a:endParaRPr lang="zh-CN" sz="2013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60" name="retrieve-rank2"/>
              <p:cNvSpPr txBox="1"/>
              <p:nvPr/>
            </p:nvSpPr>
            <p:spPr>
              <a:xfrm>
                <a:off x="381000" y="4962525"/>
                <a:ext cx="381000" cy="44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13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3</a:t>
                </a:r>
                <a:endParaRPr lang="zh-CN" sz="2013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61" name="retrieve-selected"/>
              <p:cNvSpPr txBox="1"/>
              <p:nvPr/>
            </p:nvSpPr>
            <p:spPr>
              <a:xfrm>
                <a:off x="428625" y="6153150"/>
                <a:ext cx="333375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96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Selected neighbors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  <p:grpSp>
          <p:nvGrpSpPr>
            <p:cNvPr id="10001" name="View construction"/>
            <p:cNvGrpSpPr/>
            <p:nvPr/>
          </p:nvGrpSpPr>
          <p:grpSpPr>
            <a:xfrm>
              <a:off x="4238625" y="457200"/>
              <a:ext cx="3905250" cy="6543675"/>
              <a:chOff x="4238625" y="457200"/>
              <a:chExt cx="3905250" cy="6543675"/>
            </a:xfrm>
          </p:grpSpPr>
          <p:sp>
            <p:nvSpPr>
              <p:cNvPr id="3" name="augment-panel"/>
              <p:cNvSpPr/>
              <p:nvPr/>
            </p:nvSpPr>
            <p:spPr>
              <a:xfrm>
                <a:off x="4238625" y="1143000"/>
                <a:ext cx="3905250" cy="5857875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5" name="augment-operation-route"/>
              <p:cNvSpPr/>
              <p:nvPr/>
            </p:nvSpPr>
            <p:spPr>
              <a:xfrm>
                <a:off x="6267450" y="2028825"/>
                <a:ext cx="95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9050">
                <a:solidFill>
                  <a:srgbClr val="767670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6" name="augment-wave0"/>
              <p:cNvSpPr/>
              <p:nvPr/>
            </p:nvSpPr>
            <p:spPr>
              <a:xfrm>
                <a:off x="5744196" y="2707534"/>
                <a:ext cx="2189715" cy="75713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0416"/>
                    </a:moveTo>
                    <a:lnTo>
                      <a:pt x="288" y="19973"/>
                    </a:lnTo>
                    <a:lnTo>
                      <a:pt x="576" y="19825"/>
                    </a:lnTo>
                    <a:lnTo>
                      <a:pt x="864" y="17605"/>
                    </a:lnTo>
                    <a:lnTo>
                      <a:pt x="1152" y="14795"/>
                    </a:lnTo>
                    <a:lnTo>
                      <a:pt x="1440" y="17014"/>
                    </a:lnTo>
                    <a:lnTo>
                      <a:pt x="1728" y="19529"/>
                    </a:lnTo>
                    <a:lnTo>
                      <a:pt x="2016" y="17753"/>
                    </a:lnTo>
                    <a:lnTo>
                      <a:pt x="2304" y="20268"/>
                    </a:lnTo>
                    <a:lnTo>
                      <a:pt x="2592" y="19825"/>
                    </a:lnTo>
                    <a:lnTo>
                      <a:pt x="2880" y="19529"/>
                    </a:lnTo>
                    <a:lnTo>
                      <a:pt x="3168" y="16126"/>
                    </a:lnTo>
                    <a:lnTo>
                      <a:pt x="3456" y="15682"/>
                    </a:lnTo>
                    <a:lnTo>
                      <a:pt x="3744" y="11688"/>
                    </a:lnTo>
                    <a:lnTo>
                      <a:pt x="4032" y="3107"/>
                    </a:lnTo>
                    <a:lnTo>
                      <a:pt x="4320" y="9764"/>
                    </a:lnTo>
                    <a:lnTo>
                      <a:pt x="4608" y="13167"/>
                    </a:lnTo>
                    <a:lnTo>
                      <a:pt x="4896" y="8729"/>
                    </a:lnTo>
                    <a:lnTo>
                      <a:pt x="5184" y="13315"/>
                    </a:lnTo>
                    <a:lnTo>
                      <a:pt x="5472" y="16274"/>
                    </a:lnTo>
                    <a:lnTo>
                      <a:pt x="5760" y="16126"/>
                    </a:lnTo>
                    <a:lnTo>
                      <a:pt x="6048" y="15090"/>
                    </a:lnTo>
                    <a:lnTo>
                      <a:pt x="6336" y="19529"/>
                    </a:lnTo>
                    <a:lnTo>
                      <a:pt x="6624" y="21600"/>
                    </a:lnTo>
                    <a:lnTo>
                      <a:pt x="6912" y="20121"/>
                    </a:lnTo>
                    <a:lnTo>
                      <a:pt x="7200" y="17605"/>
                    </a:lnTo>
                    <a:lnTo>
                      <a:pt x="7488" y="19825"/>
                    </a:lnTo>
                    <a:lnTo>
                      <a:pt x="7776" y="21156"/>
                    </a:lnTo>
                    <a:lnTo>
                      <a:pt x="8064" y="18049"/>
                    </a:lnTo>
                    <a:lnTo>
                      <a:pt x="8352" y="15386"/>
                    </a:lnTo>
                    <a:lnTo>
                      <a:pt x="8640" y="19085"/>
                    </a:lnTo>
                    <a:lnTo>
                      <a:pt x="8928" y="18197"/>
                    </a:lnTo>
                    <a:lnTo>
                      <a:pt x="9216" y="18049"/>
                    </a:lnTo>
                    <a:lnTo>
                      <a:pt x="9504" y="17458"/>
                    </a:lnTo>
                    <a:lnTo>
                      <a:pt x="9792" y="18641"/>
                    </a:lnTo>
                    <a:lnTo>
                      <a:pt x="10080" y="15534"/>
                    </a:lnTo>
                    <a:lnTo>
                      <a:pt x="10368" y="18641"/>
                    </a:lnTo>
                    <a:lnTo>
                      <a:pt x="10656" y="19085"/>
                    </a:lnTo>
                    <a:lnTo>
                      <a:pt x="10944" y="20564"/>
                    </a:lnTo>
                    <a:lnTo>
                      <a:pt x="11232" y="19825"/>
                    </a:lnTo>
                    <a:lnTo>
                      <a:pt x="11520" y="18197"/>
                    </a:lnTo>
                    <a:lnTo>
                      <a:pt x="11808" y="17014"/>
                    </a:lnTo>
                    <a:lnTo>
                      <a:pt x="12096" y="18345"/>
                    </a:lnTo>
                    <a:lnTo>
                      <a:pt x="12384" y="17014"/>
                    </a:lnTo>
                    <a:lnTo>
                      <a:pt x="12672" y="16126"/>
                    </a:lnTo>
                    <a:lnTo>
                      <a:pt x="12960" y="14055"/>
                    </a:lnTo>
                    <a:lnTo>
                      <a:pt x="13248" y="12132"/>
                    </a:lnTo>
                    <a:lnTo>
                      <a:pt x="13536" y="12575"/>
                    </a:lnTo>
                    <a:lnTo>
                      <a:pt x="13824" y="6362"/>
                    </a:lnTo>
                    <a:lnTo>
                      <a:pt x="14112" y="0"/>
                    </a:lnTo>
                    <a:lnTo>
                      <a:pt x="14400" y="5326"/>
                    </a:lnTo>
                    <a:lnTo>
                      <a:pt x="14688" y="11836"/>
                    </a:lnTo>
                    <a:lnTo>
                      <a:pt x="14976" y="11392"/>
                    </a:lnTo>
                    <a:lnTo>
                      <a:pt x="15264" y="16274"/>
                    </a:lnTo>
                    <a:lnTo>
                      <a:pt x="15552" y="18937"/>
                    </a:lnTo>
                    <a:lnTo>
                      <a:pt x="15840" y="20268"/>
                    </a:lnTo>
                    <a:lnTo>
                      <a:pt x="16128" y="20416"/>
                    </a:lnTo>
                    <a:lnTo>
                      <a:pt x="16416" y="18197"/>
                    </a:lnTo>
                    <a:lnTo>
                      <a:pt x="16704" y="15978"/>
                    </a:lnTo>
                    <a:lnTo>
                      <a:pt x="16992" y="7989"/>
                    </a:lnTo>
                    <a:lnTo>
                      <a:pt x="17280" y="5326"/>
                    </a:lnTo>
                    <a:lnTo>
                      <a:pt x="17568" y="12427"/>
                    </a:lnTo>
                    <a:lnTo>
                      <a:pt x="17856" y="16126"/>
                    </a:lnTo>
                    <a:lnTo>
                      <a:pt x="18144" y="19973"/>
                    </a:lnTo>
                    <a:lnTo>
                      <a:pt x="18432" y="19825"/>
                    </a:lnTo>
                    <a:lnTo>
                      <a:pt x="18720" y="17162"/>
                    </a:lnTo>
                    <a:lnTo>
                      <a:pt x="19008" y="18641"/>
                    </a:lnTo>
                    <a:lnTo>
                      <a:pt x="19296" y="15978"/>
                    </a:lnTo>
                    <a:lnTo>
                      <a:pt x="19584" y="13167"/>
                    </a:lnTo>
                    <a:lnTo>
                      <a:pt x="19872" y="16570"/>
                    </a:lnTo>
                    <a:lnTo>
                      <a:pt x="20160" y="17605"/>
                    </a:lnTo>
                    <a:lnTo>
                      <a:pt x="20448" y="14055"/>
                    </a:lnTo>
                    <a:lnTo>
                      <a:pt x="20736" y="14942"/>
                    </a:lnTo>
                    <a:lnTo>
                      <a:pt x="21024" y="18197"/>
                    </a:lnTo>
                    <a:lnTo>
                      <a:pt x="21312" y="18345"/>
                    </a:lnTo>
                    <a:lnTo>
                      <a:pt x="21600" y="17605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7" name="augment-wave1"/>
              <p:cNvSpPr/>
              <p:nvPr/>
            </p:nvSpPr>
            <p:spPr>
              <a:xfrm>
                <a:off x="5715000" y="4043209"/>
                <a:ext cx="2228600" cy="70259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9440"/>
                    </a:moveTo>
                    <a:lnTo>
                      <a:pt x="284" y="16354"/>
                    </a:lnTo>
                    <a:lnTo>
                      <a:pt x="568" y="18977"/>
                    </a:lnTo>
                    <a:lnTo>
                      <a:pt x="853" y="19216"/>
                    </a:lnTo>
                    <a:lnTo>
                      <a:pt x="1137" y="17126"/>
                    </a:lnTo>
                    <a:lnTo>
                      <a:pt x="1421" y="13886"/>
                    </a:lnTo>
                    <a:lnTo>
                      <a:pt x="1705" y="16509"/>
                    </a:lnTo>
                    <a:lnTo>
                      <a:pt x="1989" y="18514"/>
                    </a:lnTo>
                    <a:lnTo>
                      <a:pt x="2274" y="15891"/>
                    </a:lnTo>
                    <a:lnTo>
                      <a:pt x="2558" y="19749"/>
                    </a:lnTo>
                    <a:lnTo>
                      <a:pt x="2842" y="19594"/>
                    </a:lnTo>
                    <a:lnTo>
                      <a:pt x="3126" y="17743"/>
                    </a:lnTo>
                    <a:lnTo>
                      <a:pt x="3411" y="13886"/>
                    </a:lnTo>
                    <a:lnTo>
                      <a:pt x="3695" y="14503"/>
                    </a:lnTo>
                    <a:lnTo>
                      <a:pt x="3979" y="6943"/>
                    </a:lnTo>
                    <a:lnTo>
                      <a:pt x="4263" y="3394"/>
                    </a:lnTo>
                    <a:lnTo>
                      <a:pt x="4547" y="11880"/>
                    </a:lnTo>
                    <a:lnTo>
                      <a:pt x="4832" y="9720"/>
                    </a:lnTo>
                    <a:lnTo>
                      <a:pt x="5116" y="9103"/>
                    </a:lnTo>
                    <a:lnTo>
                      <a:pt x="5400" y="14503"/>
                    </a:lnTo>
                    <a:lnTo>
                      <a:pt x="5684" y="16509"/>
                    </a:lnTo>
                    <a:lnTo>
                      <a:pt x="5968" y="14194"/>
                    </a:lnTo>
                    <a:lnTo>
                      <a:pt x="6253" y="16663"/>
                    </a:lnTo>
                    <a:lnTo>
                      <a:pt x="6537" y="20983"/>
                    </a:lnTo>
                    <a:lnTo>
                      <a:pt x="6821" y="16971"/>
                    </a:lnTo>
                    <a:lnTo>
                      <a:pt x="7105" y="16354"/>
                    </a:lnTo>
                    <a:lnTo>
                      <a:pt x="7389" y="16663"/>
                    </a:lnTo>
                    <a:lnTo>
                      <a:pt x="7674" y="15737"/>
                    </a:lnTo>
                    <a:lnTo>
                      <a:pt x="7958" y="17434"/>
                    </a:lnTo>
                    <a:lnTo>
                      <a:pt x="8242" y="14503"/>
                    </a:lnTo>
                    <a:lnTo>
                      <a:pt x="8526" y="14966"/>
                    </a:lnTo>
                    <a:lnTo>
                      <a:pt x="8811" y="16200"/>
                    </a:lnTo>
                    <a:lnTo>
                      <a:pt x="9095" y="16200"/>
                    </a:lnTo>
                    <a:lnTo>
                      <a:pt x="9379" y="15120"/>
                    </a:lnTo>
                    <a:lnTo>
                      <a:pt x="9663" y="18360"/>
                    </a:lnTo>
                    <a:lnTo>
                      <a:pt x="9947" y="17280"/>
                    </a:lnTo>
                    <a:lnTo>
                      <a:pt x="10232" y="15583"/>
                    </a:lnTo>
                    <a:lnTo>
                      <a:pt x="10516" y="15274"/>
                    </a:lnTo>
                    <a:lnTo>
                      <a:pt x="10800" y="16509"/>
                    </a:lnTo>
                    <a:lnTo>
                      <a:pt x="11084" y="14349"/>
                    </a:lnTo>
                    <a:lnTo>
                      <a:pt x="11368" y="13577"/>
                    </a:lnTo>
                    <a:lnTo>
                      <a:pt x="11653" y="11571"/>
                    </a:lnTo>
                    <a:lnTo>
                      <a:pt x="11937" y="12189"/>
                    </a:lnTo>
                    <a:lnTo>
                      <a:pt x="12221" y="13577"/>
                    </a:lnTo>
                    <a:lnTo>
                      <a:pt x="12505" y="9103"/>
                    </a:lnTo>
                    <a:lnTo>
                      <a:pt x="12789" y="9411"/>
                    </a:lnTo>
                    <a:lnTo>
                      <a:pt x="13074" y="4320"/>
                    </a:lnTo>
                    <a:lnTo>
                      <a:pt x="13358" y="771"/>
                    </a:lnTo>
                    <a:lnTo>
                      <a:pt x="13642" y="0"/>
                    </a:lnTo>
                    <a:lnTo>
                      <a:pt x="13926" y="3857"/>
                    </a:lnTo>
                    <a:lnTo>
                      <a:pt x="14211" y="5091"/>
                    </a:lnTo>
                    <a:lnTo>
                      <a:pt x="14495" y="6943"/>
                    </a:lnTo>
                    <a:lnTo>
                      <a:pt x="14779" y="8949"/>
                    </a:lnTo>
                    <a:lnTo>
                      <a:pt x="15063" y="16046"/>
                    </a:lnTo>
                    <a:lnTo>
                      <a:pt x="15347" y="21600"/>
                    </a:lnTo>
                    <a:lnTo>
                      <a:pt x="15632" y="20366"/>
                    </a:lnTo>
                    <a:lnTo>
                      <a:pt x="15916" y="17897"/>
                    </a:lnTo>
                    <a:lnTo>
                      <a:pt x="16200" y="16817"/>
                    </a:lnTo>
                    <a:lnTo>
                      <a:pt x="16484" y="15274"/>
                    </a:lnTo>
                    <a:lnTo>
                      <a:pt x="16768" y="7869"/>
                    </a:lnTo>
                    <a:lnTo>
                      <a:pt x="17053" y="3086"/>
                    </a:lnTo>
                    <a:lnTo>
                      <a:pt x="17337" y="10954"/>
                    </a:lnTo>
                    <a:lnTo>
                      <a:pt x="17621" y="13269"/>
                    </a:lnTo>
                    <a:lnTo>
                      <a:pt x="17905" y="18051"/>
                    </a:lnTo>
                    <a:lnTo>
                      <a:pt x="18189" y="17589"/>
                    </a:lnTo>
                    <a:lnTo>
                      <a:pt x="18474" y="13731"/>
                    </a:lnTo>
                    <a:lnTo>
                      <a:pt x="18758" y="12343"/>
                    </a:lnTo>
                    <a:lnTo>
                      <a:pt x="19042" y="15429"/>
                    </a:lnTo>
                    <a:lnTo>
                      <a:pt x="19326" y="15583"/>
                    </a:lnTo>
                    <a:lnTo>
                      <a:pt x="19611" y="16817"/>
                    </a:lnTo>
                    <a:lnTo>
                      <a:pt x="19895" y="15891"/>
                    </a:lnTo>
                    <a:lnTo>
                      <a:pt x="20179" y="11109"/>
                    </a:lnTo>
                    <a:lnTo>
                      <a:pt x="20463" y="15891"/>
                    </a:lnTo>
                    <a:lnTo>
                      <a:pt x="20747" y="18360"/>
                    </a:lnTo>
                    <a:lnTo>
                      <a:pt x="21032" y="17126"/>
                    </a:lnTo>
                    <a:lnTo>
                      <a:pt x="21316" y="18669"/>
                    </a:lnTo>
                    <a:lnTo>
                      <a:pt x="21600" y="20057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8" name="augment-wave2"/>
              <p:cNvSpPr/>
              <p:nvPr/>
            </p:nvSpPr>
            <p:spPr>
              <a:xfrm>
                <a:off x="5715000" y="5323084"/>
                <a:ext cx="2169953" cy="76563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9381"/>
                    </a:moveTo>
                    <a:lnTo>
                      <a:pt x="292" y="21452"/>
                    </a:lnTo>
                    <a:lnTo>
                      <a:pt x="584" y="18937"/>
                    </a:lnTo>
                    <a:lnTo>
                      <a:pt x="876" y="18028"/>
                    </a:lnTo>
                    <a:lnTo>
                      <a:pt x="1168" y="15682"/>
                    </a:lnTo>
                    <a:lnTo>
                      <a:pt x="1459" y="14203"/>
                    </a:lnTo>
                    <a:lnTo>
                      <a:pt x="1751" y="18345"/>
                    </a:lnTo>
                    <a:lnTo>
                      <a:pt x="2043" y="19085"/>
                    </a:lnTo>
                    <a:lnTo>
                      <a:pt x="2335" y="18641"/>
                    </a:lnTo>
                    <a:lnTo>
                      <a:pt x="2627" y="21304"/>
                    </a:lnTo>
                    <a:lnTo>
                      <a:pt x="2919" y="20712"/>
                    </a:lnTo>
                    <a:lnTo>
                      <a:pt x="3211" y="18197"/>
                    </a:lnTo>
                    <a:lnTo>
                      <a:pt x="3503" y="15090"/>
                    </a:lnTo>
                    <a:lnTo>
                      <a:pt x="3795" y="14795"/>
                    </a:lnTo>
                    <a:lnTo>
                      <a:pt x="4086" y="6805"/>
                    </a:lnTo>
                    <a:lnTo>
                      <a:pt x="4378" y="2367"/>
                    </a:lnTo>
                    <a:lnTo>
                      <a:pt x="4670" y="10948"/>
                    </a:lnTo>
                    <a:lnTo>
                      <a:pt x="4962" y="7989"/>
                    </a:lnTo>
                    <a:lnTo>
                      <a:pt x="5254" y="5918"/>
                    </a:lnTo>
                    <a:lnTo>
                      <a:pt x="5546" y="14203"/>
                    </a:lnTo>
                    <a:lnTo>
                      <a:pt x="5838" y="14203"/>
                    </a:lnTo>
                    <a:lnTo>
                      <a:pt x="6130" y="14499"/>
                    </a:lnTo>
                    <a:lnTo>
                      <a:pt x="6422" y="16866"/>
                    </a:lnTo>
                    <a:lnTo>
                      <a:pt x="6714" y="13907"/>
                    </a:lnTo>
                    <a:lnTo>
                      <a:pt x="7005" y="18937"/>
                    </a:lnTo>
                    <a:lnTo>
                      <a:pt x="7297" y="18937"/>
                    </a:lnTo>
                    <a:lnTo>
                      <a:pt x="7589" y="15830"/>
                    </a:lnTo>
                    <a:lnTo>
                      <a:pt x="7881" y="19825"/>
                    </a:lnTo>
                    <a:lnTo>
                      <a:pt x="8173" y="20121"/>
                    </a:lnTo>
                    <a:lnTo>
                      <a:pt x="8465" y="16274"/>
                    </a:lnTo>
                    <a:lnTo>
                      <a:pt x="8757" y="14055"/>
                    </a:lnTo>
                    <a:lnTo>
                      <a:pt x="9049" y="16422"/>
                    </a:lnTo>
                    <a:lnTo>
                      <a:pt x="9341" y="14647"/>
                    </a:lnTo>
                    <a:lnTo>
                      <a:pt x="9632" y="14055"/>
                    </a:lnTo>
                    <a:lnTo>
                      <a:pt x="9924" y="13167"/>
                    </a:lnTo>
                    <a:lnTo>
                      <a:pt x="10216" y="15090"/>
                    </a:lnTo>
                    <a:lnTo>
                      <a:pt x="10508" y="8433"/>
                    </a:lnTo>
                    <a:lnTo>
                      <a:pt x="10800" y="10800"/>
                    </a:lnTo>
                    <a:lnTo>
                      <a:pt x="11092" y="17753"/>
                    </a:lnTo>
                    <a:lnTo>
                      <a:pt x="11384" y="14499"/>
                    </a:lnTo>
                    <a:lnTo>
                      <a:pt x="11676" y="13463"/>
                    </a:lnTo>
                    <a:lnTo>
                      <a:pt x="11968" y="9912"/>
                    </a:lnTo>
                    <a:lnTo>
                      <a:pt x="12259" y="4142"/>
                    </a:lnTo>
                    <a:lnTo>
                      <a:pt x="12551" y="1479"/>
                    </a:lnTo>
                    <a:lnTo>
                      <a:pt x="12843" y="5918"/>
                    </a:lnTo>
                    <a:lnTo>
                      <a:pt x="13135" y="8581"/>
                    </a:lnTo>
                    <a:lnTo>
                      <a:pt x="13427" y="1775"/>
                    </a:lnTo>
                    <a:lnTo>
                      <a:pt x="13719" y="3255"/>
                    </a:lnTo>
                    <a:lnTo>
                      <a:pt x="14011" y="4734"/>
                    </a:lnTo>
                    <a:lnTo>
                      <a:pt x="14303" y="4290"/>
                    </a:lnTo>
                    <a:lnTo>
                      <a:pt x="14595" y="0"/>
                    </a:lnTo>
                    <a:lnTo>
                      <a:pt x="14886" y="1036"/>
                    </a:lnTo>
                    <a:lnTo>
                      <a:pt x="15178" y="6510"/>
                    </a:lnTo>
                    <a:lnTo>
                      <a:pt x="15470" y="7545"/>
                    </a:lnTo>
                    <a:lnTo>
                      <a:pt x="15762" y="4142"/>
                    </a:lnTo>
                    <a:lnTo>
                      <a:pt x="16054" y="4734"/>
                    </a:lnTo>
                    <a:lnTo>
                      <a:pt x="16346" y="2219"/>
                    </a:lnTo>
                    <a:lnTo>
                      <a:pt x="16638" y="4290"/>
                    </a:lnTo>
                    <a:lnTo>
                      <a:pt x="16930" y="4290"/>
                    </a:lnTo>
                    <a:lnTo>
                      <a:pt x="17222" y="11096"/>
                    </a:lnTo>
                    <a:lnTo>
                      <a:pt x="17514" y="15830"/>
                    </a:lnTo>
                    <a:lnTo>
                      <a:pt x="17805" y="15238"/>
                    </a:lnTo>
                    <a:lnTo>
                      <a:pt x="18097" y="15978"/>
                    </a:lnTo>
                    <a:lnTo>
                      <a:pt x="18389" y="19381"/>
                    </a:lnTo>
                    <a:lnTo>
                      <a:pt x="18681" y="21600"/>
                    </a:lnTo>
                    <a:lnTo>
                      <a:pt x="18973" y="18345"/>
                    </a:lnTo>
                    <a:lnTo>
                      <a:pt x="19265" y="14795"/>
                    </a:lnTo>
                    <a:lnTo>
                      <a:pt x="19557" y="16126"/>
                    </a:lnTo>
                    <a:lnTo>
                      <a:pt x="19849" y="12723"/>
                    </a:lnTo>
                    <a:lnTo>
                      <a:pt x="20141" y="11688"/>
                    </a:lnTo>
                    <a:lnTo>
                      <a:pt x="20432" y="15830"/>
                    </a:lnTo>
                    <a:lnTo>
                      <a:pt x="20724" y="18493"/>
                    </a:lnTo>
                    <a:lnTo>
                      <a:pt x="21016" y="15090"/>
                    </a:lnTo>
                    <a:lnTo>
                      <a:pt x="21308" y="14499"/>
                    </a:lnTo>
                    <a:lnTo>
                      <a:pt x="21600" y="15830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44" name="augment-icon"/>
              <p:cNvPicPr/>
              <p:nvPr/>
            </p:nvPicPr>
            <p:blipFill>
              <a:blip r:embed="rId3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4381500" y="457200"/>
                <a:ext cx="523875" cy="523875"/>
              </a:xfrm>
              <a:prstGeom prst="rect">
                <a:avLst/>
              </a:prstGeom>
            </p:spPr>
          </p:pic>
          <p:pic>
            <p:nvPicPr>
              <p:cNvPr id="48" name="augment-operation"/>
              <p:cNvPicPr/>
              <p:nvPr/>
            </p:nvPicPr>
            <p:blipFill>
              <a:blip r:embed="rId7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4495800" y="1485900"/>
                <a:ext cx="457200" cy="457200"/>
              </a:xfrm>
              <a:prstGeom prst="rect">
                <a:avLst/>
              </a:prstGeom>
            </p:spPr>
          </p:pic>
          <p:sp>
            <p:nvSpPr>
              <p:cNvPr id="52" name="augment-title"/>
              <p:cNvSpPr txBox="1"/>
              <p:nvPr/>
            </p:nvSpPr>
            <p:spPr>
              <a:xfrm>
                <a:off x="4981575" y="476250"/>
                <a:ext cx="30480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654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Augmentation</a:t>
                </a:r>
                <a:endParaRPr lang="zh-CN" sz="2654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62" name="augment-select"/>
              <p:cNvSpPr txBox="1"/>
              <p:nvPr/>
            </p:nvSpPr>
            <p:spPr>
              <a:xfrm>
                <a:off x="5048250" y="1524000"/>
                <a:ext cx="27622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96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Strategy selection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63" name="augment-label0"/>
              <p:cNvSpPr txBox="1"/>
              <p:nvPr/>
            </p:nvSpPr>
            <p:spPr>
              <a:xfrm>
                <a:off x="4381500" y="2838450"/>
                <a:ext cx="1238250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9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Original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64" name="augment-label1"/>
              <p:cNvSpPr txBox="1"/>
              <p:nvPr/>
            </p:nvSpPr>
            <p:spPr>
              <a:xfrm>
                <a:off x="4381500" y="4171950"/>
                <a:ext cx="1238250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9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View 1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65" name="augment-label2"/>
              <p:cNvSpPr txBox="1"/>
              <p:nvPr/>
            </p:nvSpPr>
            <p:spPr>
              <a:xfrm>
                <a:off x="4381500" y="5505450"/>
                <a:ext cx="1238250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9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View 2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  <p:grpSp>
          <p:nvGrpSpPr>
            <p:cNvPr id="10002" name="Review"/>
            <p:cNvGrpSpPr/>
            <p:nvPr/>
          </p:nvGrpSpPr>
          <p:grpSpPr>
            <a:xfrm>
              <a:off x="8362950" y="457200"/>
              <a:ext cx="3790950" cy="6543675"/>
              <a:chOff x="8362950" y="457200"/>
              <a:chExt cx="3790950" cy="6543675"/>
            </a:xfrm>
          </p:grpSpPr>
          <p:sp>
            <p:nvSpPr>
              <p:cNvPr id="4" name="review-panel"/>
              <p:cNvSpPr/>
              <p:nvPr/>
            </p:nvSpPr>
            <p:spPr>
              <a:xfrm>
                <a:off x="8362950" y="1143000"/>
                <a:ext cx="3429000" cy="5857875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9" name="review-wave0"/>
              <p:cNvSpPr/>
              <p:nvPr/>
            </p:nvSpPr>
            <p:spPr>
              <a:xfrm>
                <a:off x="8595112" y="2667794"/>
                <a:ext cx="1695864" cy="57943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0416"/>
                    </a:moveTo>
                    <a:lnTo>
                      <a:pt x="288" y="19973"/>
                    </a:lnTo>
                    <a:lnTo>
                      <a:pt x="576" y="19825"/>
                    </a:lnTo>
                    <a:lnTo>
                      <a:pt x="864" y="17605"/>
                    </a:lnTo>
                    <a:lnTo>
                      <a:pt x="1152" y="14795"/>
                    </a:lnTo>
                    <a:lnTo>
                      <a:pt x="1440" y="17014"/>
                    </a:lnTo>
                    <a:lnTo>
                      <a:pt x="1728" y="19529"/>
                    </a:lnTo>
                    <a:lnTo>
                      <a:pt x="2016" y="17753"/>
                    </a:lnTo>
                    <a:lnTo>
                      <a:pt x="2304" y="20268"/>
                    </a:lnTo>
                    <a:lnTo>
                      <a:pt x="2592" y="19825"/>
                    </a:lnTo>
                    <a:lnTo>
                      <a:pt x="2880" y="19529"/>
                    </a:lnTo>
                    <a:lnTo>
                      <a:pt x="3168" y="16126"/>
                    </a:lnTo>
                    <a:lnTo>
                      <a:pt x="3456" y="15682"/>
                    </a:lnTo>
                    <a:lnTo>
                      <a:pt x="3744" y="11688"/>
                    </a:lnTo>
                    <a:lnTo>
                      <a:pt x="4032" y="3107"/>
                    </a:lnTo>
                    <a:lnTo>
                      <a:pt x="4320" y="9764"/>
                    </a:lnTo>
                    <a:lnTo>
                      <a:pt x="4608" y="13167"/>
                    </a:lnTo>
                    <a:lnTo>
                      <a:pt x="4896" y="8729"/>
                    </a:lnTo>
                    <a:lnTo>
                      <a:pt x="5184" y="13315"/>
                    </a:lnTo>
                    <a:lnTo>
                      <a:pt x="5472" y="16274"/>
                    </a:lnTo>
                    <a:lnTo>
                      <a:pt x="5760" y="16126"/>
                    </a:lnTo>
                    <a:lnTo>
                      <a:pt x="6048" y="15090"/>
                    </a:lnTo>
                    <a:lnTo>
                      <a:pt x="6336" y="19529"/>
                    </a:lnTo>
                    <a:lnTo>
                      <a:pt x="6624" y="21600"/>
                    </a:lnTo>
                    <a:lnTo>
                      <a:pt x="6912" y="20121"/>
                    </a:lnTo>
                    <a:lnTo>
                      <a:pt x="7200" y="17605"/>
                    </a:lnTo>
                    <a:lnTo>
                      <a:pt x="7488" y="19825"/>
                    </a:lnTo>
                    <a:lnTo>
                      <a:pt x="7776" y="21156"/>
                    </a:lnTo>
                    <a:lnTo>
                      <a:pt x="8064" y="18049"/>
                    </a:lnTo>
                    <a:lnTo>
                      <a:pt x="8352" y="15386"/>
                    </a:lnTo>
                    <a:lnTo>
                      <a:pt x="8640" y="19085"/>
                    </a:lnTo>
                    <a:lnTo>
                      <a:pt x="8928" y="18197"/>
                    </a:lnTo>
                    <a:lnTo>
                      <a:pt x="9216" y="18049"/>
                    </a:lnTo>
                    <a:lnTo>
                      <a:pt x="9504" y="17458"/>
                    </a:lnTo>
                    <a:lnTo>
                      <a:pt x="9792" y="18641"/>
                    </a:lnTo>
                    <a:lnTo>
                      <a:pt x="10080" y="15534"/>
                    </a:lnTo>
                    <a:lnTo>
                      <a:pt x="10368" y="18641"/>
                    </a:lnTo>
                    <a:lnTo>
                      <a:pt x="10656" y="19085"/>
                    </a:lnTo>
                    <a:lnTo>
                      <a:pt x="10944" y="20564"/>
                    </a:lnTo>
                    <a:lnTo>
                      <a:pt x="11232" y="19825"/>
                    </a:lnTo>
                    <a:lnTo>
                      <a:pt x="11520" y="18197"/>
                    </a:lnTo>
                    <a:lnTo>
                      <a:pt x="11808" y="17014"/>
                    </a:lnTo>
                    <a:lnTo>
                      <a:pt x="12096" y="18345"/>
                    </a:lnTo>
                    <a:lnTo>
                      <a:pt x="12384" y="17014"/>
                    </a:lnTo>
                    <a:lnTo>
                      <a:pt x="12672" y="16126"/>
                    </a:lnTo>
                    <a:lnTo>
                      <a:pt x="12960" y="14055"/>
                    </a:lnTo>
                    <a:lnTo>
                      <a:pt x="13248" y="12132"/>
                    </a:lnTo>
                    <a:lnTo>
                      <a:pt x="13536" y="12575"/>
                    </a:lnTo>
                    <a:lnTo>
                      <a:pt x="13824" y="6362"/>
                    </a:lnTo>
                    <a:lnTo>
                      <a:pt x="14112" y="0"/>
                    </a:lnTo>
                    <a:lnTo>
                      <a:pt x="14400" y="5326"/>
                    </a:lnTo>
                    <a:lnTo>
                      <a:pt x="14688" y="11836"/>
                    </a:lnTo>
                    <a:lnTo>
                      <a:pt x="14976" y="11392"/>
                    </a:lnTo>
                    <a:lnTo>
                      <a:pt x="15264" y="16274"/>
                    </a:lnTo>
                    <a:lnTo>
                      <a:pt x="15552" y="18937"/>
                    </a:lnTo>
                    <a:lnTo>
                      <a:pt x="15840" y="20268"/>
                    </a:lnTo>
                    <a:lnTo>
                      <a:pt x="16128" y="20416"/>
                    </a:lnTo>
                    <a:lnTo>
                      <a:pt x="16416" y="18197"/>
                    </a:lnTo>
                    <a:lnTo>
                      <a:pt x="16704" y="15978"/>
                    </a:lnTo>
                    <a:lnTo>
                      <a:pt x="16992" y="7989"/>
                    </a:lnTo>
                    <a:lnTo>
                      <a:pt x="17280" y="5326"/>
                    </a:lnTo>
                    <a:lnTo>
                      <a:pt x="17568" y="12427"/>
                    </a:lnTo>
                    <a:lnTo>
                      <a:pt x="17856" y="16126"/>
                    </a:lnTo>
                    <a:lnTo>
                      <a:pt x="18144" y="19973"/>
                    </a:lnTo>
                    <a:lnTo>
                      <a:pt x="18432" y="19825"/>
                    </a:lnTo>
                    <a:lnTo>
                      <a:pt x="18720" y="17162"/>
                    </a:lnTo>
                    <a:lnTo>
                      <a:pt x="19008" y="18641"/>
                    </a:lnTo>
                    <a:lnTo>
                      <a:pt x="19296" y="15978"/>
                    </a:lnTo>
                    <a:lnTo>
                      <a:pt x="19584" y="13167"/>
                    </a:lnTo>
                    <a:lnTo>
                      <a:pt x="19872" y="16570"/>
                    </a:lnTo>
                    <a:lnTo>
                      <a:pt x="20160" y="17605"/>
                    </a:lnTo>
                    <a:lnTo>
                      <a:pt x="20448" y="14055"/>
                    </a:lnTo>
                    <a:lnTo>
                      <a:pt x="20736" y="14942"/>
                    </a:lnTo>
                    <a:lnTo>
                      <a:pt x="21024" y="18197"/>
                    </a:lnTo>
                    <a:lnTo>
                      <a:pt x="21312" y="18345"/>
                    </a:lnTo>
                    <a:lnTo>
                      <a:pt x="21600" y="17605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0" name="review-evidence00"/>
              <p:cNvSpPr/>
              <p:nvPr/>
            </p:nvSpPr>
            <p:spPr>
              <a:xfrm>
                <a:off x="8620125" y="3457575"/>
                <a:ext cx="857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1" name="review-evidence01"/>
              <p:cNvSpPr/>
              <p:nvPr/>
            </p:nvSpPr>
            <p:spPr>
              <a:xfrm>
                <a:off x="8620125" y="3524250"/>
                <a:ext cx="628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2" name="review-evidence02"/>
              <p:cNvSpPr/>
              <p:nvPr/>
            </p:nvSpPr>
            <p:spPr>
              <a:xfrm>
                <a:off x="8620125" y="3590925"/>
                <a:ext cx="742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3" name="review-wave1"/>
              <p:cNvSpPr/>
              <p:nvPr/>
            </p:nvSpPr>
            <p:spPr>
              <a:xfrm>
                <a:off x="8572500" y="3993433"/>
                <a:ext cx="1725980" cy="53770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9440"/>
                    </a:moveTo>
                    <a:lnTo>
                      <a:pt x="284" y="16354"/>
                    </a:lnTo>
                    <a:lnTo>
                      <a:pt x="568" y="18977"/>
                    </a:lnTo>
                    <a:lnTo>
                      <a:pt x="853" y="19216"/>
                    </a:lnTo>
                    <a:lnTo>
                      <a:pt x="1137" y="17126"/>
                    </a:lnTo>
                    <a:lnTo>
                      <a:pt x="1421" y="13886"/>
                    </a:lnTo>
                    <a:lnTo>
                      <a:pt x="1705" y="16509"/>
                    </a:lnTo>
                    <a:lnTo>
                      <a:pt x="1989" y="18514"/>
                    </a:lnTo>
                    <a:lnTo>
                      <a:pt x="2274" y="15891"/>
                    </a:lnTo>
                    <a:lnTo>
                      <a:pt x="2558" y="19749"/>
                    </a:lnTo>
                    <a:lnTo>
                      <a:pt x="2842" y="19594"/>
                    </a:lnTo>
                    <a:lnTo>
                      <a:pt x="3126" y="17743"/>
                    </a:lnTo>
                    <a:lnTo>
                      <a:pt x="3411" y="13886"/>
                    </a:lnTo>
                    <a:lnTo>
                      <a:pt x="3695" y="14503"/>
                    </a:lnTo>
                    <a:lnTo>
                      <a:pt x="3979" y="6943"/>
                    </a:lnTo>
                    <a:lnTo>
                      <a:pt x="4263" y="3394"/>
                    </a:lnTo>
                    <a:lnTo>
                      <a:pt x="4547" y="11880"/>
                    </a:lnTo>
                    <a:lnTo>
                      <a:pt x="4832" y="9720"/>
                    </a:lnTo>
                    <a:lnTo>
                      <a:pt x="5116" y="9103"/>
                    </a:lnTo>
                    <a:lnTo>
                      <a:pt x="5400" y="14503"/>
                    </a:lnTo>
                    <a:lnTo>
                      <a:pt x="5684" y="16509"/>
                    </a:lnTo>
                    <a:lnTo>
                      <a:pt x="5968" y="14194"/>
                    </a:lnTo>
                    <a:lnTo>
                      <a:pt x="6253" y="16663"/>
                    </a:lnTo>
                    <a:lnTo>
                      <a:pt x="6537" y="20983"/>
                    </a:lnTo>
                    <a:lnTo>
                      <a:pt x="6821" y="16971"/>
                    </a:lnTo>
                    <a:lnTo>
                      <a:pt x="7105" y="16354"/>
                    </a:lnTo>
                    <a:lnTo>
                      <a:pt x="7389" y="16663"/>
                    </a:lnTo>
                    <a:lnTo>
                      <a:pt x="7674" y="15737"/>
                    </a:lnTo>
                    <a:lnTo>
                      <a:pt x="7958" y="17434"/>
                    </a:lnTo>
                    <a:lnTo>
                      <a:pt x="8242" y="14503"/>
                    </a:lnTo>
                    <a:lnTo>
                      <a:pt x="8526" y="14966"/>
                    </a:lnTo>
                    <a:lnTo>
                      <a:pt x="8811" y="16200"/>
                    </a:lnTo>
                    <a:lnTo>
                      <a:pt x="9095" y="16200"/>
                    </a:lnTo>
                    <a:lnTo>
                      <a:pt x="9379" y="15120"/>
                    </a:lnTo>
                    <a:lnTo>
                      <a:pt x="9663" y="18360"/>
                    </a:lnTo>
                    <a:lnTo>
                      <a:pt x="9947" y="17280"/>
                    </a:lnTo>
                    <a:lnTo>
                      <a:pt x="10232" y="15583"/>
                    </a:lnTo>
                    <a:lnTo>
                      <a:pt x="10516" y="15274"/>
                    </a:lnTo>
                    <a:lnTo>
                      <a:pt x="10800" y="16509"/>
                    </a:lnTo>
                    <a:lnTo>
                      <a:pt x="11084" y="14349"/>
                    </a:lnTo>
                    <a:lnTo>
                      <a:pt x="11368" y="13577"/>
                    </a:lnTo>
                    <a:lnTo>
                      <a:pt x="11653" y="11571"/>
                    </a:lnTo>
                    <a:lnTo>
                      <a:pt x="11937" y="12189"/>
                    </a:lnTo>
                    <a:lnTo>
                      <a:pt x="12221" y="13577"/>
                    </a:lnTo>
                    <a:lnTo>
                      <a:pt x="12505" y="9103"/>
                    </a:lnTo>
                    <a:lnTo>
                      <a:pt x="12789" y="9411"/>
                    </a:lnTo>
                    <a:lnTo>
                      <a:pt x="13074" y="4320"/>
                    </a:lnTo>
                    <a:lnTo>
                      <a:pt x="13358" y="771"/>
                    </a:lnTo>
                    <a:lnTo>
                      <a:pt x="13642" y="0"/>
                    </a:lnTo>
                    <a:lnTo>
                      <a:pt x="13926" y="3857"/>
                    </a:lnTo>
                    <a:lnTo>
                      <a:pt x="14211" y="5091"/>
                    </a:lnTo>
                    <a:lnTo>
                      <a:pt x="14495" y="6943"/>
                    </a:lnTo>
                    <a:lnTo>
                      <a:pt x="14779" y="8949"/>
                    </a:lnTo>
                    <a:lnTo>
                      <a:pt x="15063" y="16046"/>
                    </a:lnTo>
                    <a:lnTo>
                      <a:pt x="15347" y="21600"/>
                    </a:lnTo>
                    <a:lnTo>
                      <a:pt x="15632" y="20366"/>
                    </a:lnTo>
                    <a:lnTo>
                      <a:pt x="15916" y="17897"/>
                    </a:lnTo>
                    <a:lnTo>
                      <a:pt x="16200" y="16817"/>
                    </a:lnTo>
                    <a:lnTo>
                      <a:pt x="16484" y="15274"/>
                    </a:lnTo>
                    <a:lnTo>
                      <a:pt x="16768" y="7869"/>
                    </a:lnTo>
                    <a:lnTo>
                      <a:pt x="17053" y="3086"/>
                    </a:lnTo>
                    <a:lnTo>
                      <a:pt x="17337" y="10954"/>
                    </a:lnTo>
                    <a:lnTo>
                      <a:pt x="17621" y="13269"/>
                    </a:lnTo>
                    <a:lnTo>
                      <a:pt x="17905" y="18051"/>
                    </a:lnTo>
                    <a:lnTo>
                      <a:pt x="18189" y="17589"/>
                    </a:lnTo>
                    <a:lnTo>
                      <a:pt x="18474" y="13731"/>
                    </a:lnTo>
                    <a:lnTo>
                      <a:pt x="18758" y="12343"/>
                    </a:lnTo>
                    <a:lnTo>
                      <a:pt x="19042" y="15429"/>
                    </a:lnTo>
                    <a:lnTo>
                      <a:pt x="19326" y="15583"/>
                    </a:lnTo>
                    <a:lnTo>
                      <a:pt x="19611" y="16817"/>
                    </a:lnTo>
                    <a:lnTo>
                      <a:pt x="19895" y="15891"/>
                    </a:lnTo>
                    <a:lnTo>
                      <a:pt x="20179" y="11109"/>
                    </a:lnTo>
                    <a:lnTo>
                      <a:pt x="20463" y="15891"/>
                    </a:lnTo>
                    <a:lnTo>
                      <a:pt x="20747" y="18360"/>
                    </a:lnTo>
                    <a:lnTo>
                      <a:pt x="21032" y="17126"/>
                    </a:lnTo>
                    <a:lnTo>
                      <a:pt x="21316" y="18669"/>
                    </a:lnTo>
                    <a:lnTo>
                      <a:pt x="21600" y="20057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4" name="review-evidence10"/>
              <p:cNvSpPr/>
              <p:nvPr/>
            </p:nvSpPr>
            <p:spPr>
              <a:xfrm>
                <a:off x="8620125" y="4781550"/>
                <a:ext cx="857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5" name="review-evidence11"/>
              <p:cNvSpPr/>
              <p:nvPr/>
            </p:nvSpPr>
            <p:spPr>
              <a:xfrm>
                <a:off x="8620125" y="4848225"/>
                <a:ext cx="628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6" name="review-evidence12"/>
              <p:cNvSpPr/>
              <p:nvPr/>
            </p:nvSpPr>
            <p:spPr>
              <a:xfrm>
                <a:off x="8620125" y="4914900"/>
                <a:ext cx="742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7" name="review-wave2"/>
              <p:cNvSpPr/>
              <p:nvPr/>
            </p:nvSpPr>
            <p:spPr>
              <a:xfrm>
                <a:off x="8572500" y="5276368"/>
                <a:ext cx="1680559" cy="58594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9381"/>
                    </a:moveTo>
                    <a:lnTo>
                      <a:pt x="292" y="21452"/>
                    </a:lnTo>
                    <a:lnTo>
                      <a:pt x="584" y="18937"/>
                    </a:lnTo>
                    <a:lnTo>
                      <a:pt x="876" y="18028"/>
                    </a:lnTo>
                    <a:lnTo>
                      <a:pt x="1168" y="15682"/>
                    </a:lnTo>
                    <a:lnTo>
                      <a:pt x="1459" y="14203"/>
                    </a:lnTo>
                    <a:lnTo>
                      <a:pt x="1751" y="18345"/>
                    </a:lnTo>
                    <a:lnTo>
                      <a:pt x="2043" y="19085"/>
                    </a:lnTo>
                    <a:lnTo>
                      <a:pt x="2335" y="18641"/>
                    </a:lnTo>
                    <a:lnTo>
                      <a:pt x="2627" y="21304"/>
                    </a:lnTo>
                    <a:lnTo>
                      <a:pt x="2919" y="20712"/>
                    </a:lnTo>
                    <a:lnTo>
                      <a:pt x="3211" y="18197"/>
                    </a:lnTo>
                    <a:lnTo>
                      <a:pt x="3503" y="15090"/>
                    </a:lnTo>
                    <a:lnTo>
                      <a:pt x="3795" y="14795"/>
                    </a:lnTo>
                    <a:lnTo>
                      <a:pt x="4086" y="6805"/>
                    </a:lnTo>
                    <a:lnTo>
                      <a:pt x="4378" y="2367"/>
                    </a:lnTo>
                    <a:lnTo>
                      <a:pt x="4670" y="10948"/>
                    </a:lnTo>
                    <a:lnTo>
                      <a:pt x="4962" y="7989"/>
                    </a:lnTo>
                    <a:lnTo>
                      <a:pt x="5254" y="5918"/>
                    </a:lnTo>
                    <a:lnTo>
                      <a:pt x="5546" y="14203"/>
                    </a:lnTo>
                    <a:lnTo>
                      <a:pt x="5838" y="14203"/>
                    </a:lnTo>
                    <a:lnTo>
                      <a:pt x="6130" y="14499"/>
                    </a:lnTo>
                    <a:lnTo>
                      <a:pt x="6422" y="16866"/>
                    </a:lnTo>
                    <a:lnTo>
                      <a:pt x="6714" y="13907"/>
                    </a:lnTo>
                    <a:lnTo>
                      <a:pt x="7005" y="18937"/>
                    </a:lnTo>
                    <a:lnTo>
                      <a:pt x="7297" y="18937"/>
                    </a:lnTo>
                    <a:lnTo>
                      <a:pt x="7589" y="15830"/>
                    </a:lnTo>
                    <a:lnTo>
                      <a:pt x="7881" y="19825"/>
                    </a:lnTo>
                    <a:lnTo>
                      <a:pt x="8173" y="20121"/>
                    </a:lnTo>
                    <a:lnTo>
                      <a:pt x="8465" y="16274"/>
                    </a:lnTo>
                    <a:lnTo>
                      <a:pt x="8757" y="14055"/>
                    </a:lnTo>
                    <a:lnTo>
                      <a:pt x="9049" y="16422"/>
                    </a:lnTo>
                    <a:lnTo>
                      <a:pt x="9341" y="14647"/>
                    </a:lnTo>
                    <a:lnTo>
                      <a:pt x="9632" y="14055"/>
                    </a:lnTo>
                    <a:lnTo>
                      <a:pt x="9924" y="13167"/>
                    </a:lnTo>
                    <a:lnTo>
                      <a:pt x="10216" y="15090"/>
                    </a:lnTo>
                    <a:lnTo>
                      <a:pt x="10508" y="8433"/>
                    </a:lnTo>
                    <a:lnTo>
                      <a:pt x="10800" y="10800"/>
                    </a:lnTo>
                    <a:lnTo>
                      <a:pt x="11092" y="17753"/>
                    </a:lnTo>
                    <a:lnTo>
                      <a:pt x="11384" y="14499"/>
                    </a:lnTo>
                    <a:lnTo>
                      <a:pt x="11676" y="13463"/>
                    </a:lnTo>
                    <a:lnTo>
                      <a:pt x="11968" y="9912"/>
                    </a:lnTo>
                    <a:lnTo>
                      <a:pt x="12259" y="4142"/>
                    </a:lnTo>
                    <a:lnTo>
                      <a:pt x="12551" y="1479"/>
                    </a:lnTo>
                    <a:lnTo>
                      <a:pt x="12843" y="5918"/>
                    </a:lnTo>
                    <a:lnTo>
                      <a:pt x="13135" y="8581"/>
                    </a:lnTo>
                    <a:lnTo>
                      <a:pt x="13427" y="1775"/>
                    </a:lnTo>
                    <a:lnTo>
                      <a:pt x="13719" y="3255"/>
                    </a:lnTo>
                    <a:lnTo>
                      <a:pt x="14011" y="4734"/>
                    </a:lnTo>
                    <a:lnTo>
                      <a:pt x="14303" y="4290"/>
                    </a:lnTo>
                    <a:lnTo>
                      <a:pt x="14595" y="0"/>
                    </a:lnTo>
                    <a:lnTo>
                      <a:pt x="14886" y="1036"/>
                    </a:lnTo>
                    <a:lnTo>
                      <a:pt x="15178" y="6510"/>
                    </a:lnTo>
                    <a:lnTo>
                      <a:pt x="15470" y="7545"/>
                    </a:lnTo>
                    <a:lnTo>
                      <a:pt x="15762" y="4142"/>
                    </a:lnTo>
                    <a:lnTo>
                      <a:pt x="16054" y="4734"/>
                    </a:lnTo>
                    <a:lnTo>
                      <a:pt x="16346" y="2219"/>
                    </a:lnTo>
                    <a:lnTo>
                      <a:pt x="16638" y="4290"/>
                    </a:lnTo>
                    <a:lnTo>
                      <a:pt x="16930" y="4290"/>
                    </a:lnTo>
                    <a:lnTo>
                      <a:pt x="17222" y="11096"/>
                    </a:lnTo>
                    <a:lnTo>
                      <a:pt x="17514" y="15830"/>
                    </a:lnTo>
                    <a:lnTo>
                      <a:pt x="17805" y="15238"/>
                    </a:lnTo>
                    <a:lnTo>
                      <a:pt x="18097" y="15978"/>
                    </a:lnTo>
                    <a:lnTo>
                      <a:pt x="18389" y="19381"/>
                    </a:lnTo>
                    <a:lnTo>
                      <a:pt x="18681" y="21600"/>
                    </a:lnTo>
                    <a:lnTo>
                      <a:pt x="18973" y="18345"/>
                    </a:lnTo>
                    <a:lnTo>
                      <a:pt x="19265" y="14795"/>
                    </a:lnTo>
                    <a:lnTo>
                      <a:pt x="19557" y="16126"/>
                    </a:lnTo>
                    <a:lnTo>
                      <a:pt x="19849" y="12723"/>
                    </a:lnTo>
                    <a:lnTo>
                      <a:pt x="20141" y="11688"/>
                    </a:lnTo>
                    <a:lnTo>
                      <a:pt x="20432" y="15830"/>
                    </a:lnTo>
                    <a:lnTo>
                      <a:pt x="20724" y="18493"/>
                    </a:lnTo>
                    <a:lnTo>
                      <a:pt x="21016" y="15090"/>
                    </a:lnTo>
                    <a:lnTo>
                      <a:pt x="21308" y="14499"/>
                    </a:lnTo>
                    <a:lnTo>
                      <a:pt x="21600" y="15830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8" name="review-evidence20"/>
              <p:cNvSpPr/>
              <p:nvPr/>
            </p:nvSpPr>
            <p:spPr>
              <a:xfrm>
                <a:off x="8620125" y="6105525"/>
                <a:ext cx="857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9" name="review-evidence21"/>
              <p:cNvSpPr/>
              <p:nvPr/>
            </p:nvSpPr>
            <p:spPr>
              <a:xfrm>
                <a:off x="8620125" y="6172200"/>
                <a:ext cx="628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0" name="review-evidence22"/>
              <p:cNvSpPr/>
              <p:nvPr/>
            </p:nvSpPr>
            <p:spPr>
              <a:xfrm>
                <a:off x="8620125" y="6238875"/>
                <a:ext cx="742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45" name="review-icon"/>
              <p:cNvPicPr/>
              <p:nvPr/>
            </p:nvPicPr>
            <p:blipFill>
              <a:blip r:embed="rId4">
                <a:duotone>
                  <a:srgbClr val="6B3020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8505825" y="457200"/>
                <a:ext cx="523875" cy="523875"/>
              </a:xfrm>
              <a:prstGeom prst="rect">
                <a:avLst/>
              </a:prstGeom>
            </p:spPr>
          </p:pic>
          <p:pic>
            <p:nvPicPr>
              <p:cNvPr id="49" name="review-agent"/>
              <p:cNvPicPr/>
              <p:nvPr/>
            </p:nvPicPr>
            <p:blipFill>
              <a:blip r:embed="rId8">
                <a:duotone>
                  <a:srgbClr val="6B3020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8791575" y="1428750"/>
                <a:ext cx="628650" cy="533400"/>
              </a:xfrm>
              <a:prstGeom prst="rect">
                <a:avLst/>
              </a:prstGeom>
            </p:spPr>
          </p:pic>
          <p:sp>
            <p:nvSpPr>
              <p:cNvPr id="53" name="review-title"/>
              <p:cNvSpPr txBox="1"/>
              <p:nvPr/>
            </p:nvSpPr>
            <p:spPr>
              <a:xfrm>
                <a:off x="9105900" y="476250"/>
                <a:ext cx="30480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654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Review</a:t>
                </a:r>
                <a:endParaRPr lang="zh-CN" sz="2654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66" name="review-agentlabel"/>
              <p:cNvSpPr txBox="1"/>
              <p:nvPr/>
            </p:nvSpPr>
            <p:spPr>
              <a:xfrm>
                <a:off x="9525000" y="1504950"/>
                <a:ext cx="2047875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9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Review agent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67" name="review-decision0"/>
              <p:cNvSpPr txBox="1"/>
              <p:nvPr/>
            </p:nvSpPr>
            <p:spPr>
              <a:xfrm>
                <a:off x="10401300" y="2733675"/>
                <a:ext cx="12192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13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Accept</a:t>
                </a:r>
                <a:endParaRPr lang="zh-CN" sz="2013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68" name="review-decision1"/>
              <p:cNvSpPr txBox="1"/>
              <p:nvPr/>
            </p:nvSpPr>
            <p:spPr>
              <a:xfrm>
                <a:off x="10401300" y="4057650"/>
                <a:ext cx="12192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13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Accept</a:t>
                </a:r>
                <a:endParaRPr lang="zh-CN" sz="2013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69" name="review-decision2"/>
              <p:cNvSpPr txBox="1"/>
              <p:nvPr/>
            </p:nvSpPr>
            <p:spPr>
              <a:xfrm>
                <a:off x="10401300" y="5381625"/>
                <a:ext cx="12192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13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Reject</a:t>
                </a:r>
                <a:endParaRPr lang="zh-CN" sz="2013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  <p:grpSp>
          <p:nvGrpSpPr>
            <p:cNvPr id="10004" name="Learning"/>
            <p:cNvGrpSpPr/>
            <p:nvPr/>
          </p:nvGrpSpPr>
          <p:grpSpPr>
            <a:xfrm>
              <a:off x="12011025" y="457200"/>
              <a:ext cx="4667250" cy="6543675"/>
              <a:chOff x="12011025" y="457200"/>
              <a:chExt cx="4667250" cy="6543675"/>
            </a:xfrm>
          </p:grpSpPr>
          <p:sp>
            <p:nvSpPr>
              <p:cNvPr id="5" name="learn-panel"/>
              <p:cNvSpPr/>
              <p:nvPr/>
            </p:nvSpPr>
            <p:spPr>
              <a:xfrm>
                <a:off x="12011025" y="1143000"/>
                <a:ext cx="4667250" cy="5857875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" name="learn-encoder"/>
              <p:cNvSpPr/>
              <p:nvPr/>
            </p:nvSpPr>
            <p:spPr>
              <a:xfrm>
                <a:off x="12668250" y="4267200"/>
                <a:ext cx="3238500" cy="695325"/>
              </a:xfrm>
              <a:prstGeom prst="rect">
                <a:avLst/>
              </a:prstGeom>
              <a:solidFill>
                <a:srgbClr val="E8EEF2"/>
              </a:solidFill>
              <a:ln w="889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3" name="learn-memview1"/>
              <p:cNvSpPr/>
              <p:nvPr/>
            </p:nvSpPr>
            <p:spPr>
              <a:xfrm>
                <a:off x="12430125" y="2422730"/>
                <a:ext cx="1659596" cy="54487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9440"/>
                    </a:moveTo>
                    <a:lnTo>
                      <a:pt x="284" y="16354"/>
                    </a:lnTo>
                    <a:lnTo>
                      <a:pt x="568" y="18977"/>
                    </a:lnTo>
                    <a:lnTo>
                      <a:pt x="853" y="19216"/>
                    </a:lnTo>
                    <a:lnTo>
                      <a:pt x="1137" y="17126"/>
                    </a:lnTo>
                    <a:lnTo>
                      <a:pt x="1421" y="13886"/>
                    </a:lnTo>
                    <a:lnTo>
                      <a:pt x="1705" y="16509"/>
                    </a:lnTo>
                    <a:lnTo>
                      <a:pt x="1989" y="18514"/>
                    </a:lnTo>
                    <a:lnTo>
                      <a:pt x="2274" y="15891"/>
                    </a:lnTo>
                    <a:lnTo>
                      <a:pt x="2558" y="19749"/>
                    </a:lnTo>
                    <a:lnTo>
                      <a:pt x="2842" y="19594"/>
                    </a:lnTo>
                    <a:lnTo>
                      <a:pt x="3126" y="17743"/>
                    </a:lnTo>
                    <a:lnTo>
                      <a:pt x="3411" y="13886"/>
                    </a:lnTo>
                    <a:lnTo>
                      <a:pt x="3695" y="14503"/>
                    </a:lnTo>
                    <a:lnTo>
                      <a:pt x="3979" y="6943"/>
                    </a:lnTo>
                    <a:lnTo>
                      <a:pt x="4263" y="3394"/>
                    </a:lnTo>
                    <a:lnTo>
                      <a:pt x="4547" y="11880"/>
                    </a:lnTo>
                    <a:lnTo>
                      <a:pt x="4832" y="9720"/>
                    </a:lnTo>
                    <a:lnTo>
                      <a:pt x="5116" y="9103"/>
                    </a:lnTo>
                    <a:lnTo>
                      <a:pt x="5400" y="14503"/>
                    </a:lnTo>
                    <a:lnTo>
                      <a:pt x="5684" y="16509"/>
                    </a:lnTo>
                    <a:lnTo>
                      <a:pt x="5968" y="14194"/>
                    </a:lnTo>
                    <a:lnTo>
                      <a:pt x="6253" y="16663"/>
                    </a:lnTo>
                    <a:lnTo>
                      <a:pt x="6537" y="20983"/>
                    </a:lnTo>
                    <a:lnTo>
                      <a:pt x="6821" y="16971"/>
                    </a:lnTo>
                    <a:lnTo>
                      <a:pt x="7105" y="16354"/>
                    </a:lnTo>
                    <a:lnTo>
                      <a:pt x="7389" y="16663"/>
                    </a:lnTo>
                    <a:lnTo>
                      <a:pt x="7674" y="15737"/>
                    </a:lnTo>
                    <a:lnTo>
                      <a:pt x="7958" y="17434"/>
                    </a:lnTo>
                    <a:lnTo>
                      <a:pt x="8242" y="14503"/>
                    </a:lnTo>
                    <a:lnTo>
                      <a:pt x="8526" y="14966"/>
                    </a:lnTo>
                    <a:lnTo>
                      <a:pt x="8811" y="16200"/>
                    </a:lnTo>
                    <a:lnTo>
                      <a:pt x="9095" y="16200"/>
                    </a:lnTo>
                    <a:lnTo>
                      <a:pt x="9379" y="15120"/>
                    </a:lnTo>
                    <a:lnTo>
                      <a:pt x="9663" y="18360"/>
                    </a:lnTo>
                    <a:lnTo>
                      <a:pt x="9947" y="17280"/>
                    </a:lnTo>
                    <a:lnTo>
                      <a:pt x="10232" y="15583"/>
                    </a:lnTo>
                    <a:lnTo>
                      <a:pt x="10516" y="15274"/>
                    </a:lnTo>
                    <a:lnTo>
                      <a:pt x="10800" y="16509"/>
                    </a:lnTo>
                    <a:lnTo>
                      <a:pt x="11084" y="14349"/>
                    </a:lnTo>
                    <a:lnTo>
                      <a:pt x="11368" y="13577"/>
                    </a:lnTo>
                    <a:lnTo>
                      <a:pt x="11653" y="11571"/>
                    </a:lnTo>
                    <a:lnTo>
                      <a:pt x="11937" y="12189"/>
                    </a:lnTo>
                    <a:lnTo>
                      <a:pt x="12221" y="13577"/>
                    </a:lnTo>
                    <a:lnTo>
                      <a:pt x="12505" y="9103"/>
                    </a:lnTo>
                    <a:lnTo>
                      <a:pt x="12789" y="9411"/>
                    </a:lnTo>
                    <a:lnTo>
                      <a:pt x="13074" y="4320"/>
                    </a:lnTo>
                    <a:lnTo>
                      <a:pt x="13358" y="771"/>
                    </a:lnTo>
                    <a:lnTo>
                      <a:pt x="13642" y="0"/>
                    </a:lnTo>
                    <a:lnTo>
                      <a:pt x="13926" y="3857"/>
                    </a:lnTo>
                    <a:lnTo>
                      <a:pt x="14211" y="5091"/>
                    </a:lnTo>
                    <a:lnTo>
                      <a:pt x="14495" y="6943"/>
                    </a:lnTo>
                    <a:lnTo>
                      <a:pt x="14779" y="8949"/>
                    </a:lnTo>
                    <a:lnTo>
                      <a:pt x="15063" y="16046"/>
                    </a:lnTo>
                    <a:lnTo>
                      <a:pt x="15347" y="21600"/>
                    </a:lnTo>
                    <a:lnTo>
                      <a:pt x="15632" y="20366"/>
                    </a:lnTo>
                    <a:lnTo>
                      <a:pt x="15916" y="17897"/>
                    </a:lnTo>
                    <a:lnTo>
                      <a:pt x="16200" y="16817"/>
                    </a:lnTo>
                    <a:lnTo>
                      <a:pt x="16484" y="15274"/>
                    </a:lnTo>
                    <a:lnTo>
                      <a:pt x="16768" y="7869"/>
                    </a:lnTo>
                    <a:lnTo>
                      <a:pt x="17053" y="3086"/>
                    </a:lnTo>
                    <a:lnTo>
                      <a:pt x="17337" y="10954"/>
                    </a:lnTo>
                    <a:lnTo>
                      <a:pt x="17621" y="13269"/>
                    </a:lnTo>
                    <a:lnTo>
                      <a:pt x="17905" y="18051"/>
                    </a:lnTo>
                    <a:lnTo>
                      <a:pt x="18189" y="17589"/>
                    </a:lnTo>
                    <a:lnTo>
                      <a:pt x="18474" y="13731"/>
                    </a:lnTo>
                    <a:lnTo>
                      <a:pt x="18758" y="12343"/>
                    </a:lnTo>
                    <a:lnTo>
                      <a:pt x="19042" y="15429"/>
                    </a:lnTo>
                    <a:lnTo>
                      <a:pt x="19326" y="15583"/>
                    </a:lnTo>
                    <a:lnTo>
                      <a:pt x="19611" y="16817"/>
                    </a:lnTo>
                    <a:lnTo>
                      <a:pt x="19895" y="15891"/>
                    </a:lnTo>
                    <a:lnTo>
                      <a:pt x="20179" y="11109"/>
                    </a:lnTo>
                    <a:lnTo>
                      <a:pt x="20463" y="15891"/>
                    </a:lnTo>
                    <a:lnTo>
                      <a:pt x="20747" y="18360"/>
                    </a:lnTo>
                    <a:lnTo>
                      <a:pt x="21032" y="17126"/>
                    </a:lnTo>
                    <a:lnTo>
                      <a:pt x="21316" y="18669"/>
                    </a:lnTo>
                    <a:lnTo>
                      <a:pt x="21600" y="20057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4" name="learn-memview2"/>
              <p:cNvSpPr/>
              <p:nvPr/>
            </p:nvSpPr>
            <p:spPr>
              <a:xfrm>
                <a:off x="14594992" y="2421043"/>
                <a:ext cx="1630639" cy="58716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0416"/>
                    </a:moveTo>
                    <a:lnTo>
                      <a:pt x="288" y="19973"/>
                    </a:lnTo>
                    <a:lnTo>
                      <a:pt x="576" y="19825"/>
                    </a:lnTo>
                    <a:lnTo>
                      <a:pt x="864" y="17605"/>
                    </a:lnTo>
                    <a:lnTo>
                      <a:pt x="1152" y="14795"/>
                    </a:lnTo>
                    <a:lnTo>
                      <a:pt x="1440" y="17014"/>
                    </a:lnTo>
                    <a:lnTo>
                      <a:pt x="1728" y="19529"/>
                    </a:lnTo>
                    <a:lnTo>
                      <a:pt x="2016" y="17753"/>
                    </a:lnTo>
                    <a:lnTo>
                      <a:pt x="2304" y="20268"/>
                    </a:lnTo>
                    <a:lnTo>
                      <a:pt x="2592" y="19825"/>
                    </a:lnTo>
                    <a:lnTo>
                      <a:pt x="2880" y="19529"/>
                    </a:lnTo>
                    <a:lnTo>
                      <a:pt x="3168" y="16126"/>
                    </a:lnTo>
                    <a:lnTo>
                      <a:pt x="3456" y="15682"/>
                    </a:lnTo>
                    <a:lnTo>
                      <a:pt x="3744" y="11688"/>
                    </a:lnTo>
                    <a:lnTo>
                      <a:pt x="4032" y="3107"/>
                    </a:lnTo>
                    <a:lnTo>
                      <a:pt x="4320" y="9764"/>
                    </a:lnTo>
                    <a:lnTo>
                      <a:pt x="4608" y="13167"/>
                    </a:lnTo>
                    <a:lnTo>
                      <a:pt x="4896" y="8729"/>
                    </a:lnTo>
                    <a:lnTo>
                      <a:pt x="5184" y="13315"/>
                    </a:lnTo>
                    <a:lnTo>
                      <a:pt x="5472" y="16274"/>
                    </a:lnTo>
                    <a:lnTo>
                      <a:pt x="5760" y="16126"/>
                    </a:lnTo>
                    <a:lnTo>
                      <a:pt x="6048" y="15090"/>
                    </a:lnTo>
                    <a:lnTo>
                      <a:pt x="6336" y="19529"/>
                    </a:lnTo>
                    <a:lnTo>
                      <a:pt x="6624" y="21600"/>
                    </a:lnTo>
                    <a:lnTo>
                      <a:pt x="6912" y="20121"/>
                    </a:lnTo>
                    <a:lnTo>
                      <a:pt x="7200" y="17605"/>
                    </a:lnTo>
                    <a:lnTo>
                      <a:pt x="7488" y="19825"/>
                    </a:lnTo>
                    <a:lnTo>
                      <a:pt x="7776" y="21156"/>
                    </a:lnTo>
                    <a:lnTo>
                      <a:pt x="8064" y="18049"/>
                    </a:lnTo>
                    <a:lnTo>
                      <a:pt x="8352" y="15386"/>
                    </a:lnTo>
                    <a:lnTo>
                      <a:pt x="8640" y="19085"/>
                    </a:lnTo>
                    <a:lnTo>
                      <a:pt x="8928" y="18197"/>
                    </a:lnTo>
                    <a:lnTo>
                      <a:pt x="9216" y="18049"/>
                    </a:lnTo>
                    <a:lnTo>
                      <a:pt x="9504" y="17458"/>
                    </a:lnTo>
                    <a:lnTo>
                      <a:pt x="9792" y="18641"/>
                    </a:lnTo>
                    <a:lnTo>
                      <a:pt x="10080" y="15534"/>
                    </a:lnTo>
                    <a:lnTo>
                      <a:pt x="10368" y="18641"/>
                    </a:lnTo>
                    <a:lnTo>
                      <a:pt x="10656" y="19085"/>
                    </a:lnTo>
                    <a:lnTo>
                      <a:pt x="10944" y="20564"/>
                    </a:lnTo>
                    <a:lnTo>
                      <a:pt x="11232" y="19825"/>
                    </a:lnTo>
                    <a:lnTo>
                      <a:pt x="11520" y="18197"/>
                    </a:lnTo>
                    <a:lnTo>
                      <a:pt x="11808" y="17014"/>
                    </a:lnTo>
                    <a:lnTo>
                      <a:pt x="12096" y="18345"/>
                    </a:lnTo>
                    <a:lnTo>
                      <a:pt x="12384" y="17014"/>
                    </a:lnTo>
                    <a:lnTo>
                      <a:pt x="12672" y="16126"/>
                    </a:lnTo>
                    <a:lnTo>
                      <a:pt x="12960" y="14055"/>
                    </a:lnTo>
                    <a:lnTo>
                      <a:pt x="13248" y="12132"/>
                    </a:lnTo>
                    <a:lnTo>
                      <a:pt x="13536" y="12575"/>
                    </a:lnTo>
                    <a:lnTo>
                      <a:pt x="13824" y="6362"/>
                    </a:lnTo>
                    <a:lnTo>
                      <a:pt x="14112" y="0"/>
                    </a:lnTo>
                    <a:lnTo>
                      <a:pt x="14400" y="5326"/>
                    </a:lnTo>
                    <a:lnTo>
                      <a:pt x="14688" y="11836"/>
                    </a:lnTo>
                    <a:lnTo>
                      <a:pt x="14976" y="11392"/>
                    </a:lnTo>
                    <a:lnTo>
                      <a:pt x="15264" y="16274"/>
                    </a:lnTo>
                    <a:lnTo>
                      <a:pt x="15552" y="18937"/>
                    </a:lnTo>
                    <a:lnTo>
                      <a:pt x="15840" y="20268"/>
                    </a:lnTo>
                    <a:lnTo>
                      <a:pt x="16128" y="20416"/>
                    </a:lnTo>
                    <a:lnTo>
                      <a:pt x="16416" y="18197"/>
                    </a:lnTo>
                    <a:lnTo>
                      <a:pt x="16704" y="15978"/>
                    </a:lnTo>
                    <a:lnTo>
                      <a:pt x="16992" y="7989"/>
                    </a:lnTo>
                    <a:lnTo>
                      <a:pt x="17280" y="5326"/>
                    </a:lnTo>
                    <a:lnTo>
                      <a:pt x="17568" y="12427"/>
                    </a:lnTo>
                    <a:lnTo>
                      <a:pt x="17856" y="16126"/>
                    </a:lnTo>
                    <a:lnTo>
                      <a:pt x="18144" y="19973"/>
                    </a:lnTo>
                    <a:lnTo>
                      <a:pt x="18432" y="19825"/>
                    </a:lnTo>
                    <a:lnTo>
                      <a:pt x="18720" y="17162"/>
                    </a:lnTo>
                    <a:lnTo>
                      <a:pt x="19008" y="18641"/>
                    </a:lnTo>
                    <a:lnTo>
                      <a:pt x="19296" y="15978"/>
                    </a:lnTo>
                    <a:lnTo>
                      <a:pt x="19584" y="13167"/>
                    </a:lnTo>
                    <a:lnTo>
                      <a:pt x="19872" y="16570"/>
                    </a:lnTo>
                    <a:lnTo>
                      <a:pt x="20160" y="17605"/>
                    </a:lnTo>
                    <a:lnTo>
                      <a:pt x="20448" y="14055"/>
                    </a:lnTo>
                    <a:lnTo>
                      <a:pt x="20736" y="14942"/>
                    </a:lnTo>
                    <a:lnTo>
                      <a:pt x="21024" y="18197"/>
                    </a:lnTo>
                    <a:lnTo>
                      <a:pt x="21312" y="18345"/>
                    </a:lnTo>
                    <a:lnTo>
                      <a:pt x="21600" y="17605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6" name="learn-memory-encoder"/>
              <p:cNvSpPr/>
              <p:nvPr/>
            </p:nvSpPr>
            <p:spPr>
              <a:xfrm>
                <a:off x="14287500" y="3600450"/>
                <a:ext cx="9525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9050">
                <a:solidFill>
                  <a:srgbClr val="304B63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7" name="learn-neighbors"/>
              <p:cNvSpPr/>
              <p:nvPr/>
            </p:nvSpPr>
            <p:spPr>
              <a:xfrm>
                <a:off x="12351856" y="5921709"/>
                <a:ext cx="1908448" cy="32953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300" y="16835"/>
                    </a:lnTo>
                    <a:lnTo>
                      <a:pt x="600" y="13659"/>
                    </a:lnTo>
                    <a:lnTo>
                      <a:pt x="900" y="9212"/>
                    </a:lnTo>
                    <a:lnTo>
                      <a:pt x="1200" y="16835"/>
                    </a:lnTo>
                    <a:lnTo>
                      <a:pt x="1500" y="17471"/>
                    </a:lnTo>
                    <a:lnTo>
                      <a:pt x="1800" y="14612"/>
                    </a:lnTo>
                    <a:lnTo>
                      <a:pt x="2100" y="14612"/>
                    </a:lnTo>
                    <a:lnTo>
                      <a:pt x="2400" y="9212"/>
                    </a:lnTo>
                    <a:lnTo>
                      <a:pt x="2700" y="7624"/>
                    </a:lnTo>
                    <a:lnTo>
                      <a:pt x="3000" y="12388"/>
                    </a:lnTo>
                    <a:lnTo>
                      <a:pt x="3300" y="14929"/>
                    </a:lnTo>
                    <a:lnTo>
                      <a:pt x="3600" y="11753"/>
                    </a:lnTo>
                    <a:lnTo>
                      <a:pt x="3900" y="13296"/>
                    </a:lnTo>
                    <a:lnTo>
                      <a:pt x="4200" y="13659"/>
                    </a:lnTo>
                    <a:lnTo>
                      <a:pt x="4500" y="12706"/>
                    </a:lnTo>
                    <a:lnTo>
                      <a:pt x="4800" y="12388"/>
                    </a:lnTo>
                    <a:lnTo>
                      <a:pt x="5100" y="4129"/>
                    </a:lnTo>
                    <a:lnTo>
                      <a:pt x="5400" y="953"/>
                    </a:lnTo>
                    <a:lnTo>
                      <a:pt x="5700" y="10482"/>
                    </a:lnTo>
                    <a:lnTo>
                      <a:pt x="6000" y="8576"/>
                    </a:lnTo>
                    <a:lnTo>
                      <a:pt x="6300" y="11753"/>
                    </a:lnTo>
                    <a:lnTo>
                      <a:pt x="6600" y="13659"/>
                    </a:lnTo>
                    <a:lnTo>
                      <a:pt x="6900" y="10482"/>
                    </a:lnTo>
                    <a:lnTo>
                      <a:pt x="7200" y="6353"/>
                    </a:lnTo>
                    <a:lnTo>
                      <a:pt x="7500" y="15565"/>
                    </a:lnTo>
                    <a:lnTo>
                      <a:pt x="7800" y="13024"/>
                    </a:lnTo>
                    <a:lnTo>
                      <a:pt x="8100" y="5718"/>
                    </a:lnTo>
                    <a:lnTo>
                      <a:pt x="8400" y="3176"/>
                    </a:lnTo>
                    <a:lnTo>
                      <a:pt x="8700" y="8894"/>
                    </a:lnTo>
                    <a:lnTo>
                      <a:pt x="9000" y="8894"/>
                    </a:lnTo>
                    <a:lnTo>
                      <a:pt x="9300" y="12706"/>
                    </a:lnTo>
                    <a:lnTo>
                      <a:pt x="9600" y="11753"/>
                    </a:lnTo>
                    <a:lnTo>
                      <a:pt x="9900" y="9212"/>
                    </a:lnTo>
                    <a:lnTo>
                      <a:pt x="10200" y="0"/>
                    </a:lnTo>
                    <a:lnTo>
                      <a:pt x="10500" y="5082"/>
                    </a:lnTo>
                    <a:lnTo>
                      <a:pt x="10800" y="9847"/>
                    </a:lnTo>
                    <a:lnTo>
                      <a:pt x="11100" y="9847"/>
                    </a:lnTo>
                    <a:lnTo>
                      <a:pt x="11400" y="14294"/>
                    </a:lnTo>
                    <a:lnTo>
                      <a:pt x="11700" y="13659"/>
                    </a:lnTo>
                    <a:lnTo>
                      <a:pt x="12000" y="19376"/>
                    </a:lnTo>
                    <a:lnTo>
                      <a:pt x="12300" y="14612"/>
                    </a:lnTo>
                    <a:lnTo>
                      <a:pt x="12600" y="12706"/>
                    </a:lnTo>
                    <a:lnTo>
                      <a:pt x="12900" y="8894"/>
                    </a:lnTo>
                    <a:lnTo>
                      <a:pt x="13200" y="7306"/>
                    </a:lnTo>
                    <a:lnTo>
                      <a:pt x="13500" y="12071"/>
                    </a:lnTo>
                    <a:lnTo>
                      <a:pt x="13800" y="9529"/>
                    </a:lnTo>
                    <a:lnTo>
                      <a:pt x="14100" y="13659"/>
                    </a:lnTo>
                    <a:lnTo>
                      <a:pt x="14400" y="12706"/>
                    </a:lnTo>
                    <a:lnTo>
                      <a:pt x="14700" y="7306"/>
                    </a:lnTo>
                    <a:lnTo>
                      <a:pt x="15000" y="8576"/>
                    </a:lnTo>
                    <a:lnTo>
                      <a:pt x="15300" y="7624"/>
                    </a:lnTo>
                    <a:lnTo>
                      <a:pt x="15600" y="4447"/>
                    </a:lnTo>
                    <a:lnTo>
                      <a:pt x="15900" y="12071"/>
                    </a:lnTo>
                    <a:lnTo>
                      <a:pt x="16200" y="18424"/>
                    </a:lnTo>
                    <a:lnTo>
                      <a:pt x="16500" y="16835"/>
                    </a:lnTo>
                    <a:lnTo>
                      <a:pt x="16800" y="12388"/>
                    </a:lnTo>
                    <a:lnTo>
                      <a:pt x="17100" y="16518"/>
                    </a:lnTo>
                    <a:lnTo>
                      <a:pt x="17400" y="12388"/>
                    </a:lnTo>
                    <a:lnTo>
                      <a:pt x="17700" y="9529"/>
                    </a:lnTo>
                    <a:lnTo>
                      <a:pt x="18000" y="11435"/>
                    </a:lnTo>
                    <a:lnTo>
                      <a:pt x="18300" y="1906"/>
                    </a:lnTo>
                    <a:lnTo>
                      <a:pt x="18600" y="318"/>
                    </a:lnTo>
                    <a:lnTo>
                      <a:pt x="18900" y="7941"/>
                    </a:lnTo>
                    <a:lnTo>
                      <a:pt x="19200" y="6353"/>
                    </a:lnTo>
                    <a:lnTo>
                      <a:pt x="19500" y="8894"/>
                    </a:lnTo>
                    <a:lnTo>
                      <a:pt x="19800" y="12388"/>
                    </a:lnTo>
                    <a:lnTo>
                      <a:pt x="20100" y="8259"/>
                    </a:lnTo>
                    <a:lnTo>
                      <a:pt x="20400" y="13024"/>
                    </a:lnTo>
                    <a:lnTo>
                      <a:pt x="20700" y="15565"/>
                    </a:lnTo>
                    <a:lnTo>
                      <a:pt x="21000" y="7624"/>
                    </a:lnTo>
                    <a:lnTo>
                      <a:pt x="21300" y="8894"/>
                    </a:lnTo>
                    <a:lnTo>
                      <a:pt x="21600" y="13024"/>
                    </a:lnTo>
                  </a:path>
                </a:pathLst>
              </a:custGeom>
              <a:noFill/>
              <a:ln w="1905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8" name="learn-neighbor-encoder"/>
              <p:cNvSpPr/>
              <p:nvPr/>
            </p:nvSpPr>
            <p:spPr>
              <a:xfrm>
                <a:off x="15182850" y="4600575"/>
                <a:ext cx="1171575" cy="13811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21600" y="0"/>
                    </a:lnTo>
                    <a:lnTo>
                      <a:pt x="14224" y="0"/>
                    </a:lnTo>
                  </a:path>
                </a:pathLst>
              </a:custGeom>
              <a:noFill/>
              <a:ln w="19050">
                <a:solidFill>
                  <a:srgbClr val="304B63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42" name="learn-output"/>
              <p:cNvSpPr/>
              <p:nvPr/>
            </p:nvSpPr>
            <p:spPr>
              <a:xfrm>
                <a:off x="15811500" y="5019675"/>
                <a:ext cx="9525" cy="14097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9050">
                <a:solidFill>
                  <a:srgbClr val="767670"/>
                </a:solidFill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46" name="learn-icon"/>
              <p:cNvPicPr/>
              <p:nvPr/>
            </p:nvPicPr>
            <p:blipFill>
              <a:blip r:embed="rId5">
                <a:lum bright="0" contrast="45000"/>
                <a:duotone>
                  <a:srgbClr val="353A3D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2153900" y="457200"/>
                <a:ext cx="523875" cy="523875"/>
              </a:xfrm>
              <a:prstGeom prst="rect">
                <a:avLst/>
              </a:prstGeom>
            </p:spPr>
          </p:pic>
          <p:pic>
            <p:nvPicPr>
              <p:cNvPr id="50" name="learn-memory"/>
              <p:cNvPicPr/>
              <p:nvPr/>
            </p:nvPicPr>
            <p:blipFill>
              <a:blip r:embed="rId9">
                <a:duotone>
                  <a:srgbClr val="10283B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2277725" y="1476375"/>
                <a:ext cx="600075" cy="628650"/>
              </a:xfrm>
              <a:prstGeom prst="rect">
                <a:avLst/>
              </a:prstGeom>
            </p:spPr>
          </p:pic>
          <p:sp>
            <p:nvSpPr>
              <p:cNvPr id="54" name="learn-title"/>
              <p:cNvSpPr txBox="1"/>
              <p:nvPr/>
            </p:nvSpPr>
            <p:spPr>
              <a:xfrm>
                <a:off x="12753975" y="476250"/>
                <a:ext cx="30480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654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Representation</a:t>
                </a:r>
                <a:endParaRPr lang="zh-CN" sz="2654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70" name="learn-memorytitle"/>
              <p:cNvSpPr txBox="1"/>
              <p:nvPr/>
            </p:nvSpPr>
            <p:spPr>
              <a:xfrm>
                <a:off x="13011150" y="1590675"/>
                <a:ext cx="33528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96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Positive memory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71" name="learn-views"/>
              <p:cNvSpPr txBox="1"/>
              <p:nvPr/>
            </p:nvSpPr>
            <p:spPr>
              <a:xfrm>
                <a:off x="12296775" y="3162300"/>
                <a:ext cx="409575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9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Accepted augmented views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72" name="learn-encoderlabel"/>
              <p:cNvSpPr txBox="1"/>
              <p:nvPr/>
            </p:nvSpPr>
            <p:spPr>
              <a:xfrm>
                <a:off x="12715875" y="4381500"/>
                <a:ext cx="314325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380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Shared encoder</a:t>
                </a:r>
                <a:endParaRPr lang="zh-CN" sz="2380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73" name="learn-neighborlabel"/>
              <p:cNvSpPr txBox="1"/>
              <p:nvPr/>
            </p:nvSpPr>
            <p:spPr>
              <a:xfrm>
                <a:off x="12182475" y="5334000"/>
                <a:ext cx="2667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05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Retrieved neighbors</a:t>
                </a:r>
                <a:endParaRPr lang="zh-CN" sz="2105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74" name="learn-positive-label"/>
              <p:cNvSpPr txBox="1"/>
              <p:nvPr/>
            </p:nvSpPr>
            <p:spPr>
              <a:xfrm>
                <a:off x="12287250" y="6572250"/>
                <a:ext cx="419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88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Contrastive learning</a:t>
                </a:r>
                <a:endParaRPr lang="zh-CN" sz="2288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  <p:grpSp>
          <p:nvGrpSpPr>
            <p:cNvPr id="10005" name="Connectors"/>
            <p:cNvGrpSpPr/>
            <p:nvPr/>
          </p:nvGrpSpPr>
          <p:grpSpPr>
            <a:xfrm>
              <a:off x="285750" y="1847850"/>
              <a:ext cx="11925300" cy="6315075"/>
              <a:chOff x="285750" y="1847850"/>
              <a:chExt cx="11925300" cy="6315075"/>
            </a:xfrm>
          </p:grpSpPr>
          <p:sp>
            <p:nvSpPr>
              <p:cNvPr id="31" name="flow-retrieve-augment"/>
              <p:cNvSpPr/>
              <p:nvPr/>
            </p:nvSpPr>
            <p:spPr>
              <a:xfrm>
                <a:off x="4029075" y="40005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767670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2" name="flow-augment-review"/>
              <p:cNvSpPr/>
              <p:nvPr/>
            </p:nvSpPr>
            <p:spPr>
              <a:xfrm>
                <a:off x="8153400" y="40005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767670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5" name="flow-accepted"/>
              <p:cNvSpPr/>
              <p:nvPr/>
            </p:nvSpPr>
            <p:spPr>
              <a:xfrm>
                <a:off x="11639550" y="1847850"/>
                <a:ext cx="552450" cy="1152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17503" y="21600"/>
                    </a:lnTo>
                    <a:lnTo>
                      <a:pt x="17503" y="0"/>
                    </a:ln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304B63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9" name="flow-neighbors"/>
              <p:cNvSpPr/>
              <p:nvPr/>
            </p:nvSpPr>
            <p:spPr>
              <a:xfrm>
                <a:off x="2047875" y="6038850"/>
                <a:ext cx="10163175" cy="11239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1715"/>
                    </a:moveTo>
                    <a:lnTo>
                      <a:pt x="0" y="21600"/>
                    </a:lnTo>
                    <a:lnTo>
                      <a:pt x="20972" y="21600"/>
                    </a:lnTo>
                    <a:lnTo>
                      <a:pt x="20972" y="0"/>
                    </a:lnTo>
                    <a:lnTo>
                      <a:pt x="21600" y="0"/>
                    </a:lnTo>
                  </a:path>
                </a:pathLst>
              </a:custGeom>
              <a:noFill/>
              <a:ln w="19050">
                <a:solidFill>
                  <a:srgbClr val="767670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40" name="flow-rejected"/>
              <p:cNvSpPr/>
              <p:nvPr/>
            </p:nvSpPr>
            <p:spPr>
              <a:xfrm>
                <a:off x="285750" y="3028950"/>
                <a:ext cx="11430000" cy="47053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1384" y="12374"/>
                    </a:moveTo>
                    <a:lnTo>
                      <a:pt x="21600" y="12374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A65F48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75" name="flow-neighbors-label"/>
              <p:cNvSpPr txBox="1"/>
              <p:nvPr/>
            </p:nvSpPr>
            <p:spPr>
              <a:xfrm>
                <a:off x="5657850" y="7229475"/>
                <a:ext cx="2667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13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Neighbor positives</a:t>
                </a:r>
                <a:endParaRPr lang="zh-CN" sz="2013">
                  <a:solidFill>
                    <a:srgbClr val="222222"/>
                  </a:solidFill>
                  <a:latin typeface="Arial"/>
                </a:endParaRPr>
              </a:p>
            </p:txBody>
          </p:sp>
          <p:sp>
            <p:nvSpPr>
              <p:cNvPr id="76" name="flow-rejected-label"/>
              <p:cNvSpPr txBox="1"/>
              <p:nvPr/>
            </p:nvSpPr>
            <p:spPr>
              <a:xfrm>
                <a:off x="5162550" y="7762875"/>
                <a:ext cx="57150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9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Rejected views: refine retrieval</a:t>
                </a:r>
                <a:endParaRPr lang="zh-CN" sz="2196">
                  <a:solidFill>
                    <a:srgbClr val="222222"/>
                  </a:solidFill>
                  <a:latin typeface="Arial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