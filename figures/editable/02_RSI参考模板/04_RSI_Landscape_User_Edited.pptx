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3399750" cy="9677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28"/>
    <p:restoredTop sz="94675"/>
  </p:normalViewPr>
  <p:slideViewPr>
    <p:cSldViewPr snapToGrid="0">
      <p:cViewPr>
        <p:scale>
          <a:sx n="53" d="100"/>
          <a:sy n="53" d="100"/>
        </p:scale>
        <p:origin x="-78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04CF2-E642-5D43-A967-BF303C7D8AD2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301625" y="1143000"/>
            <a:ext cx="7461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3B83A-0C1C-3841-B707-276CC94DF1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1175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3B83A-0C1C-3841-B707-276CC94DF15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8139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2" name="RSI_Landscape_User_Edited — editable components"/>
          <p:cNvGrpSpPr/>
          <p:nvPr/>
        </p:nvGrpSpPr>
        <p:grpSpPr>
          <a:xfrm>
            <a:off x="460374" y="1196016"/>
            <a:ext cx="22357930" cy="8433760"/>
            <a:chOff x="460374" y="1196016"/>
            <a:chExt cx="22357930" cy="8433760"/>
          </a:xfrm>
        </p:grpSpPr>
        <p:sp>
          <p:nvSpPr>
            <p:cNvPr id="2" name="Path 2"/>
            <p:cNvSpPr/>
            <p:nvPr/>
          </p:nvSpPr>
          <p:spPr>
            <a:xfrm>
              <a:off x="460374" y="1200151"/>
              <a:ext cx="11182350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0EDF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Line 3"/>
            <p:cNvSpPr/>
            <p:nvPr/>
          </p:nvSpPr>
          <p:spPr>
            <a:xfrm flipV="1">
              <a:off x="1403349" y="4043744"/>
              <a:ext cx="1866900" cy="220294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Line 4"/>
            <p:cNvSpPr/>
            <p:nvPr/>
          </p:nvSpPr>
          <p:spPr>
            <a:xfrm flipV="1">
              <a:off x="1031875" y="3481769"/>
              <a:ext cx="2962275" cy="34954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Line 5"/>
            <p:cNvSpPr/>
            <p:nvPr/>
          </p:nvSpPr>
          <p:spPr>
            <a:xfrm flipV="1">
              <a:off x="822324" y="3110865"/>
              <a:ext cx="3733800" cy="44058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Line 6"/>
            <p:cNvSpPr/>
            <p:nvPr/>
          </p:nvSpPr>
          <p:spPr>
            <a:xfrm flipV="1">
              <a:off x="679449" y="2829879"/>
              <a:ext cx="4362450" cy="5147691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Line 7"/>
            <p:cNvSpPr/>
            <p:nvPr/>
          </p:nvSpPr>
          <p:spPr>
            <a:xfrm flipV="1">
              <a:off x="584200" y="2593848"/>
              <a:ext cx="4905375" cy="578834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Line 8"/>
            <p:cNvSpPr/>
            <p:nvPr/>
          </p:nvSpPr>
          <p:spPr>
            <a:xfrm flipV="1">
              <a:off x="527049" y="2402777"/>
              <a:ext cx="5372100" cy="63390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Line 9"/>
            <p:cNvSpPr/>
            <p:nvPr/>
          </p:nvSpPr>
          <p:spPr>
            <a:xfrm flipV="1">
              <a:off x="488950" y="2234185"/>
              <a:ext cx="5800725" cy="684485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Line 10"/>
            <p:cNvSpPr/>
            <p:nvPr/>
          </p:nvSpPr>
          <p:spPr>
            <a:xfrm flipV="1">
              <a:off x="469899" y="2088072"/>
              <a:ext cx="6191250" cy="730567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Line 11"/>
            <p:cNvSpPr/>
            <p:nvPr/>
          </p:nvSpPr>
          <p:spPr>
            <a:xfrm flipV="1">
              <a:off x="517525" y="1953197"/>
              <a:ext cx="6505575" cy="76765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Line 12"/>
            <p:cNvSpPr/>
            <p:nvPr/>
          </p:nvSpPr>
          <p:spPr>
            <a:xfrm flipV="1">
              <a:off x="765174" y="1852041"/>
              <a:ext cx="6591300" cy="777773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Line 13"/>
            <p:cNvSpPr/>
            <p:nvPr/>
          </p:nvSpPr>
          <p:spPr>
            <a:xfrm flipV="1">
              <a:off x="1012825" y="1750887"/>
              <a:ext cx="6677025" cy="787888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Line 14"/>
            <p:cNvSpPr/>
            <p:nvPr/>
          </p:nvSpPr>
          <p:spPr>
            <a:xfrm flipV="1">
              <a:off x="1260475" y="1660971"/>
              <a:ext cx="6753225" cy="796880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Line 15"/>
            <p:cNvSpPr/>
            <p:nvPr/>
          </p:nvSpPr>
          <p:spPr>
            <a:xfrm flipV="1">
              <a:off x="1508124" y="1582293"/>
              <a:ext cx="6819900" cy="804748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Line 16"/>
            <p:cNvSpPr/>
            <p:nvPr/>
          </p:nvSpPr>
          <p:spPr>
            <a:xfrm flipV="1">
              <a:off x="1755774" y="1514857"/>
              <a:ext cx="6877050" cy="811491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Line 17"/>
            <p:cNvSpPr/>
            <p:nvPr/>
          </p:nvSpPr>
          <p:spPr>
            <a:xfrm flipV="1">
              <a:off x="2003425" y="1458659"/>
              <a:ext cx="6924675" cy="817111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Line 18"/>
            <p:cNvSpPr/>
            <p:nvPr/>
          </p:nvSpPr>
          <p:spPr>
            <a:xfrm flipV="1">
              <a:off x="2251074" y="1402461"/>
              <a:ext cx="6972300" cy="822731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Line 19"/>
            <p:cNvSpPr/>
            <p:nvPr/>
          </p:nvSpPr>
          <p:spPr>
            <a:xfrm flipV="1">
              <a:off x="2498724" y="1357503"/>
              <a:ext cx="7010400" cy="827227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Line 20"/>
            <p:cNvSpPr/>
            <p:nvPr/>
          </p:nvSpPr>
          <p:spPr>
            <a:xfrm flipV="1">
              <a:off x="2746375" y="1323785"/>
              <a:ext cx="7038975" cy="830599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Line 21"/>
            <p:cNvSpPr/>
            <p:nvPr/>
          </p:nvSpPr>
          <p:spPr>
            <a:xfrm flipV="1">
              <a:off x="2994024" y="1290067"/>
              <a:ext cx="7067550" cy="833970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Line 22"/>
            <p:cNvSpPr/>
            <p:nvPr/>
          </p:nvSpPr>
          <p:spPr>
            <a:xfrm flipV="1">
              <a:off x="3241674" y="1267587"/>
              <a:ext cx="7086600" cy="836218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Line 23"/>
            <p:cNvSpPr/>
            <p:nvPr/>
          </p:nvSpPr>
          <p:spPr>
            <a:xfrm flipV="1">
              <a:off x="3489324" y="1245109"/>
              <a:ext cx="7105650" cy="8384667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Line 24"/>
            <p:cNvSpPr/>
            <p:nvPr/>
          </p:nvSpPr>
          <p:spPr>
            <a:xfrm flipV="1">
              <a:off x="3736974" y="1222629"/>
              <a:ext cx="7124700" cy="840714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Line 25"/>
            <p:cNvSpPr/>
            <p:nvPr/>
          </p:nvSpPr>
          <p:spPr>
            <a:xfrm flipV="1">
              <a:off x="3984625" y="1211391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Line 26"/>
            <p:cNvSpPr/>
            <p:nvPr/>
          </p:nvSpPr>
          <p:spPr>
            <a:xfrm flipV="1">
              <a:off x="4232275" y="1211391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Line 27"/>
            <p:cNvSpPr/>
            <p:nvPr/>
          </p:nvSpPr>
          <p:spPr>
            <a:xfrm flipV="1">
              <a:off x="4479925" y="1211391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Line 28"/>
            <p:cNvSpPr/>
            <p:nvPr/>
          </p:nvSpPr>
          <p:spPr>
            <a:xfrm flipV="1">
              <a:off x="8747124" y="1469898"/>
              <a:ext cx="2895600" cy="341680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Line 29"/>
            <p:cNvSpPr/>
            <p:nvPr/>
          </p:nvSpPr>
          <p:spPr>
            <a:xfrm flipV="1">
              <a:off x="9090024" y="1762125"/>
              <a:ext cx="2552700" cy="301218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Line 30"/>
            <p:cNvSpPr/>
            <p:nvPr/>
          </p:nvSpPr>
          <p:spPr>
            <a:xfrm flipV="1">
              <a:off x="9413874" y="2054353"/>
              <a:ext cx="2228850" cy="2630043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Line 31"/>
            <p:cNvSpPr/>
            <p:nvPr/>
          </p:nvSpPr>
          <p:spPr>
            <a:xfrm flipV="1">
              <a:off x="9728200" y="2346579"/>
              <a:ext cx="1914525" cy="225914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Line 32"/>
            <p:cNvSpPr/>
            <p:nvPr/>
          </p:nvSpPr>
          <p:spPr>
            <a:xfrm flipV="1">
              <a:off x="10023474" y="2638807"/>
              <a:ext cx="1619250" cy="191071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Line 33"/>
            <p:cNvSpPr/>
            <p:nvPr/>
          </p:nvSpPr>
          <p:spPr>
            <a:xfrm flipV="1">
              <a:off x="10309224" y="2931033"/>
              <a:ext cx="1333500" cy="157353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Line 34"/>
            <p:cNvSpPr/>
            <p:nvPr/>
          </p:nvSpPr>
          <p:spPr>
            <a:xfrm flipV="1">
              <a:off x="10585450" y="3223260"/>
              <a:ext cx="1057275" cy="12475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Line 35"/>
            <p:cNvSpPr/>
            <p:nvPr/>
          </p:nvSpPr>
          <p:spPr>
            <a:xfrm flipV="1">
              <a:off x="10861674" y="3515488"/>
              <a:ext cx="781050" cy="92163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Line 36"/>
            <p:cNvSpPr/>
            <p:nvPr/>
          </p:nvSpPr>
          <p:spPr>
            <a:xfrm flipV="1">
              <a:off x="11128374" y="3807715"/>
              <a:ext cx="514350" cy="606933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Line 37"/>
            <p:cNvSpPr/>
            <p:nvPr/>
          </p:nvSpPr>
          <p:spPr>
            <a:xfrm flipV="1">
              <a:off x="11385550" y="4099942"/>
              <a:ext cx="257175" cy="303467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11633200" y="4392168"/>
              <a:ext cx="9525" cy="1124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ath 39"/>
            <p:cNvSpPr/>
            <p:nvPr/>
          </p:nvSpPr>
          <p:spPr>
            <a:xfrm>
              <a:off x="4708524" y="4410075"/>
              <a:ext cx="6934200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E9F3F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ath 40"/>
            <p:cNvSpPr/>
            <p:nvPr/>
          </p:nvSpPr>
          <p:spPr>
            <a:xfrm>
              <a:off x="7756524" y="6686551"/>
              <a:ext cx="3886200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7EDD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ath 41"/>
            <p:cNvSpPr/>
            <p:nvPr/>
          </p:nvSpPr>
          <p:spPr>
            <a:xfrm>
              <a:off x="9747250" y="8191501"/>
              <a:ext cx="1895475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BF6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ath 42"/>
            <p:cNvSpPr/>
            <p:nvPr/>
          </p:nvSpPr>
          <p:spPr>
            <a:xfrm>
              <a:off x="460374" y="1200151"/>
              <a:ext cx="11182350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B6A1C9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ath 43"/>
            <p:cNvSpPr/>
            <p:nvPr/>
          </p:nvSpPr>
          <p:spPr>
            <a:xfrm>
              <a:off x="4708524" y="4410075"/>
              <a:ext cx="6934200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8AB2CC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ath 44"/>
            <p:cNvSpPr/>
            <p:nvPr/>
          </p:nvSpPr>
          <p:spPr>
            <a:xfrm>
              <a:off x="7756524" y="6686551"/>
              <a:ext cx="3886200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CDA16B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ath 45"/>
            <p:cNvSpPr/>
            <p:nvPr/>
          </p:nvSpPr>
          <p:spPr>
            <a:xfrm>
              <a:off x="9747250" y="8191501"/>
              <a:ext cx="1895475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727783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Line 49"/>
            <p:cNvSpPr/>
            <p:nvPr/>
          </p:nvSpPr>
          <p:spPr>
            <a:xfrm flipH="1" flipV="1">
              <a:off x="698500" y="7429501"/>
              <a:ext cx="9111971" cy="1831911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Line 50"/>
            <p:cNvSpPr/>
            <p:nvPr/>
          </p:nvSpPr>
          <p:spPr>
            <a:xfrm flipH="1" flipV="1">
              <a:off x="1841500" y="5362575"/>
              <a:ext cx="8157153" cy="3551414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Line 51"/>
            <p:cNvSpPr/>
            <p:nvPr/>
          </p:nvSpPr>
          <p:spPr>
            <a:xfrm flipH="1" flipV="1">
              <a:off x="3632200" y="3600450"/>
              <a:ext cx="6664807" cy="5016436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Line 52"/>
            <p:cNvSpPr/>
            <p:nvPr/>
          </p:nvSpPr>
          <p:spPr>
            <a:xfrm flipH="1" flipV="1">
              <a:off x="5984875" y="2247901"/>
              <a:ext cx="4704921" cy="6138575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Line 53"/>
            <p:cNvSpPr/>
            <p:nvPr/>
          </p:nvSpPr>
          <p:spPr>
            <a:xfrm flipH="1" flipV="1">
              <a:off x="8718550" y="1390650"/>
              <a:ext cx="2431273" cy="6850330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57" name="stanford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736724" y="9229725"/>
              <a:ext cx="266700" cy="266700"/>
            </a:xfrm>
            <a:prstGeom prst="rect">
              <a:avLst/>
            </a:prstGeom>
          </p:spPr>
        </p:pic>
        <p:pic>
          <p:nvPicPr>
            <p:cNvPr id="58" name="washington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422399" y="8782050"/>
              <a:ext cx="266700" cy="266700"/>
            </a:xfrm>
            <a:prstGeom prst="rect">
              <a:avLst/>
            </a:prstGeom>
          </p:spPr>
        </p:pic>
        <p:pic>
          <p:nvPicPr>
            <p:cNvPr id="59" name="deepmind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851024" y="8353425"/>
              <a:ext cx="266700" cy="266700"/>
            </a:xfrm>
            <a:prstGeom prst="rect">
              <a:avLst/>
            </a:prstGeom>
          </p:spPr>
        </p:pic>
        <p:pic>
          <p:nvPicPr>
            <p:cNvPr id="60" name="seal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851024" y="7915275"/>
              <a:ext cx="266700" cy="266700"/>
            </a:xfrm>
            <a:prstGeom prst="rect">
              <a:avLst/>
            </a:prstGeom>
          </p:spPr>
        </p:pic>
        <p:pic>
          <p:nvPicPr>
            <p:cNvPr id="61" name="uber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2117724" y="7439025"/>
              <a:ext cx="266700" cy="266700"/>
            </a:xfrm>
            <a:prstGeom prst="rect">
              <a:avLst/>
            </a:prstGeom>
          </p:spPr>
        </p:pic>
        <p:pic>
          <p:nvPicPr>
            <p:cNvPr id="62" name="agentgym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917699" y="7115175"/>
              <a:ext cx="266700" cy="266700"/>
            </a:xfrm>
            <a:prstGeom prst="rect">
              <a:avLst/>
            </a:prstGeom>
          </p:spPr>
        </p:pic>
        <p:pic>
          <p:nvPicPr>
            <p:cNvPr id="63" name="tsinghua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917699" y="6819900"/>
              <a:ext cx="266700" cy="266700"/>
            </a:xfrm>
            <a:prstGeom prst="rect">
              <a:avLst/>
            </a:prstGeom>
          </p:spPr>
        </p:pic>
        <p:pic>
          <p:nvPicPr>
            <p:cNvPr id="64" name="rzero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2432049" y="6496050"/>
              <a:ext cx="266700" cy="266700"/>
            </a:xfrm>
            <a:prstGeom prst="rect">
              <a:avLst/>
            </a:prstGeom>
          </p:spPr>
        </p:pic>
        <p:pic>
          <p:nvPicPr>
            <p:cNvPr id="65" name="alibaba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622424" y="6191250"/>
              <a:ext cx="266700" cy="266700"/>
            </a:xfrm>
            <a:prstGeom prst="rect">
              <a:avLst/>
            </a:prstGeom>
          </p:spPr>
        </p:pic>
        <p:pic>
          <p:nvPicPr>
            <p:cNvPr id="66" name="northeastern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3327399" y="5705475"/>
              <a:ext cx="266700" cy="266700"/>
            </a:xfrm>
            <a:prstGeom prst="rect">
              <a:avLst/>
            </a:prstGeom>
          </p:spPr>
        </p:pic>
        <p:pic>
          <p:nvPicPr>
            <p:cNvPr id="67" name="nvidia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2927349" y="5429250"/>
              <a:ext cx="266700" cy="266700"/>
            </a:xfrm>
            <a:prstGeom prst="rect">
              <a:avLst/>
            </a:prstGeom>
          </p:spPr>
        </p:pic>
        <p:pic>
          <p:nvPicPr>
            <p:cNvPr id="68" name="tsinghua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3279774" y="5153025"/>
              <a:ext cx="266700" cy="266700"/>
            </a:xfrm>
            <a:prstGeom prst="rect">
              <a:avLst/>
            </a:prstGeom>
          </p:spPr>
        </p:pic>
        <p:pic>
          <p:nvPicPr>
            <p:cNvPr id="69" name="rutgers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3479799" y="4895850"/>
              <a:ext cx="266700" cy="266700"/>
            </a:xfrm>
            <a:prstGeom prst="rect">
              <a:avLst/>
            </a:prstGeom>
          </p:spPr>
        </p:pic>
        <p:pic>
          <p:nvPicPr>
            <p:cNvPr id="70" name="stanford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17924" y="4619625"/>
              <a:ext cx="266700" cy="266700"/>
            </a:xfrm>
            <a:prstGeom prst="rect">
              <a:avLst/>
            </a:prstGeom>
          </p:spPr>
        </p:pic>
        <p:pic>
          <p:nvPicPr>
            <p:cNvPr id="71" name="deepmind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5118099" y="4381500"/>
              <a:ext cx="266700" cy="266700"/>
            </a:xfrm>
            <a:prstGeom prst="rect">
              <a:avLst/>
            </a:prstGeom>
          </p:spPr>
        </p:pic>
        <p:pic>
          <p:nvPicPr>
            <p:cNvPr id="72" name="stanford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013324" y="4029075"/>
              <a:ext cx="266700" cy="266700"/>
            </a:xfrm>
            <a:prstGeom prst="rect">
              <a:avLst/>
            </a:prstGeom>
          </p:spPr>
        </p:pic>
        <p:pic>
          <p:nvPicPr>
            <p:cNvPr id="73" name="ubc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5003799" y="3638550"/>
              <a:ext cx="266700" cy="266700"/>
            </a:xfrm>
            <a:prstGeom prst="rect">
              <a:avLst/>
            </a:prstGeom>
          </p:spPr>
        </p:pic>
        <p:pic>
          <p:nvPicPr>
            <p:cNvPr id="74" name="ubc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5013324" y="3267075"/>
              <a:ext cx="266700" cy="266700"/>
            </a:xfrm>
            <a:prstGeom prst="rect">
              <a:avLst/>
            </a:prstGeom>
          </p:spPr>
        </p:pic>
        <p:pic>
          <p:nvPicPr>
            <p:cNvPr id="75" name="berkeley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5013324" y="2905125"/>
              <a:ext cx="266700" cy="266700"/>
            </a:xfrm>
            <a:prstGeom prst="rect">
              <a:avLst/>
            </a:prstGeom>
          </p:spPr>
        </p:pic>
        <p:pic>
          <p:nvPicPr>
            <p:cNvPr id="76" name="unc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6899274" y="2038350"/>
              <a:ext cx="266700" cy="266700"/>
            </a:xfrm>
            <a:prstGeom prst="rect">
              <a:avLst/>
            </a:prstGeom>
          </p:spPr>
        </p:pic>
        <p:pic>
          <p:nvPicPr>
            <p:cNvPr id="77" name="microsoft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7956549" y="4200525"/>
              <a:ext cx="266700" cy="266700"/>
            </a:xfrm>
            <a:prstGeom prst="rect">
              <a:avLst/>
            </a:prstGeom>
          </p:spPr>
        </p:pic>
        <p:pic>
          <p:nvPicPr>
            <p:cNvPr id="78" name="deepmind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9147174" y="1638300"/>
              <a:ext cx="266700" cy="266700"/>
            </a:xfrm>
            <a:prstGeom prst="rect">
              <a:avLst/>
            </a:prstGeom>
          </p:spPr>
        </p:pic>
        <p:pic>
          <p:nvPicPr>
            <p:cNvPr id="79" name="minnesota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9680574" y="2143125"/>
              <a:ext cx="266700" cy="266700"/>
            </a:xfrm>
            <a:prstGeom prst="rect">
              <a:avLst/>
            </a:prstGeom>
          </p:spPr>
        </p:pic>
        <p:pic>
          <p:nvPicPr>
            <p:cNvPr id="80" name="meta"/>
            <p:cNvPicPr/>
            <p:nvPr/>
          </p:nvPicPr>
          <p:blipFill>
            <a:blip r:embed="rId20"/>
            <a:stretch>
              <a:fillRect/>
            </a:stretch>
          </p:blipFill>
          <p:spPr>
            <a:xfrm>
              <a:off x="9537699" y="3048000"/>
              <a:ext cx="266700" cy="266700"/>
            </a:xfrm>
            <a:prstGeom prst="rect">
              <a:avLst/>
            </a:prstGeom>
          </p:spPr>
        </p:pic>
        <p:pic>
          <p:nvPicPr>
            <p:cNvPr id="81" name="microsoft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9928224" y="3514725"/>
              <a:ext cx="266700" cy="266700"/>
            </a:xfrm>
            <a:prstGeom prst="rect">
              <a:avLst/>
            </a:prstGeom>
          </p:spPr>
        </p:pic>
        <p:pic>
          <p:nvPicPr>
            <p:cNvPr id="82" name="meta"/>
            <p:cNvPicPr/>
            <p:nvPr/>
          </p:nvPicPr>
          <p:blipFill>
            <a:blip r:embed="rId20"/>
            <a:stretch>
              <a:fillRect/>
            </a:stretch>
          </p:blipFill>
          <p:spPr>
            <a:xfrm>
              <a:off x="6946899" y="2562225"/>
              <a:ext cx="266700" cy="266700"/>
            </a:xfrm>
            <a:prstGeom prst="rect">
              <a:avLst/>
            </a:prstGeom>
          </p:spPr>
        </p:pic>
        <p:pic>
          <p:nvPicPr>
            <p:cNvPr id="83" name="meta"/>
            <p:cNvPicPr/>
            <p:nvPr/>
          </p:nvPicPr>
          <p:blipFill>
            <a:blip r:embed="rId20"/>
            <a:stretch>
              <a:fillRect/>
            </a:stretch>
          </p:blipFill>
          <p:spPr>
            <a:xfrm>
              <a:off x="7213599" y="3133725"/>
              <a:ext cx="266700" cy="266700"/>
            </a:xfrm>
            <a:prstGeom prst="rect">
              <a:avLst/>
            </a:prstGeom>
          </p:spPr>
        </p:pic>
        <p:pic>
          <p:nvPicPr>
            <p:cNvPr id="84" name="meta"/>
            <p:cNvPicPr/>
            <p:nvPr/>
          </p:nvPicPr>
          <p:blipFill>
            <a:blip r:embed="rId20"/>
            <a:stretch>
              <a:fillRect/>
            </a:stretch>
          </p:blipFill>
          <p:spPr>
            <a:xfrm>
              <a:off x="7527924" y="3667125"/>
              <a:ext cx="266700" cy="266700"/>
            </a:xfrm>
            <a:prstGeom prst="rect">
              <a:avLst/>
            </a:prstGeom>
          </p:spPr>
        </p:pic>
        <p:pic>
          <p:nvPicPr>
            <p:cNvPr id="85" name="aiscientist"/>
            <p:cNvPicPr/>
            <p:nvPr/>
          </p:nvPicPr>
          <p:blipFill>
            <a:blip r:embed="rId21"/>
            <a:stretch>
              <a:fillRect/>
            </a:stretch>
          </p:blipFill>
          <p:spPr>
            <a:xfrm>
              <a:off x="9890124" y="3990975"/>
              <a:ext cx="266700" cy="266700"/>
            </a:xfrm>
            <a:prstGeom prst="rect">
              <a:avLst/>
            </a:prstGeom>
          </p:spPr>
        </p:pic>
        <p:sp>
          <p:nvSpPr>
            <p:cNvPr id="92" name="TextBox 92"/>
            <p:cNvSpPr txBox="1"/>
            <p:nvPr/>
          </p:nvSpPr>
          <p:spPr>
            <a:xfrm>
              <a:off x="2079625" y="9239250"/>
              <a:ext cx="6381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STaR</a:t>
              </a:r>
              <a:endParaRPr lang="zh-CN" altLang="en-US" sz="1700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2765424" y="927735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2022</a:t>
              </a:r>
              <a:endParaRPr lang="zh-CN" altLang="en-US" sz="1250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774824" y="8801100"/>
              <a:ext cx="12763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Self-Instruct</a:t>
              </a:r>
              <a:endParaRPr lang="zh-CN" altLang="en-US" sz="1700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3098799" y="883920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2022</a:t>
              </a:r>
              <a:endParaRPr lang="zh-CN" altLang="en-US" sz="1250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193925" y="8372475"/>
              <a:ext cx="5810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ReST</a:t>
              </a:r>
              <a:endParaRPr lang="zh-CN" altLang="en-US" sz="1700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2822574" y="841057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193924" y="7943850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SEAL</a:t>
              </a:r>
              <a:endParaRPr lang="zh-CN" altLang="en-US" sz="1700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2832099" y="798195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2460624" y="7458075"/>
              <a:ext cx="6286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POET</a:t>
              </a:r>
              <a:endParaRPr lang="zh-CN" altLang="en-US" sz="1700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3136899" y="749617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2019</a:t>
              </a:r>
              <a:endParaRPr lang="zh-CN" altLang="en-US" sz="1250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2270124" y="7143750"/>
              <a:ext cx="10477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AgentGym</a:t>
              </a:r>
              <a:endParaRPr lang="zh-CN" altLang="en-US" sz="1700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3365499" y="718185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2270124" y="6838950"/>
              <a:ext cx="13716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Absolute Zero</a:t>
              </a:r>
              <a:endParaRPr lang="zh-CN" altLang="en-US" sz="1700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3689349" y="687705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2765425" y="6534150"/>
              <a:ext cx="7524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R-Zero</a:t>
              </a:r>
              <a:endParaRPr lang="zh-CN" altLang="en-US" sz="1700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565524" y="657225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984374" y="6210300"/>
              <a:ext cx="13335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AgentEvolver</a:t>
              </a:r>
              <a:endParaRPr lang="zh-CN" altLang="en-US" sz="1700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3365499" y="624840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3679824" y="5724525"/>
              <a:ext cx="9906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Reflexion</a:t>
              </a:r>
              <a:endParaRPr lang="zh-CN" altLang="en-US" sz="1700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4718049" y="576262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3279775" y="5419725"/>
              <a:ext cx="8477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Voyager</a:t>
              </a:r>
              <a:endParaRPr lang="zh-CN" altLang="en-US" sz="1700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4175124" y="545782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3622675" y="5153025"/>
              <a:ext cx="6762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ExpeL</a:t>
              </a:r>
              <a:endParaRPr lang="zh-CN" altLang="en-US" sz="1700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4346574" y="519112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3756024" y="4905375"/>
              <a:ext cx="8763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A-MEM</a:t>
              </a:r>
              <a:endParaRPr lang="zh-CN" altLang="en-US" sz="1700"/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4679949" y="494347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4079875" y="4638675"/>
              <a:ext cx="4857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ACE</a:t>
              </a:r>
              <a:endParaRPr lang="zh-CN" altLang="en-US" sz="1700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4613274" y="467677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5470524" y="4381500"/>
              <a:ext cx="7239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OPRO</a:t>
              </a:r>
              <a:endParaRPr lang="zh-CN" altLang="en-US" sz="1700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242049" y="441960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5356225" y="4010025"/>
              <a:ext cx="6381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DSPy</a:t>
              </a:r>
              <a:endParaRPr lang="zh-CN" altLang="en-US" sz="1700"/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042024" y="404812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5365749" y="3657600"/>
              <a:ext cx="6858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ADAS</a:t>
              </a:r>
              <a:endParaRPr lang="zh-CN" altLang="en-US" sz="1700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6099174" y="369570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5356225" y="3286125"/>
              <a:ext cx="6000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DGM</a:t>
              </a:r>
              <a:endParaRPr lang="zh-CN" altLang="en-US" sz="1700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6003924" y="332422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5365749" y="2914650"/>
              <a:ext cx="6667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GEPA</a:t>
              </a:r>
              <a:endParaRPr lang="zh-CN" altLang="en-US" sz="1700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6080124" y="295275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251699" y="2038350"/>
              <a:ext cx="8953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CREAM</a:t>
              </a:r>
              <a:endParaRPr lang="zh-CN" altLang="en-US" sz="1700"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8194674" y="207645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B65A4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299449" y="4229100"/>
              <a:ext cx="8763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CRITIC</a:t>
              </a:r>
              <a:endParaRPr lang="zh-CN" altLang="en-US" sz="1700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9223374" y="426720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B65A4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509125" y="1647825"/>
              <a:ext cx="15144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Promptbreeder</a:t>
              </a:r>
              <a:endParaRPr lang="zh-CN" altLang="en-US" sz="1700"/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071224" y="168592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0032999" y="2143125"/>
              <a:ext cx="6286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Metaⁿ</a:t>
              </a:r>
              <a:endParaRPr lang="zh-CN" altLang="en-US" sz="1700"/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0709274" y="218122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altLang="en-US" sz="1250"/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9880599" y="3048000"/>
              <a:ext cx="12573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Hyperagents</a:t>
              </a:r>
              <a:endParaRPr lang="zh-CN" altLang="en-US" sz="1700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1185524" y="3086101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altLang="en-US" sz="1250"/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0271124" y="3533775"/>
              <a:ext cx="6477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STOP</a:t>
              </a:r>
              <a:endParaRPr lang="zh-CN" altLang="en-US" sz="1700"/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0966449" y="357187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7318374" y="2447926"/>
              <a:ext cx="12192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Self-Taught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Evaluators</a:t>
              </a:r>
              <a:endParaRPr lang="zh-CN" altLang="en-US" sz="1700"/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509000" y="2771776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7575549" y="2971801"/>
              <a:ext cx="12192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Meta-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Rewarding</a:t>
              </a:r>
              <a:endParaRPr lang="zh-CN" altLang="en-US" sz="1700"/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775700" y="3295651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7851774" y="3524251"/>
              <a:ext cx="12192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Rewarding</a:t>
              </a:r>
              <a:endParaRPr lang="zh-CN" altLang="en-US" sz="1700"/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9061450" y="3848101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9766300" y="2466976"/>
              <a:ext cx="1362075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Bilevel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Autoresearch</a:t>
              </a:r>
              <a:endParaRPr lang="zh-CN" altLang="en-US" sz="1700"/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1233150" y="2790826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91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altLang="en-US" sz="1250"/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10233025" y="3876676"/>
              <a:ext cx="1038225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AI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Scientist</a:t>
              </a:r>
              <a:endParaRPr lang="zh-CN" altLang="en-US" sz="1700"/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1233150" y="4200526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9423400" y="2628900"/>
              <a:ext cx="3333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000" b="1">
                  <a:solidFill>
                    <a:srgbClr val="656575"/>
                  </a:solidFill>
                  <a:latin typeface="Times New Roman"/>
                  <a:ea typeface="Times New Roman"/>
                  <a:cs typeface="Times New Roman"/>
                </a:rPr>
                <a:t>Ind.</a:t>
              </a:r>
              <a:endParaRPr lang="zh-CN" altLang="en-US" sz="1000"/>
            </a:p>
          </p:txBody>
        </p:sp>
        <p:sp>
          <p:nvSpPr>
            <p:cNvPr id="153" name="TextBox 153"/>
            <p:cNvSpPr txBox="1"/>
            <p:nvPr/>
          </p:nvSpPr>
          <p:spPr>
            <a:xfrm rot="300000">
              <a:off x="5499099" y="881062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Generate, filter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train</a:t>
              </a:r>
              <a:endParaRPr lang="zh-CN" altLang="en-US" sz="1700"/>
            </a:p>
          </p:txBody>
        </p:sp>
        <p:sp>
          <p:nvSpPr>
            <p:cNvPr id="154" name="TextBox 154"/>
            <p:cNvSpPr txBox="1"/>
            <p:nvPr/>
          </p:nvSpPr>
          <p:spPr>
            <a:xfrm rot="900000">
              <a:off x="5937250" y="7829550"/>
              <a:ext cx="17430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Propose tasks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co-evolve</a:t>
              </a:r>
              <a:endParaRPr lang="zh-CN" altLang="en-US" sz="1700"/>
            </a:p>
          </p:txBody>
        </p:sp>
        <p:sp>
          <p:nvSpPr>
            <p:cNvPr id="155" name="TextBox 155"/>
            <p:cNvSpPr txBox="1"/>
            <p:nvPr/>
          </p:nvSpPr>
          <p:spPr>
            <a:xfrm rot="1560000">
              <a:off x="6575424" y="6810375"/>
              <a:ext cx="1943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Accumulate and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reuse experience</a:t>
              </a:r>
              <a:endParaRPr lang="zh-CN" altLang="en-US" sz="1700"/>
            </a:p>
          </p:txBody>
        </p:sp>
        <p:sp>
          <p:nvSpPr>
            <p:cNvPr id="156" name="TextBox 156"/>
            <p:cNvSpPr txBox="1"/>
            <p:nvPr/>
          </p:nvSpPr>
          <p:spPr>
            <a:xfrm rot="2580000">
              <a:off x="7823200" y="6076950"/>
              <a:ext cx="149542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Search, edit</a:t>
              </a:r>
              <a:endParaRPr lang="zh-CN" altLang="en-US" sz="1700" dirty="0"/>
            </a:p>
            <a:p>
              <a:pPr algn="ctr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execute</a:t>
              </a:r>
              <a:endParaRPr lang="zh-CN" altLang="en-US" sz="1700" dirty="0"/>
            </a:p>
          </p:txBody>
        </p:sp>
        <p:sp>
          <p:nvSpPr>
            <p:cNvPr id="157" name="TextBox 157"/>
            <p:cNvSpPr txBox="1"/>
            <p:nvPr/>
          </p:nvSpPr>
          <p:spPr>
            <a:xfrm rot="3600000">
              <a:off x="8709024" y="5534026"/>
              <a:ext cx="184785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Judge outputs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refine judges</a:t>
              </a:r>
              <a:endParaRPr lang="zh-CN" altLang="en-US" sz="1700"/>
            </a:p>
          </p:txBody>
        </p:sp>
        <p:sp>
          <p:nvSpPr>
            <p:cNvPr id="158" name="TextBox 158"/>
            <p:cNvSpPr txBox="1"/>
            <p:nvPr/>
          </p:nvSpPr>
          <p:spPr>
            <a:xfrm rot="4800000">
              <a:off x="9956799" y="52482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Revise the update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or research process</a:t>
              </a:r>
              <a:endParaRPr lang="zh-CN" altLang="en-US" sz="1700"/>
            </a:p>
          </p:txBody>
        </p:sp>
        <p:sp>
          <p:nvSpPr>
            <p:cNvPr id="159" name="TextBox 159"/>
            <p:cNvSpPr txBox="1"/>
            <p:nvPr/>
          </p:nvSpPr>
          <p:spPr>
            <a:xfrm rot="240000">
              <a:off x="8328024" y="914400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AA803E"/>
                  </a:solidFill>
                  <a:latin typeface="Times New Roman"/>
                  <a:ea typeface="Times New Roman"/>
                  <a:cs typeface="Times New Roman"/>
                </a:rPr>
                <a:t>Weights</a:t>
              </a:r>
              <a:endParaRPr lang="zh-CN" altLang="en-US" sz="2100"/>
            </a:p>
          </p:txBody>
        </p:sp>
        <p:sp>
          <p:nvSpPr>
            <p:cNvPr id="160" name="TextBox 160"/>
            <p:cNvSpPr txBox="1"/>
            <p:nvPr/>
          </p:nvSpPr>
          <p:spPr>
            <a:xfrm rot="1080000">
              <a:off x="8623300" y="8629650"/>
              <a:ext cx="1000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478971"/>
                  </a:solidFill>
                  <a:latin typeface="Times New Roman"/>
                  <a:ea typeface="Times New Roman"/>
                  <a:cs typeface="Times New Roman"/>
                </a:rPr>
                <a:t>Tasks</a:t>
              </a:r>
              <a:endParaRPr lang="zh-CN" altLang="en-US" sz="2100"/>
            </a:p>
          </p:txBody>
        </p:sp>
        <p:sp>
          <p:nvSpPr>
            <p:cNvPr id="161" name="TextBox 161"/>
            <p:cNvSpPr txBox="1"/>
            <p:nvPr/>
          </p:nvSpPr>
          <p:spPr>
            <a:xfrm rot="1860000">
              <a:off x="8899524" y="8105775"/>
              <a:ext cx="11239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3C7FA5"/>
                  </a:solidFill>
                  <a:latin typeface="Times New Roman"/>
                  <a:ea typeface="Times New Roman"/>
                  <a:cs typeface="Times New Roman"/>
                </a:rPr>
                <a:t>Memory</a:t>
              </a:r>
              <a:endParaRPr lang="zh-CN" altLang="en-US" sz="2100"/>
            </a:p>
          </p:txBody>
        </p:sp>
        <p:sp>
          <p:nvSpPr>
            <p:cNvPr id="162" name="TextBox 162"/>
            <p:cNvSpPr txBox="1"/>
            <p:nvPr/>
          </p:nvSpPr>
          <p:spPr>
            <a:xfrm rot="2700000">
              <a:off x="9347200" y="7724775"/>
              <a:ext cx="12668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B86E5B"/>
                  </a:solidFill>
                  <a:latin typeface="Times New Roman"/>
                  <a:ea typeface="Times New Roman"/>
                  <a:cs typeface="Times New Roman"/>
                </a:rPr>
                <a:t>Programs</a:t>
              </a:r>
              <a:endParaRPr lang="zh-CN" altLang="en-US" sz="2100"/>
            </a:p>
          </p:txBody>
        </p:sp>
        <p:sp>
          <p:nvSpPr>
            <p:cNvPr id="163" name="TextBox 163"/>
            <p:cNvSpPr txBox="1"/>
            <p:nvPr/>
          </p:nvSpPr>
          <p:spPr>
            <a:xfrm rot="3660000">
              <a:off x="9966324" y="7458075"/>
              <a:ext cx="1295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8A60A8"/>
                  </a:solidFill>
                  <a:latin typeface="Times New Roman"/>
                  <a:ea typeface="Times New Roman"/>
                  <a:cs typeface="Times New Roman"/>
                </a:rPr>
                <a:t>Feedback</a:t>
              </a:r>
              <a:endParaRPr lang="zh-CN" altLang="en-US" sz="2100"/>
            </a:p>
          </p:txBody>
        </p:sp>
        <p:sp>
          <p:nvSpPr>
            <p:cNvPr id="164" name="TextBox 164"/>
            <p:cNvSpPr txBox="1"/>
            <p:nvPr/>
          </p:nvSpPr>
          <p:spPr>
            <a:xfrm rot="4860000">
              <a:off x="10633074" y="7315200"/>
              <a:ext cx="13525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3D8790"/>
                  </a:solidFill>
                  <a:latin typeface="Times New Roman"/>
                  <a:ea typeface="Times New Roman"/>
                  <a:cs typeface="Times New Roman"/>
                </a:rPr>
                <a:t>Improver</a:t>
              </a:r>
              <a:endParaRPr lang="zh-CN" altLang="en-US" sz="2100"/>
            </a:p>
          </p:txBody>
        </p:sp>
        <p:sp>
          <p:nvSpPr>
            <p:cNvPr id="963" name="Path 2">
              <a:extLst>
                <a:ext uri="{FF2B5EF4-FFF2-40B4-BE49-F238E27FC236}">
                  <a16:creationId xmlns:a16="http://schemas.microsoft.com/office/drawing/2014/main" id="{8DE7A1E4-7FA2-AC0C-A549-C7EA2FB2D229}"/>
                </a:ext>
              </a:extLst>
            </p:cNvPr>
            <p:cNvSpPr/>
            <p:nvPr/>
          </p:nvSpPr>
          <p:spPr>
            <a:xfrm flipH="1">
              <a:off x="11636253" y="1196016"/>
              <a:ext cx="11182051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0EDF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Line 3">
              <a:extLst>
                <a:ext uri="{FF2B5EF4-FFF2-40B4-BE49-F238E27FC236}">
                  <a16:creationId xmlns:a16="http://schemas.microsoft.com/office/drawing/2014/main" id="{0AFFD544-6DDF-BE5A-434E-823390179AC3}"/>
                </a:ext>
              </a:extLst>
            </p:cNvPr>
            <p:cNvSpPr/>
            <p:nvPr/>
          </p:nvSpPr>
          <p:spPr>
            <a:xfrm flipH="1" flipV="1">
              <a:off x="20008504" y="4039609"/>
              <a:ext cx="1866850" cy="220294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Line 4">
              <a:extLst>
                <a:ext uri="{FF2B5EF4-FFF2-40B4-BE49-F238E27FC236}">
                  <a16:creationId xmlns:a16="http://schemas.microsoft.com/office/drawing/2014/main" id="{6555B338-AE6B-0EBD-D72A-624F4757970D}"/>
                </a:ext>
              </a:extLst>
            </p:cNvPr>
            <p:cNvSpPr/>
            <p:nvPr/>
          </p:nvSpPr>
          <p:spPr>
            <a:xfrm flipH="1" flipV="1">
              <a:off x="19284623" y="3477634"/>
              <a:ext cx="2962196" cy="34954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Line 5">
              <a:extLst>
                <a:ext uri="{FF2B5EF4-FFF2-40B4-BE49-F238E27FC236}">
                  <a16:creationId xmlns:a16="http://schemas.microsoft.com/office/drawing/2014/main" id="{2390C95F-2F55-0C3E-2C16-CB24528B8D43}"/>
                </a:ext>
              </a:extLst>
            </p:cNvPr>
            <p:cNvSpPr/>
            <p:nvPr/>
          </p:nvSpPr>
          <p:spPr>
            <a:xfrm flipH="1" flipV="1">
              <a:off x="18722664" y="3106730"/>
              <a:ext cx="3733700" cy="44058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Line 6">
              <a:extLst>
                <a:ext uri="{FF2B5EF4-FFF2-40B4-BE49-F238E27FC236}">
                  <a16:creationId xmlns:a16="http://schemas.microsoft.com/office/drawing/2014/main" id="{927CE2AD-044C-8B0E-2A2E-27A0E14D4176}"/>
                </a:ext>
              </a:extLst>
            </p:cNvPr>
            <p:cNvSpPr/>
            <p:nvPr/>
          </p:nvSpPr>
          <p:spPr>
            <a:xfrm flipH="1" flipV="1">
              <a:off x="18236902" y="2825744"/>
              <a:ext cx="4362333" cy="5147691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Line 7">
              <a:extLst>
                <a:ext uri="{FF2B5EF4-FFF2-40B4-BE49-F238E27FC236}">
                  <a16:creationId xmlns:a16="http://schemas.microsoft.com/office/drawing/2014/main" id="{FBF7ADEB-CAD6-D956-0C23-B784713D6A5E}"/>
                </a:ext>
              </a:extLst>
            </p:cNvPr>
            <p:cNvSpPr/>
            <p:nvPr/>
          </p:nvSpPr>
          <p:spPr>
            <a:xfrm flipH="1" flipV="1">
              <a:off x="17789238" y="2589713"/>
              <a:ext cx="4905244" cy="578834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Line 8">
              <a:extLst>
                <a:ext uri="{FF2B5EF4-FFF2-40B4-BE49-F238E27FC236}">
                  <a16:creationId xmlns:a16="http://schemas.microsoft.com/office/drawing/2014/main" id="{953AB6BC-71B9-3420-D545-FCA7855E06E2}"/>
                </a:ext>
              </a:extLst>
            </p:cNvPr>
            <p:cNvSpPr/>
            <p:nvPr/>
          </p:nvSpPr>
          <p:spPr>
            <a:xfrm flipH="1" flipV="1">
              <a:off x="17379675" y="2398642"/>
              <a:ext cx="5371956" cy="63390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Line 9">
              <a:extLst>
                <a:ext uri="{FF2B5EF4-FFF2-40B4-BE49-F238E27FC236}">
                  <a16:creationId xmlns:a16="http://schemas.microsoft.com/office/drawing/2014/main" id="{2EA5E771-D92A-147A-1793-C1DBC1B95F5A}"/>
                </a:ext>
              </a:extLst>
            </p:cNvPr>
            <p:cNvSpPr/>
            <p:nvPr/>
          </p:nvSpPr>
          <p:spPr>
            <a:xfrm flipH="1" flipV="1">
              <a:off x="16989159" y="2230050"/>
              <a:ext cx="5800570" cy="684485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Line 10">
              <a:extLst>
                <a:ext uri="{FF2B5EF4-FFF2-40B4-BE49-F238E27FC236}">
                  <a16:creationId xmlns:a16="http://schemas.microsoft.com/office/drawing/2014/main" id="{67627B7D-5BA4-B479-22CA-3181335AEF9E}"/>
                </a:ext>
              </a:extLst>
            </p:cNvPr>
            <p:cNvSpPr/>
            <p:nvPr/>
          </p:nvSpPr>
          <p:spPr>
            <a:xfrm flipH="1" flipV="1">
              <a:off x="16617695" y="2083937"/>
              <a:ext cx="6191084" cy="730567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Line 11">
              <a:extLst>
                <a:ext uri="{FF2B5EF4-FFF2-40B4-BE49-F238E27FC236}">
                  <a16:creationId xmlns:a16="http://schemas.microsoft.com/office/drawing/2014/main" id="{061AB707-BC04-C938-1111-0F6D86831A80}"/>
                </a:ext>
              </a:extLst>
            </p:cNvPr>
            <p:cNvSpPr/>
            <p:nvPr/>
          </p:nvSpPr>
          <p:spPr>
            <a:xfrm flipH="1" flipV="1">
              <a:off x="16255754" y="1949062"/>
              <a:ext cx="6505401" cy="76765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Line 12">
              <a:extLst>
                <a:ext uri="{FF2B5EF4-FFF2-40B4-BE49-F238E27FC236}">
                  <a16:creationId xmlns:a16="http://schemas.microsoft.com/office/drawing/2014/main" id="{4C71A988-DEF0-D25B-1724-F12E72A84965}"/>
                </a:ext>
              </a:extLst>
            </p:cNvPr>
            <p:cNvSpPr/>
            <p:nvPr/>
          </p:nvSpPr>
          <p:spPr>
            <a:xfrm flipH="1" flipV="1">
              <a:off x="15922389" y="1847906"/>
              <a:ext cx="6591123" cy="777773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Line 13">
              <a:extLst>
                <a:ext uri="{FF2B5EF4-FFF2-40B4-BE49-F238E27FC236}">
                  <a16:creationId xmlns:a16="http://schemas.microsoft.com/office/drawing/2014/main" id="{7EE02606-8E3F-7FA2-F1EA-64047B92D65A}"/>
                </a:ext>
              </a:extLst>
            </p:cNvPr>
            <p:cNvSpPr/>
            <p:nvPr/>
          </p:nvSpPr>
          <p:spPr>
            <a:xfrm flipH="1" flipV="1">
              <a:off x="15589022" y="1746752"/>
              <a:ext cx="6676846" cy="787888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Line 14">
              <a:extLst>
                <a:ext uri="{FF2B5EF4-FFF2-40B4-BE49-F238E27FC236}">
                  <a16:creationId xmlns:a16="http://schemas.microsoft.com/office/drawing/2014/main" id="{7926A3CC-CF0B-7416-A14C-DCF5518EF05D}"/>
                </a:ext>
              </a:extLst>
            </p:cNvPr>
            <p:cNvSpPr/>
            <p:nvPr/>
          </p:nvSpPr>
          <p:spPr>
            <a:xfrm flipH="1" flipV="1">
              <a:off x="15265180" y="1656836"/>
              <a:ext cx="6753044" cy="796880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Line 15">
              <a:extLst>
                <a:ext uri="{FF2B5EF4-FFF2-40B4-BE49-F238E27FC236}">
                  <a16:creationId xmlns:a16="http://schemas.microsoft.com/office/drawing/2014/main" id="{FBEB0021-0632-2870-9A9D-22681D9414BE}"/>
                </a:ext>
              </a:extLst>
            </p:cNvPr>
            <p:cNvSpPr/>
            <p:nvPr/>
          </p:nvSpPr>
          <p:spPr>
            <a:xfrm flipH="1" flipV="1">
              <a:off x="14950865" y="1578158"/>
              <a:ext cx="6819717" cy="804748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Line 16">
              <a:extLst>
                <a:ext uri="{FF2B5EF4-FFF2-40B4-BE49-F238E27FC236}">
                  <a16:creationId xmlns:a16="http://schemas.microsoft.com/office/drawing/2014/main" id="{F01E11ED-5457-3F08-4392-67F12F3ACF16}"/>
                </a:ext>
              </a:extLst>
            </p:cNvPr>
            <p:cNvSpPr/>
            <p:nvPr/>
          </p:nvSpPr>
          <p:spPr>
            <a:xfrm flipH="1" flipV="1">
              <a:off x="14646073" y="1510722"/>
              <a:ext cx="6876866" cy="811491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Line 17">
              <a:extLst>
                <a:ext uri="{FF2B5EF4-FFF2-40B4-BE49-F238E27FC236}">
                  <a16:creationId xmlns:a16="http://schemas.microsoft.com/office/drawing/2014/main" id="{CC94D37D-A81B-A880-714A-9A838ED7A2C0}"/>
                </a:ext>
              </a:extLst>
            </p:cNvPr>
            <p:cNvSpPr/>
            <p:nvPr/>
          </p:nvSpPr>
          <p:spPr>
            <a:xfrm flipH="1" flipV="1">
              <a:off x="14350805" y="1454524"/>
              <a:ext cx="6924490" cy="817111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Line 18">
              <a:extLst>
                <a:ext uri="{FF2B5EF4-FFF2-40B4-BE49-F238E27FC236}">
                  <a16:creationId xmlns:a16="http://schemas.microsoft.com/office/drawing/2014/main" id="{80DA48A2-3A39-6FA0-D4B5-4C25EFFBBC44}"/>
                </a:ext>
              </a:extLst>
            </p:cNvPr>
            <p:cNvSpPr/>
            <p:nvPr/>
          </p:nvSpPr>
          <p:spPr>
            <a:xfrm flipH="1" flipV="1">
              <a:off x="14055539" y="1398326"/>
              <a:ext cx="6972113" cy="822731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Line 19">
              <a:extLst>
                <a:ext uri="{FF2B5EF4-FFF2-40B4-BE49-F238E27FC236}">
                  <a16:creationId xmlns:a16="http://schemas.microsoft.com/office/drawing/2014/main" id="{95C8ED47-441A-A289-A3EC-B24031DD35E6}"/>
                </a:ext>
              </a:extLst>
            </p:cNvPr>
            <p:cNvSpPr/>
            <p:nvPr/>
          </p:nvSpPr>
          <p:spPr>
            <a:xfrm flipH="1" flipV="1">
              <a:off x="13769796" y="1353368"/>
              <a:ext cx="7010212" cy="827227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Line 20">
              <a:extLst>
                <a:ext uri="{FF2B5EF4-FFF2-40B4-BE49-F238E27FC236}">
                  <a16:creationId xmlns:a16="http://schemas.microsoft.com/office/drawing/2014/main" id="{3C08935D-1D91-6B5E-10C8-CFDDF225E849}"/>
                </a:ext>
              </a:extLst>
            </p:cNvPr>
            <p:cNvSpPr/>
            <p:nvPr/>
          </p:nvSpPr>
          <p:spPr>
            <a:xfrm flipH="1" flipV="1">
              <a:off x="13493578" y="1319650"/>
              <a:ext cx="7038786" cy="830599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Line 21">
              <a:extLst>
                <a:ext uri="{FF2B5EF4-FFF2-40B4-BE49-F238E27FC236}">
                  <a16:creationId xmlns:a16="http://schemas.microsoft.com/office/drawing/2014/main" id="{24F69086-2583-A72C-EB41-96BDC191CDD8}"/>
                </a:ext>
              </a:extLst>
            </p:cNvPr>
            <p:cNvSpPr/>
            <p:nvPr/>
          </p:nvSpPr>
          <p:spPr>
            <a:xfrm flipH="1" flipV="1">
              <a:off x="13217361" y="1285932"/>
              <a:ext cx="7067361" cy="833970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Line 22">
              <a:extLst>
                <a:ext uri="{FF2B5EF4-FFF2-40B4-BE49-F238E27FC236}">
                  <a16:creationId xmlns:a16="http://schemas.microsoft.com/office/drawing/2014/main" id="{CDD05BC3-AE48-1067-B9B5-588EA85A9650}"/>
                </a:ext>
              </a:extLst>
            </p:cNvPr>
            <p:cNvSpPr/>
            <p:nvPr/>
          </p:nvSpPr>
          <p:spPr>
            <a:xfrm flipH="1" flipV="1">
              <a:off x="12950668" y="1263452"/>
              <a:ext cx="7086410" cy="836218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Line 23">
              <a:extLst>
                <a:ext uri="{FF2B5EF4-FFF2-40B4-BE49-F238E27FC236}">
                  <a16:creationId xmlns:a16="http://schemas.microsoft.com/office/drawing/2014/main" id="{AE724076-3578-4E56-1945-B8E1F4D9D7C3}"/>
                </a:ext>
              </a:extLst>
            </p:cNvPr>
            <p:cNvSpPr/>
            <p:nvPr/>
          </p:nvSpPr>
          <p:spPr>
            <a:xfrm flipH="1" flipV="1">
              <a:off x="12683975" y="1240974"/>
              <a:ext cx="7105460" cy="8384667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Line 24">
              <a:extLst>
                <a:ext uri="{FF2B5EF4-FFF2-40B4-BE49-F238E27FC236}">
                  <a16:creationId xmlns:a16="http://schemas.microsoft.com/office/drawing/2014/main" id="{5D7837D7-198B-6D66-434B-C8C91F0A2155}"/>
                </a:ext>
              </a:extLst>
            </p:cNvPr>
            <p:cNvSpPr/>
            <p:nvPr/>
          </p:nvSpPr>
          <p:spPr>
            <a:xfrm flipH="1" flipV="1">
              <a:off x="12417283" y="1218494"/>
              <a:ext cx="7124509" cy="840714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Line 25">
              <a:extLst>
                <a:ext uri="{FF2B5EF4-FFF2-40B4-BE49-F238E27FC236}">
                  <a16:creationId xmlns:a16="http://schemas.microsoft.com/office/drawing/2014/main" id="{ACF2CBBD-673E-BC8B-ECE9-839EE61BDA55}"/>
                </a:ext>
              </a:extLst>
            </p:cNvPr>
            <p:cNvSpPr/>
            <p:nvPr/>
          </p:nvSpPr>
          <p:spPr>
            <a:xfrm flipH="1" flipV="1">
              <a:off x="12160113" y="1207256"/>
              <a:ext cx="7134034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Line 26">
              <a:extLst>
                <a:ext uri="{FF2B5EF4-FFF2-40B4-BE49-F238E27FC236}">
                  <a16:creationId xmlns:a16="http://schemas.microsoft.com/office/drawing/2014/main" id="{DB5A73FD-C6DD-4838-B73F-9A63D0BDAF89}"/>
                </a:ext>
              </a:extLst>
            </p:cNvPr>
            <p:cNvSpPr/>
            <p:nvPr/>
          </p:nvSpPr>
          <p:spPr>
            <a:xfrm flipH="1" flipV="1">
              <a:off x="11912470" y="1207256"/>
              <a:ext cx="7134034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Line 27">
              <a:extLst>
                <a:ext uri="{FF2B5EF4-FFF2-40B4-BE49-F238E27FC236}">
                  <a16:creationId xmlns:a16="http://schemas.microsoft.com/office/drawing/2014/main" id="{B72F2252-35C9-8847-1BE7-A61A01A15DAB}"/>
                </a:ext>
              </a:extLst>
            </p:cNvPr>
            <p:cNvSpPr/>
            <p:nvPr/>
          </p:nvSpPr>
          <p:spPr>
            <a:xfrm flipH="1" flipV="1">
              <a:off x="11664827" y="1207256"/>
              <a:ext cx="7134034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Line 28">
              <a:extLst>
                <a:ext uri="{FF2B5EF4-FFF2-40B4-BE49-F238E27FC236}">
                  <a16:creationId xmlns:a16="http://schemas.microsoft.com/office/drawing/2014/main" id="{092AA341-F509-5210-987B-DBAC970DFEB2}"/>
                </a:ext>
              </a:extLst>
            </p:cNvPr>
            <p:cNvSpPr/>
            <p:nvPr/>
          </p:nvSpPr>
          <p:spPr>
            <a:xfrm flipH="1" flipV="1">
              <a:off x="11636253" y="1465763"/>
              <a:ext cx="2895522" cy="341680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Line 29">
              <a:extLst>
                <a:ext uri="{FF2B5EF4-FFF2-40B4-BE49-F238E27FC236}">
                  <a16:creationId xmlns:a16="http://schemas.microsoft.com/office/drawing/2014/main" id="{5700EFBF-3087-34F3-2181-1D07BF25854A}"/>
                </a:ext>
              </a:extLst>
            </p:cNvPr>
            <p:cNvSpPr/>
            <p:nvPr/>
          </p:nvSpPr>
          <p:spPr>
            <a:xfrm flipH="1" flipV="1">
              <a:off x="11636253" y="1757990"/>
              <a:ext cx="2552632" cy="301218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Line 30">
              <a:extLst>
                <a:ext uri="{FF2B5EF4-FFF2-40B4-BE49-F238E27FC236}">
                  <a16:creationId xmlns:a16="http://schemas.microsoft.com/office/drawing/2014/main" id="{BEA237D0-41B1-3F52-45BD-AD969A076CDE}"/>
                </a:ext>
              </a:extLst>
            </p:cNvPr>
            <p:cNvSpPr/>
            <p:nvPr/>
          </p:nvSpPr>
          <p:spPr>
            <a:xfrm flipH="1" flipV="1">
              <a:off x="11636253" y="2050218"/>
              <a:ext cx="2228790" cy="2630043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Line 31">
              <a:extLst>
                <a:ext uri="{FF2B5EF4-FFF2-40B4-BE49-F238E27FC236}">
                  <a16:creationId xmlns:a16="http://schemas.microsoft.com/office/drawing/2014/main" id="{79F8D721-7BBC-FFC7-9164-913E1A555A32}"/>
                </a:ext>
              </a:extLst>
            </p:cNvPr>
            <p:cNvSpPr/>
            <p:nvPr/>
          </p:nvSpPr>
          <p:spPr>
            <a:xfrm flipH="1" flipV="1">
              <a:off x="11636252" y="2342444"/>
              <a:ext cx="1914474" cy="225914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Line 32">
              <a:extLst>
                <a:ext uri="{FF2B5EF4-FFF2-40B4-BE49-F238E27FC236}">
                  <a16:creationId xmlns:a16="http://schemas.microsoft.com/office/drawing/2014/main" id="{49C404DB-3566-9891-0567-F53A2B135D0E}"/>
                </a:ext>
              </a:extLst>
            </p:cNvPr>
            <p:cNvSpPr/>
            <p:nvPr/>
          </p:nvSpPr>
          <p:spPr>
            <a:xfrm flipH="1" flipV="1">
              <a:off x="11636253" y="2634672"/>
              <a:ext cx="1619207" cy="191071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Line 33">
              <a:extLst>
                <a:ext uri="{FF2B5EF4-FFF2-40B4-BE49-F238E27FC236}">
                  <a16:creationId xmlns:a16="http://schemas.microsoft.com/office/drawing/2014/main" id="{13C3DC5E-E143-B6D2-E852-F438108B85C7}"/>
                </a:ext>
              </a:extLst>
            </p:cNvPr>
            <p:cNvSpPr/>
            <p:nvPr/>
          </p:nvSpPr>
          <p:spPr>
            <a:xfrm flipH="1" flipV="1">
              <a:off x="11636253" y="2926898"/>
              <a:ext cx="1333464" cy="157353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Line 34">
              <a:extLst>
                <a:ext uri="{FF2B5EF4-FFF2-40B4-BE49-F238E27FC236}">
                  <a16:creationId xmlns:a16="http://schemas.microsoft.com/office/drawing/2014/main" id="{EC5743CA-583B-B3D1-BE4D-30FD599320A1}"/>
                </a:ext>
              </a:extLst>
            </p:cNvPr>
            <p:cNvSpPr/>
            <p:nvPr/>
          </p:nvSpPr>
          <p:spPr>
            <a:xfrm flipH="1" flipV="1">
              <a:off x="11636252" y="3219125"/>
              <a:ext cx="1057247" cy="12475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Line 35">
              <a:extLst>
                <a:ext uri="{FF2B5EF4-FFF2-40B4-BE49-F238E27FC236}">
                  <a16:creationId xmlns:a16="http://schemas.microsoft.com/office/drawing/2014/main" id="{5502513F-6063-BE45-D641-E8696CE8A0F3}"/>
                </a:ext>
              </a:extLst>
            </p:cNvPr>
            <p:cNvSpPr/>
            <p:nvPr/>
          </p:nvSpPr>
          <p:spPr>
            <a:xfrm flipH="1" flipV="1">
              <a:off x="11636253" y="3511353"/>
              <a:ext cx="781029" cy="92163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Line 36">
              <a:extLst>
                <a:ext uri="{FF2B5EF4-FFF2-40B4-BE49-F238E27FC236}">
                  <a16:creationId xmlns:a16="http://schemas.microsoft.com/office/drawing/2014/main" id="{72E3C8A4-2EE0-F238-AF2C-DE49006BD4C7}"/>
                </a:ext>
              </a:extLst>
            </p:cNvPr>
            <p:cNvSpPr/>
            <p:nvPr/>
          </p:nvSpPr>
          <p:spPr>
            <a:xfrm flipH="1" flipV="1">
              <a:off x="11636253" y="3803580"/>
              <a:ext cx="514336" cy="606933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Line 37">
              <a:extLst>
                <a:ext uri="{FF2B5EF4-FFF2-40B4-BE49-F238E27FC236}">
                  <a16:creationId xmlns:a16="http://schemas.microsoft.com/office/drawing/2014/main" id="{52A457B8-9172-BBB0-716E-C211973EE946}"/>
                </a:ext>
              </a:extLst>
            </p:cNvPr>
            <p:cNvSpPr/>
            <p:nvPr/>
          </p:nvSpPr>
          <p:spPr>
            <a:xfrm flipH="1" flipV="1">
              <a:off x="11636252" y="4095807"/>
              <a:ext cx="257168" cy="303467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Line 38">
              <a:extLst>
                <a:ext uri="{FF2B5EF4-FFF2-40B4-BE49-F238E27FC236}">
                  <a16:creationId xmlns:a16="http://schemas.microsoft.com/office/drawing/2014/main" id="{D412FD0D-E665-0183-541E-3AB5893C5384}"/>
                </a:ext>
              </a:extLst>
            </p:cNvPr>
            <p:cNvSpPr/>
            <p:nvPr/>
          </p:nvSpPr>
          <p:spPr>
            <a:xfrm flipH="1" flipV="1">
              <a:off x="11636252" y="4388033"/>
              <a:ext cx="9525" cy="1124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Path 39">
              <a:extLst>
                <a:ext uri="{FF2B5EF4-FFF2-40B4-BE49-F238E27FC236}">
                  <a16:creationId xmlns:a16="http://schemas.microsoft.com/office/drawing/2014/main" id="{0575F47D-87B3-0CD5-3019-A7F60D963E13}"/>
                </a:ext>
              </a:extLst>
            </p:cNvPr>
            <p:cNvSpPr/>
            <p:nvPr/>
          </p:nvSpPr>
          <p:spPr>
            <a:xfrm flipH="1">
              <a:off x="11636253" y="4405940"/>
              <a:ext cx="6934014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E9F3F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Path 40">
              <a:extLst>
                <a:ext uri="{FF2B5EF4-FFF2-40B4-BE49-F238E27FC236}">
                  <a16:creationId xmlns:a16="http://schemas.microsoft.com/office/drawing/2014/main" id="{3C46F685-265F-B290-2AA0-C267140BFC43}"/>
                </a:ext>
              </a:extLst>
            </p:cNvPr>
            <p:cNvSpPr/>
            <p:nvPr/>
          </p:nvSpPr>
          <p:spPr>
            <a:xfrm flipH="1">
              <a:off x="11636253" y="6682416"/>
              <a:ext cx="3886096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7EDD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Path 41">
              <a:extLst>
                <a:ext uri="{FF2B5EF4-FFF2-40B4-BE49-F238E27FC236}">
                  <a16:creationId xmlns:a16="http://schemas.microsoft.com/office/drawing/2014/main" id="{D560CC00-A6F4-F2C5-5045-37580C76D40E}"/>
                </a:ext>
              </a:extLst>
            </p:cNvPr>
            <p:cNvSpPr/>
            <p:nvPr/>
          </p:nvSpPr>
          <p:spPr>
            <a:xfrm flipH="1">
              <a:off x="11636252" y="8187366"/>
              <a:ext cx="1895424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BF6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Path 42">
              <a:extLst>
                <a:ext uri="{FF2B5EF4-FFF2-40B4-BE49-F238E27FC236}">
                  <a16:creationId xmlns:a16="http://schemas.microsoft.com/office/drawing/2014/main" id="{2B31D0A8-1879-81AB-C06A-77B151A60E2F}"/>
                </a:ext>
              </a:extLst>
            </p:cNvPr>
            <p:cNvSpPr/>
            <p:nvPr/>
          </p:nvSpPr>
          <p:spPr>
            <a:xfrm flipH="1">
              <a:off x="11636253" y="1196016"/>
              <a:ext cx="11182051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B6A1C9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ath 43">
              <a:extLst>
                <a:ext uri="{FF2B5EF4-FFF2-40B4-BE49-F238E27FC236}">
                  <a16:creationId xmlns:a16="http://schemas.microsoft.com/office/drawing/2014/main" id="{0A19B1A3-92E9-477A-CE39-D493783D809B}"/>
                </a:ext>
              </a:extLst>
            </p:cNvPr>
            <p:cNvSpPr/>
            <p:nvPr/>
          </p:nvSpPr>
          <p:spPr>
            <a:xfrm flipH="1">
              <a:off x="11636253" y="4405940"/>
              <a:ext cx="6934014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8AB2CC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Path 44">
              <a:extLst>
                <a:ext uri="{FF2B5EF4-FFF2-40B4-BE49-F238E27FC236}">
                  <a16:creationId xmlns:a16="http://schemas.microsoft.com/office/drawing/2014/main" id="{0EB79480-39AD-F37B-3C6E-62916E379762}"/>
                </a:ext>
              </a:extLst>
            </p:cNvPr>
            <p:cNvSpPr/>
            <p:nvPr/>
          </p:nvSpPr>
          <p:spPr>
            <a:xfrm flipH="1">
              <a:off x="11636253" y="6682416"/>
              <a:ext cx="3886096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CDA16B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ath 45">
              <a:extLst>
                <a:ext uri="{FF2B5EF4-FFF2-40B4-BE49-F238E27FC236}">
                  <a16:creationId xmlns:a16="http://schemas.microsoft.com/office/drawing/2014/main" id="{C72FC157-847C-7293-E7B3-5015C9C03AE2}"/>
                </a:ext>
              </a:extLst>
            </p:cNvPr>
            <p:cNvSpPr/>
            <p:nvPr/>
          </p:nvSpPr>
          <p:spPr>
            <a:xfrm flipH="1">
              <a:off x="11636252" y="8187366"/>
              <a:ext cx="1895424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727783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Line 49">
              <a:extLst>
                <a:ext uri="{FF2B5EF4-FFF2-40B4-BE49-F238E27FC236}">
                  <a16:creationId xmlns:a16="http://schemas.microsoft.com/office/drawing/2014/main" id="{2D19EAFF-031B-1316-C480-C9EC255FEE26}"/>
                </a:ext>
              </a:extLst>
            </p:cNvPr>
            <p:cNvSpPr/>
            <p:nvPr/>
          </p:nvSpPr>
          <p:spPr>
            <a:xfrm flipV="1">
              <a:off x="13468457" y="7425366"/>
              <a:ext cx="9111727" cy="1831911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Line 50">
              <a:extLst>
                <a:ext uri="{FF2B5EF4-FFF2-40B4-BE49-F238E27FC236}">
                  <a16:creationId xmlns:a16="http://schemas.microsoft.com/office/drawing/2014/main" id="{F05D517A-8C44-C453-0BDB-D42911F217FF}"/>
                </a:ext>
              </a:extLst>
            </p:cNvPr>
            <p:cNvSpPr/>
            <p:nvPr/>
          </p:nvSpPr>
          <p:spPr>
            <a:xfrm flipV="1">
              <a:off x="13280280" y="5358440"/>
              <a:ext cx="8156935" cy="3551414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Line 51">
              <a:extLst>
                <a:ext uri="{FF2B5EF4-FFF2-40B4-BE49-F238E27FC236}">
                  <a16:creationId xmlns:a16="http://schemas.microsoft.com/office/drawing/2014/main" id="{E5140E49-C2E6-A1EA-9B9D-9C984DB91ABA}"/>
                </a:ext>
              </a:extLst>
            </p:cNvPr>
            <p:cNvSpPr/>
            <p:nvPr/>
          </p:nvSpPr>
          <p:spPr>
            <a:xfrm flipV="1">
              <a:off x="12981934" y="3596315"/>
              <a:ext cx="6664629" cy="5016436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Line 52">
              <a:extLst>
                <a:ext uri="{FF2B5EF4-FFF2-40B4-BE49-F238E27FC236}">
                  <a16:creationId xmlns:a16="http://schemas.microsoft.com/office/drawing/2014/main" id="{4FD6C099-E5A7-190D-3AE9-387246F20BC3}"/>
                </a:ext>
              </a:extLst>
            </p:cNvPr>
            <p:cNvSpPr/>
            <p:nvPr/>
          </p:nvSpPr>
          <p:spPr>
            <a:xfrm flipV="1">
              <a:off x="12589156" y="2243766"/>
              <a:ext cx="4704795" cy="6138575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Line 53">
              <a:extLst>
                <a:ext uri="{FF2B5EF4-FFF2-40B4-BE49-F238E27FC236}">
                  <a16:creationId xmlns:a16="http://schemas.microsoft.com/office/drawing/2014/main" id="{B936450E-99C6-C137-7354-DFBE37F07369}"/>
                </a:ext>
              </a:extLst>
            </p:cNvPr>
            <p:cNvSpPr/>
            <p:nvPr/>
          </p:nvSpPr>
          <p:spPr>
            <a:xfrm flipV="1">
              <a:off x="12129141" y="1386515"/>
              <a:ext cx="2431208" cy="6850330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15" name="stanford">
              <a:extLst>
                <a:ext uri="{FF2B5EF4-FFF2-40B4-BE49-F238E27FC236}">
                  <a16:creationId xmlns:a16="http://schemas.microsoft.com/office/drawing/2014/main" id="{A4ED3843-CC02-A955-F2B3-8703B2274E5F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1275295" y="9225590"/>
              <a:ext cx="266693" cy="266700"/>
            </a:xfrm>
            <a:prstGeom prst="rect">
              <a:avLst/>
            </a:prstGeom>
          </p:spPr>
        </p:pic>
        <p:pic>
          <p:nvPicPr>
            <p:cNvPr id="1016" name="washington">
              <a:extLst>
                <a:ext uri="{FF2B5EF4-FFF2-40B4-BE49-F238E27FC236}">
                  <a16:creationId xmlns:a16="http://schemas.microsoft.com/office/drawing/2014/main" id="{D85349DC-05A2-1927-70D0-C7A08FD0E151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21589612" y="8777915"/>
              <a:ext cx="266693" cy="266700"/>
            </a:xfrm>
            <a:prstGeom prst="rect">
              <a:avLst/>
            </a:prstGeom>
          </p:spPr>
        </p:pic>
        <p:pic>
          <p:nvPicPr>
            <p:cNvPr id="1017" name="deepmind">
              <a:extLst>
                <a:ext uri="{FF2B5EF4-FFF2-40B4-BE49-F238E27FC236}">
                  <a16:creationId xmlns:a16="http://schemas.microsoft.com/office/drawing/2014/main" id="{96ECE2A2-8C83-5B1F-6116-3CAB90AB6061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21160998" y="8349290"/>
              <a:ext cx="266693" cy="266700"/>
            </a:xfrm>
            <a:prstGeom prst="rect">
              <a:avLst/>
            </a:prstGeom>
          </p:spPr>
        </p:pic>
        <p:pic>
          <p:nvPicPr>
            <p:cNvPr id="1018" name="seal">
              <a:extLst>
                <a:ext uri="{FF2B5EF4-FFF2-40B4-BE49-F238E27FC236}">
                  <a16:creationId xmlns:a16="http://schemas.microsoft.com/office/drawing/2014/main" id="{83923408-2595-BE23-94F6-1DC3832441EF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21160998" y="7911140"/>
              <a:ext cx="266693" cy="266700"/>
            </a:xfrm>
            <a:prstGeom prst="rect">
              <a:avLst/>
            </a:prstGeom>
          </p:spPr>
        </p:pic>
        <p:pic>
          <p:nvPicPr>
            <p:cNvPr id="1019" name="uber">
              <a:extLst>
                <a:ext uri="{FF2B5EF4-FFF2-40B4-BE49-F238E27FC236}">
                  <a16:creationId xmlns:a16="http://schemas.microsoft.com/office/drawing/2014/main" id="{CBAEF603-89FC-584A-B45F-069F6702B457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20894306" y="7434890"/>
              <a:ext cx="266693" cy="266700"/>
            </a:xfrm>
            <a:prstGeom prst="rect">
              <a:avLst/>
            </a:prstGeom>
          </p:spPr>
        </p:pic>
        <p:pic>
          <p:nvPicPr>
            <p:cNvPr id="1020" name="agentgym">
              <a:extLst>
                <a:ext uri="{FF2B5EF4-FFF2-40B4-BE49-F238E27FC236}">
                  <a16:creationId xmlns:a16="http://schemas.microsoft.com/office/drawing/2014/main" id="{76C566A7-3CED-DFE0-C4D7-59267655C7E8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21094325" y="7111040"/>
              <a:ext cx="266693" cy="266700"/>
            </a:xfrm>
            <a:prstGeom prst="rect">
              <a:avLst/>
            </a:prstGeom>
          </p:spPr>
        </p:pic>
        <p:pic>
          <p:nvPicPr>
            <p:cNvPr id="1021" name="tsinghua">
              <a:extLst>
                <a:ext uri="{FF2B5EF4-FFF2-40B4-BE49-F238E27FC236}">
                  <a16:creationId xmlns:a16="http://schemas.microsoft.com/office/drawing/2014/main" id="{122C8ABB-7C4D-8BB8-9A07-2E7D6CAF547A}"/>
                </a:ext>
              </a:extLst>
            </p:cNvPr>
            <p:cNvPicPr/>
            <p:nvPr/>
          </p:nvPicPr>
          <p:blipFill>
            <a:blip r:embed="rId9"/>
            <a:stretch>
              <a:fillRect/>
            </a:stretch>
          </p:blipFill>
          <p:spPr>
            <a:xfrm flipH="1">
              <a:off x="21094325" y="6815765"/>
              <a:ext cx="266693" cy="266700"/>
            </a:xfrm>
            <a:prstGeom prst="rect">
              <a:avLst/>
            </a:prstGeom>
          </p:spPr>
        </p:pic>
        <p:pic>
          <p:nvPicPr>
            <p:cNvPr id="1022" name="rzero">
              <a:extLst>
                <a:ext uri="{FF2B5EF4-FFF2-40B4-BE49-F238E27FC236}">
                  <a16:creationId xmlns:a16="http://schemas.microsoft.com/office/drawing/2014/main" id="{2CAEFF1D-A349-5335-00AF-F0D1C31B2CFD}"/>
                </a:ext>
              </a:extLst>
            </p:cNvPr>
            <p:cNvPicPr/>
            <p:nvPr/>
          </p:nvPicPr>
          <p:blipFill>
            <a:blip r:embed="rId10"/>
            <a:stretch>
              <a:fillRect/>
            </a:stretch>
          </p:blipFill>
          <p:spPr>
            <a:xfrm flipH="1">
              <a:off x="20579989" y="6491915"/>
              <a:ext cx="266693" cy="266700"/>
            </a:xfrm>
            <a:prstGeom prst="rect">
              <a:avLst/>
            </a:prstGeom>
          </p:spPr>
        </p:pic>
        <p:pic>
          <p:nvPicPr>
            <p:cNvPr id="1023" name="alibaba">
              <a:extLst>
                <a:ext uri="{FF2B5EF4-FFF2-40B4-BE49-F238E27FC236}">
                  <a16:creationId xmlns:a16="http://schemas.microsoft.com/office/drawing/2014/main" id="{E44FFC3D-CDB7-BB21-DB63-53EE3EA25820}"/>
                </a:ext>
              </a:extLst>
            </p:cNvPr>
            <p:cNvPicPr/>
            <p:nvPr/>
          </p:nvPicPr>
          <p:blipFill>
            <a:blip r:embed="rId11"/>
            <a:stretch>
              <a:fillRect/>
            </a:stretch>
          </p:blipFill>
          <p:spPr>
            <a:xfrm flipH="1">
              <a:off x="21389592" y="6187115"/>
              <a:ext cx="266693" cy="266700"/>
            </a:xfrm>
            <a:prstGeom prst="rect">
              <a:avLst/>
            </a:prstGeom>
          </p:spPr>
        </p:pic>
        <p:pic>
          <p:nvPicPr>
            <p:cNvPr id="167" name="northeastern">
              <a:extLst>
                <a:ext uri="{FF2B5EF4-FFF2-40B4-BE49-F238E27FC236}">
                  <a16:creationId xmlns:a16="http://schemas.microsoft.com/office/drawing/2014/main" id="{F7692FAE-020F-4746-23AE-2AC38C20F8A4}"/>
                </a:ext>
              </a:extLst>
            </p:cNvPr>
            <p:cNvPicPr/>
            <p:nvPr/>
          </p:nvPicPr>
          <p:blipFill>
            <a:blip r:embed="rId12"/>
            <a:stretch>
              <a:fillRect/>
            </a:stretch>
          </p:blipFill>
          <p:spPr>
            <a:xfrm flipH="1">
              <a:off x="19684663" y="5701340"/>
              <a:ext cx="266693" cy="266700"/>
            </a:xfrm>
            <a:prstGeom prst="rect">
              <a:avLst/>
            </a:prstGeom>
          </p:spPr>
        </p:pic>
        <p:pic>
          <p:nvPicPr>
            <p:cNvPr id="168" name="nvidia">
              <a:extLst>
                <a:ext uri="{FF2B5EF4-FFF2-40B4-BE49-F238E27FC236}">
                  <a16:creationId xmlns:a16="http://schemas.microsoft.com/office/drawing/2014/main" id="{544148D2-15A6-2648-5003-E7F0E62898C7}"/>
                </a:ext>
              </a:extLst>
            </p:cNvPr>
            <p:cNvPicPr/>
            <p:nvPr/>
          </p:nvPicPr>
          <p:blipFill>
            <a:blip r:embed="rId13"/>
            <a:stretch>
              <a:fillRect/>
            </a:stretch>
          </p:blipFill>
          <p:spPr>
            <a:xfrm flipH="1">
              <a:off x="20084702" y="5425115"/>
              <a:ext cx="266693" cy="266700"/>
            </a:xfrm>
            <a:prstGeom prst="rect">
              <a:avLst/>
            </a:prstGeom>
          </p:spPr>
        </p:pic>
        <p:pic>
          <p:nvPicPr>
            <p:cNvPr id="169" name="tsinghua">
              <a:extLst>
                <a:ext uri="{FF2B5EF4-FFF2-40B4-BE49-F238E27FC236}">
                  <a16:creationId xmlns:a16="http://schemas.microsoft.com/office/drawing/2014/main" id="{8C6F64CD-A743-9691-CE7D-FC767BB0CC76}"/>
                </a:ext>
              </a:extLst>
            </p:cNvPr>
            <p:cNvPicPr/>
            <p:nvPr/>
          </p:nvPicPr>
          <p:blipFill>
            <a:blip r:embed="rId9"/>
            <a:stretch>
              <a:fillRect/>
            </a:stretch>
          </p:blipFill>
          <p:spPr>
            <a:xfrm flipH="1">
              <a:off x="19732287" y="5148890"/>
              <a:ext cx="266693" cy="266700"/>
            </a:xfrm>
            <a:prstGeom prst="rect">
              <a:avLst/>
            </a:prstGeom>
          </p:spPr>
        </p:pic>
        <p:pic>
          <p:nvPicPr>
            <p:cNvPr id="170" name="rutgers">
              <a:extLst>
                <a:ext uri="{FF2B5EF4-FFF2-40B4-BE49-F238E27FC236}">
                  <a16:creationId xmlns:a16="http://schemas.microsoft.com/office/drawing/2014/main" id="{6EF9F106-9C0B-2AC7-4FFA-665444381FF7}"/>
                </a:ext>
              </a:extLst>
            </p:cNvPr>
            <p:cNvPicPr/>
            <p:nvPr/>
          </p:nvPicPr>
          <p:blipFill>
            <a:blip r:embed="rId14"/>
            <a:stretch>
              <a:fillRect/>
            </a:stretch>
          </p:blipFill>
          <p:spPr>
            <a:xfrm flipH="1">
              <a:off x="19532267" y="4891715"/>
              <a:ext cx="266693" cy="266700"/>
            </a:xfrm>
            <a:prstGeom prst="rect">
              <a:avLst/>
            </a:prstGeom>
          </p:spPr>
        </p:pic>
        <p:pic>
          <p:nvPicPr>
            <p:cNvPr id="171" name="stanford">
              <a:extLst>
                <a:ext uri="{FF2B5EF4-FFF2-40B4-BE49-F238E27FC236}">
                  <a16:creationId xmlns:a16="http://schemas.microsoft.com/office/drawing/2014/main" id="{32C5FED9-755F-3B9A-BC19-6ACAF2BF5990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9294148" y="4615490"/>
              <a:ext cx="266693" cy="266700"/>
            </a:xfrm>
            <a:prstGeom prst="rect">
              <a:avLst/>
            </a:prstGeom>
          </p:spPr>
        </p:pic>
        <p:pic>
          <p:nvPicPr>
            <p:cNvPr id="172" name="deepmind">
              <a:extLst>
                <a:ext uri="{FF2B5EF4-FFF2-40B4-BE49-F238E27FC236}">
                  <a16:creationId xmlns:a16="http://schemas.microsoft.com/office/drawing/2014/main" id="{3AD6AFEC-A1E3-B368-9303-328836161F30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17894011" y="4377365"/>
              <a:ext cx="266693" cy="266700"/>
            </a:xfrm>
            <a:prstGeom prst="rect">
              <a:avLst/>
            </a:prstGeom>
          </p:spPr>
        </p:pic>
        <p:pic>
          <p:nvPicPr>
            <p:cNvPr id="173" name="stanford">
              <a:extLst>
                <a:ext uri="{FF2B5EF4-FFF2-40B4-BE49-F238E27FC236}">
                  <a16:creationId xmlns:a16="http://schemas.microsoft.com/office/drawing/2014/main" id="{3DF0083D-F609-BF2C-E201-71ED45E15A59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7998783" y="4024940"/>
              <a:ext cx="266693" cy="266700"/>
            </a:xfrm>
            <a:prstGeom prst="rect">
              <a:avLst/>
            </a:prstGeom>
          </p:spPr>
        </p:pic>
        <p:pic>
          <p:nvPicPr>
            <p:cNvPr id="174" name="ubc">
              <a:extLst>
                <a:ext uri="{FF2B5EF4-FFF2-40B4-BE49-F238E27FC236}">
                  <a16:creationId xmlns:a16="http://schemas.microsoft.com/office/drawing/2014/main" id="{6B1B0B07-8A21-5E14-3936-1B9D3D43B88E}"/>
                </a:ext>
              </a:extLst>
            </p:cNvPr>
            <p:cNvPicPr/>
            <p:nvPr/>
          </p:nvPicPr>
          <p:blipFill>
            <a:blip r:embed="rId15"/>
            <a:stretch>
              <a:fillRect/>
            </a:stretch>
          </p:blipFill>
          <p:spPr>
            <a:xfrm flipH="1">
              <a:off x="18008308" y="3634415"/>
              <a:ext cx="266693" cy="266700"/>
            </a:xfrm>
            <a:prstGeom prst="rect">
              <a:avLst/>
            </a:prstGeom>
          </p:spPr>
        </p:pic>
        <p:pic>
          <p:nvPicPr>
            <p:cNvPr id="175" name="ubc">
              <a:extLst>
                <a:ext uri="{FF2B5EF4-FFF2-40B4-BE49-F238E27FC236}">
                  <a16:creationId xmlns:a16="http://schemas.microsoft.com/office/drawing/2014/main" id="{70A5FBC6-7BDA-D736-6FA7-9FEC4E880B46}"/>
                </a:ext>
              </a:extLst>
            </p:cNvPr>
            <p:cNvPicPr/>
            <p:nvPr/>
          </p:nvPicPr>
          <p:blipFill>
            <a:blip r:embed="rId15"/>
            <a:stretch>
              <a:fillRect/>
            </a:stretch>
          </p:blipFill>
          <p:spPr>
            <a:xfrm flipH="1">
              <a:off x="17998783" y="3262940"/>
              <a:ext cx="266693" cy="266700"/>
            </a:xfrm>
            <a:prstGeom prst="rect">
              <a:avLst/>
            </a:prstGeom>
          </p:spPr>
        </p:pic>
        <p:pic>
          <p:nvPicPr>
            <p:cNvPr id="176" name="berkeley">
              <a:extLst>
                <a:ext uri="{FF2B5EF4-FFF2-40B4-BE49-F238E27FC236}">
                  <a16:creationId xmlns:a16="http://schemas.microsoft.com/office/drawing/2014/main" id="{E47C0814-E11C-E294-B011-792517668108}"/>
                </a:ext>
              </a:extLst>
            </p:cNvPr>
            <p:cNvPicPr/>
            <p:nvPr/>
          </p:nvPicPr>
          <p:blipFill>
            <a:blip r:embed="rId16"/>
            <a:stretch>
              <a:fillRect/>
            </a:stretch>
          </p:blipFill>
          <p:spPr>
            <a:xfrm flipH="1">
              <a:off x="17998783" y="2900990"/>
              <a:ext cx="266693" cy="266700"/>
            </a:xfrm>
            <a:prstGeom prst="rect">
              <a:avLst/>
            </a:prstGeom>
          </p:spPr>
        </p:pic>
        <p:pic>
          <p:nvPicPr>
            <p:cNvPr id="177" name="unc">
              <a:extLst>
                <a:ext uri="{FF2B5EF4-FFF2-40B4-BE49-F238E27FC236}">
                  <a16:creationId xmlns:a16="http://schemas.microsoft.com/office/drawing/2014/main" id="{C96EDC93-37BE-9CE0-8BC2-99C4AE4F110D}"/>
                </a:ext>
              </a:extLst>
            </p:cNvPr>
            <p:cNvPicPr/>
            <p:nvPr/>
          </p:nvPicPr>
          <p:blipFill>
            <a:blip r:embed="rId17"/>
            <a:stretch>
              <a:fillRect/>
            </a:stretch>
          </p:blipFill>
          <p:spPr>
            <a:xfrm flipH="1">
              <a:off x="16112884" y="2034215"/>
              <a:ext cx="266693" cy="266700"/>
            </a:xfrm>
            <a:prstGeom prst="rect">
              <a:avLst/>
            </a:prstGeom>
          </p:spPr>
        </p:pic>
        <p:pic>
          <p:nvPicPr>
            <p:cNvPr id="178" name="microsoft">
              <a:extLst>
                <a:ext uri="{FF2B5EF4-FFF2-40B4-BE49-F238E27FC236}">
                  <a16:creationId xmlns:a16="http://schemas.microsoft.com/office/drawing/2014/main" id="{7BC20149-D293-84D4-DA40-FDD98223E680}"/>
                </a:ext>
              </a:extLst>
            </p:cNvPr>
            <p:cNvPicPr/>
            <p:nvPr/>
          </p:nvPicPr>
          <p:blipFill>
            <a:blip r:embed="rId18"/>
            <a:stretch>
              <a:fillRect/>
            </a:stretch>
          </p:blipFill>
          <p:spPr>
            <a:xfrm flipH="1">
              <a:off x="15055637" y="4196390"/>
              <a:ext cx="266693" cy="266700"/>
            </a:xfrm>
            <a:prstGeom prst="rect">
              <a:avLst/>
            </a:prstGeom>
          </p:spPr>
        </p:pic>
        <p:pic>
          <p:nvPicPr>
            <p:cNvPr id="179" name="deepmind">
              <a:extLst>
                <a:ext uri="{FF2B5EF4-FFF2-40B4-BE49-F238E27FC236}">
                  <a16:creationId xmlns:a16="http://schemas.microsoft.com/office/drawing/2014/main" id="{41111516-1C37-9AF7-1F49-9B8E01FD58F9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13865044" y="1634165"/>
              <a:ext cx="266693" cy="266700"/>
            </a:xfrm>
            <a:prstGeom prst="rect">
              <a:avLst/>
            </a:prstGeom>
          </p:spPr>
        </p:pic>
        <p:pic>
          <p:nvPicPr>
            <p:cNvPr id="180" name="minnesota">
              <a:extLst>
                <a:ext uri="{FF2B5EF4-FFF2-40B4-BE49-F238E27FC236}">
                  <a16:creationId xmlns:a16="http://schemas.microsoft.com/office/drawing/2014/main" id="{187C0983-6977-4287-3963-1343C55BF4F1}"/>
                </a:ext>
              </a:extLst>
            </p:cNvPr>
            <p:cNvPicPr/>
            <p:nvPr/>
          </p:nvPicPr>
          <p:blipFill>
            <a:blip r:embed="rId19"/>
            <a:stretch>
              <a:fillRect/>
            </a:stretch>
          </p:blipFill>
          <p:spPr>
            <a:xfrm flipH="1">
              <a:off x="13331658" y="2138990"/>
              <a:ext cx="266693" cy="266700"/>
            </a:xfrm>
            <a:prstGeom prst="rect">
              <a:avLst/>
            </a:prstGeom>
          </p:spPr>
        </p:pic>
        <p:pic>
          <p:nvPicPr>
            <p:cNvPr id="181" name="meta">
              <a:extLst>
                <a:ext uri="{FF2B5EF4-FFF2-40B4-BE49-F238E27FC236}">
                  <a16:creationId xmlns:a16="http://schemas.microsoft.com/office/drawing/2014/main" id="{0FEB3B56-D99C-EE21-E473-098899D4C905}"/>
                </a:ext>
              </a:extLst>
            </p:cNvPr>
            <p:cNvPicPr/>
            <p:nvPr/>
          </p:nvPicPr>
          <p:blipFill>
            <a:blip r:embed="rId20"/>
            <a:stretch>
              <a:fillRect/>
            </a:stretch>
          </p:blipFill>
          <p:spPr>
            <a:xfrm flipH="1">
              <a:off x="13474529" y="3043865"/>
              <a:ext cx="266693" cy="266700"/>
            </a:xfrm>
            <a:prstGeom prst="rect">
              <a:avLst/>
            </a:prstGeom>
          </p:spPr>
        </p:pic>
        <p:pic>
          <p:nvPicPr>
            <p:cNvPr id="182" name="microsoft">
              <a:extLst>
                <a:ext uri="{FF2B5EF4-FFF2-40B4-BE49-F238E27FC236}">
                  <a16:creationId xmlns:a16="http://schemas.microsoft.com/office/drawing/2014/main" id="{5FBA8D6E-4A0E-4C37-D016-D2B618FFE3FF}"/>
                </a:ext>
              </a:extLst>
            </p:cNvPr>
            <p:cNvPicPr/>
            <p:nvPr/>
          </p:nvPicPr>
          <p:blipFill>
            <a:blip r:embed="rId18"/>
            <a:stretch>
              <a:fillRect/>
            </a:stretch>
          </p:blipFill>
          <p:spPr>
            <a:xfrm flipH="1">
              <a:off x="13084015" y="3510590"/>
              <a:ext cx="266693" cy="266700"/>
            </a:xfrm>
            <a:prstGeom prst="rect">
              <a:avLst/>
            </a:prstGeom>
          </p:spPr>
        </p:pic>
        <p:pic>
          <p:nvPicPr>
            <p:cNvPr id="183" name="meta">
              <a:extLst>
                <a:ext uri="{FF2B5EF4-FFF2-40B4-BE49-F238E27FC236}">
                  <a16:creationId xmlns:a16="http://schemas.microsoft.com/office/drawing/2014/main" id="{A805C3FB-50CD-334C-D0C7-D648D2511799}"/>
                </a:ext>
              </a:extLst>
            </p:cNvPr>
            <p:cNvPicPr/>
            <p:nvPr/>
          </p:nvPicPr>
          <p:blipFill>
            <a:blip r:embed="rId20"/>
            <a:stretch>
              <a:fillRect/>
            </a:stretch>
          </p:blipFill>
          <p:spPr>
            <a:xfrm flipH="1">
              <a:off x="16065260" y="2558090"/>
              <a:ext cx="266693" cy="266700"/>
            </a:xfrm>
            <a:prstGeom prst="rect">
              <a:avLst/>
            </a:prstGeom>
          </p:spPr>
        </p:pic>
        <p:pic>
          <p:nvPicPr>
            <p:cNvPr id="184" name="meta">
              <a:extLst>
                <a:ext uri="{FF2B5EF4-FFF2-40B4-BE49-F238E27FC236}">
                  <a16:creationId xmlns:a16="http://schemas.microsoft.com/office/drawing/2014/main" id="{7112B496-AFF9-7BE5-245A-1CDF8B9398F1}"/>
                </a:ext>
              </a:extLst>
            </p:cNvPr>
            <p:cNvPicPr/>
            <p:nvPr/>
          </p:nvPicPr>
          <p:blipFill>
            <a:blip r:embed="rId20"/>
            <a:stretch>
              <a:fillRect/>
            </a:stretch>
          </p:blipFill>
          <p:spPr>
            <a:xfrm flipH="1">
              <a:off x="15798567" y="3129590"/>
              <a:ext cx="266693" cy="266700"/>
            </a:xfrm>
            <a:prstGeom prst="rect">
              <a:avLst/>
            </a:prstGeom>
          </p:spPr>
        </p:pic>
        <p:pic>
          <p:nvPicPr>
            <p:cNvPr id="185" name="meta">
              <a:extLst>
                <a:ext uri="{FF2B5EF4-FFF2-40B4-BE49-F238E27FC236}">
                  <a16:creationId xmlns:a16="http://schemas.microsoft.com/office/drawing/2014/main" id="{2CA8FCCA-A138-6292-FBD5-F30E083C72D3}"/>
                </a:ext>
              </a:extLst>
            </p:cNvPr>
            <p:cNvPicPr/>
            <p:nvPr/>
          </p:nvPicPr>
          <p:blipFill>
            <a:blip r:embed="rId20"/>
            <a:stretch>
              <a:fillRect/>
            </a:stretch>
          </p:blipFill>
          <p:spPr>
            <a:xfrm flipH="1">
              <a:off x="15484250" y="3662990"/>
              <a:ext cx="266693" cy="266700"/>
            </a:xfrm>
            <a:prstGeom prst="rect">
              <a:avLst/>
            </a:prstGeom>
          </p:spPr>
        </p:pic>
        <p:pic>
          <p:nvPicPr>
            <p:cNvPr id="186" name="aiscientist">
              <a:extLst>
                <a:ext uri="{FF2B5EF4-FFF2-40B4-BE49-F238E27FC236}">
                  <a16:creationId xmlns:a16="http://schemas.microsoft.com/office/drawing/2014/main" id="{6F87931A-1E93-7E66-7291-7D856EB41B74}"/>
                </a:ext>
              </a:extLst>
            </p:cNvPr>
            <p:cNvPicPr/>
            <p:nvPr/>
          </p:nvPicPr>
          <p:blipFill>
            <a:blip r:embed="rId21"/>
            <a:stretch>
              <a:fillRect/>
            </a:stretch>
          </p:blipFill>
          <p:spPr>
            <a:xfrm flipH="1">
              <a:off x="13122114" y="3986840"/>
              <a:ext cx="266693" cy="266700"/>
            </a:xfrm>
            <a:prstGeom prst="rect">
              <a:avLst/>
            </a:prstGeom>
          </p:spPr>
        </p:pic>
        <p:sp>
          <p:nvSpPr>
            <p:cNvPr id="187" name="TextBox 92">
              <a:extLst>
                <a:ext uri="{FF2B5EF4-FFF2-40B4-BE49-F238E27FC236}">
                  <a16:creationId xmlns:a16="http://schemas.microsoft.com/office/drawing/2014/main" id="{49448B11-A177-CE54-4C39-7391D70C53E3}"/>
                </a:ext>
              </a:extLst>
            </p:cNvPr>
            <p:cNvSpPr txBox="1"/>
            <p:nvPr/>
          </p:nvSpPr>
          <p:spPr>
            <a:xfrm flipH="1">
              <a:off x="20560938" y="9235115"/>
              <a:ext cx="638158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STaR</a:t>
              </a:r>
              <a:endParaRPr lang="zh-CN" altLang="en-US" sz="1700"/>
            </a:p>
          </p:txBody>
        </p:sp>
        <p:sp>
          <p:nvSpPr>
            <p:cNvPr id="188" name="TextBox 93">
              <a:extLst>
                <a:ext uri="{FF2B5EF4-FFF2-40B4-BE49-F238E27FC236}">
                  <a16:creationId xmlns:a16="http://schemas.microsoft.com/office/drawing/2014/main" id="{E41D0F38-DC6A-5E40-0217-21C2CA2CD290}"/>
                </a:ext>
              </a:extLst>
            </p:cNvPr>
            <p:cNvSpPr txBox="1"/>
            <p:nvPr/>
          </p:nvSpPr>
          <p:spPr>
            <a:xfrm flipH="1">
              <a:off x="20056128" y="927321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2022</a:t>
              </a:r>
              <a:endParaRPr lang="zh-CN" altLang="en-US" sz="1250"/>
            </a:p>
          </p:txBody>
        </p:sp>
        <p:sp>
          <p:nvSpPr>
            <p:cNvPr id="189" name="TextBox 94">
              <a:extLst>
                <a:ext uri="{FF2B5EF4-FFF2-40B4-BE49-F238E27FC236}">
                  <a16:creationId xmlns:a16="http://schemas.microsoft.com/office/drawing/2014/main" id="{78B19771-3C1B-6CAA-F93F-367E7646B937}"/>
                </a:ext>
              </a:extLst>
            </p:cNvPr>
            <p:cNvSpPr txBox="1"/>
            <p:nvPr/>
          </p:nvSpPr>
          <p:spPr>
            <a:xfrm flipH="1">
              <a:off x="20227573" y="8796965"/>
              <a:ext cx="1276316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Self-Instruct</a:t>
              </a:r>
              <a:endParaRPr lang="zh-CN" altLang="en-US" sz="1700"/>
            </a:p>
          </p:txBody>
        </p:sp>
        <p:sp>
          <p:nvSpPr>
            <p:cNvPr id="190" name="TextBox 95">
              <a:extLst>
                <a:ext uri="{FF2B5EF4-FFF2-40B4-BE49-F238E27FC236}">
                  <a16:creationId xmlns:a16="http://schemas.microsoft.com/office/drawing/2014/main" id="{F609C2D1-488E-2AE2-C692-C181B03833C6}"/>
                </a:ext>
              </a:extLst>
            </p:cNvPr>
            <p:cNvSpPr txBox="1"/>
            <p:nvPr/>
          </p:nvSpPr>
          <p:spPr>
            <a:xfrm flipH="1">
              <a:off x="19722762" y="883506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2022</a:t>
              </a:r>
              <a:endParaRPr lang="zh-CN" altLang="en-US" sz="1250"/>
            </a:p>
          </p:txBody>
        </p:sp>
        <p:sp>
          <p:nvSpPr>
            <p:cNvPr id="191" name="TextBox 96">
              <a:extLst>
                <a:ext uri="{FF2B5EF4-FFF2-40B4-BE49-F238E27FC236}">
                  <a16:creationId xmlns:a16="http://schemas.microsoft.com/office/drawing/2014/main" id="{92A237F4-60C2-D51D-E43D-6267AEF9532C}"/>
                </a:ext>
              </a:extLst>
            </p:cNvPr>
            <p:cNvSpPr txBox="1"/>
            <p:nvPr/>
          </p:nvSpPr>
          <p:spPr>
            <a:xfrm flipH="1">
              <a:off x="20503790" y="8368340"/>
              <a:ext cx="581009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ReST</a:t>
              </a:r>
              <a:endParaRPr lang="zh-CN" altLang="en-US" sz="1700"/>
            </a:p>
          </p:txBody>
        </p:sp>
        <p:sp>
          <p:nvSpPr>
            <p:cNvPr id="1024" name="TextBox 97">
              <a:extLst>
                <a:ext uri="{FF2B5EF4-FFF2-40B4-BE49-F238E27FC236}">
                  <a16:creationId xmlns:a16="http://schemas.microsoft.com/office/drawing/2014/main" id="{D23EE31B-E729-12E9-B9F1-E47F047DA201}"/>
                </a:ext>
              </a:extLst>
            </p:cNvPr>
            <p:cNvSpPr txBox="1"/>
            <p:nvPr/>
          </p:nvSpPr>
          <p:spPr>
            <a:xfrm flipH="1">
              <a:off x="19998980" y="840644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025" name="TextBox 98">
              <a:extLst>
                <a:ext uri="{FF2B5EF4-FFF2-40B4-BE49-F238E27FC236}">
                  <a16:creationId xmlns:a16="http://schemas.microsoft.com/office/drawing/2014/main" id="{7C9A4FCB-BB89-1A3C-509E-9921966415A6}"/>
                </a:ext>
              </a:extLst>
            </p:cNvPr>
            <p:cNvSpPr txBox="1"/>
            <p:nvPr/>
          </p:nvSpPr>
          <p:spPr>
            <a:xfrm flipH="1">
              <a:off x="20494266" y="7939715"/>
              <a:ext cx="590534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SEAL</a:t>
              </a:r>
              <a:endParaRPr lang="zh-CN" altLang="en-US" sz="1700"/>
            </a:p>
          </p:txBody>
        </p:sp>
        <p:sp>
          <p:nvSpPr>
            <p:cNvPr id="1026" name="TextBox 99">
              <a:extLst>
                <a:ext uri="{FF2B5EF4-FFF2-40B4-BE49-F238E27FC236}">
                  <a16:creationId xmlns:a16="http://schemas.microsoft.com/office/drawing/2014/main" id="{E98E7EF8-C116-11FF-D5EE-F2BDCD16A3FC}"/>
                </a:ext>
              </a:extLst>
            </p:cNvPr>
            <p:cNvSpPr txBox="1"/>
            <p:nvPr/>
          </p:nvSpPr>
          <p:spPr>
            <a:xfrm flipH="1">
              <a:off x="19989455" y="797781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27" name="TextBox 100">
              <a:extLst>
                <a:ext uri="{FF2B5EF4-FFF2-40B4-BE49-F238E27FC236}">
                  <a16:creationId xmlns:a16="http://schemas.microsoft.com/office/drawing/2014/main" id="{92A924CE-4A82-3C53-5B65-01A86C02F4CF}"/>
                </a:ext>
              </a:extLst>
            </p:cNvPr>
            <p:cNvSpPr txBox="1"/>
            <p:nvPr/>
          </p:nvSpPr>
          <p:spPr>
            <a:xfrm flipH="1">
              <a:off x="20189474" y="7453940"/>
              <a:ext cx="628633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POET</a:t>
              </a:r>
              <a:endParaRPr lang="zh-CN" altLang="en-US" sz="1700"/>
            </a:p>
          </p:txBody>
        </p:sp>
        <p:sp>
          <p:nvSpPr>
            <p:cNvPr id="1028" name="TextBox 101">
              <a:extLst>
                <a:ext uri="{FF2B5EF4-FFF2-40B4-BE49-F238E27FC236}">
                  <a16:creationId xmlns:a16="http://schemas.microsoft.com/office/drawing/2014/main" id="{AA28AAA0-8EBF-FDCC-314B-8ADC52D7ECFE}"/>
                </a:ext>
              </a:extLst>
            </p:cNvPr>
            <p:cNvSpPr txBox="1"/>
            <p:nvPr/>
          </p:nvSpPr>
          <p:spPr>
            <a:xfrm flipH="1">
              <a:off x="19684663" y="749204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2019</a:t>
              </a:r>
              <a:endParaRPr lang="zh-CN" altLang="en-US" sz="1250"/>
            </a:p>
          </p:txBody>
        </p:sp>
        <p:sp>
          <p:nvSpPr>
            <p:cNvPr id="1029" name="TextBox 102">
              <a:extLst>
                <a:ext uri="{FF2B5EF4-FFF2-40B4-BE49-F238E27FC236}">
                  <a16:creationId xmlns:a16="http://schemas.microsoft.com/office/drawing/2014/main" id="{A67D2447-F907-722E-8B6B-AAA0D445C311}"/>
                </a:ext>
              </a:extLst>
            </p:cNvPr>
            <p:cNvSpPr txBox="1"/>
            <p:nvPr/>
          </p:nvSpPr>
          <p:spPr>
            <a:xfrm flipH="1">
              <a:off x="19960881" y="7139615"/>
              <a:ext cx="1047722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AgentGym</a:t>
              </a:r>
              <a:endParaRPr lang="zh-CN" altLang="en-US" sz="1700"/>
            </a:p>
          </p:txBody>
        </p:sp>
        <p:sp>
          <p:nvSpPr>
            <p:cNvPr id="1030" name="TextBox 103">
              <a:extLst>
                <a:ext uri="{FF2B5EF4-FFF2-40B4-BE49-F238E27FC236}">
                  <a16:creationId xmlns:a16="http://schemas.microsoft.com/office/drawing/2014/main" id="{0EE3C4B7-7A5C-491A-974C-3BC9E50FCC04}"/>
                </a:ext>
              </a:extLst>
            </p:cNvPr>
            <p:cNvSpPr txBox="1"/>
            <p:nvPr/>
          </p:nvSpPr>
          <p:spPr>
            <a:xfrm flipH="1">
              <a:off x="19456069" y="717771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031" name="TextBox 104">
              <a:extLst>
                <a:ext uri="{FF2B5EF4-FFF2-40B4-BE49-F238E27FC236}">
                  <a16:creationId xmlns:a16="http://schemas.microsoft.com/office/drawing/2014/main" id="{9475C56C-A654-17D1-1999-29614ADECD0D}"/>
                </a:ext>
              </a:extLst>
            </p:cNvPr>
            <p:cNvSpPr txBox="1"/>
            <p:nvPr/>
          </p:nvSpPr>
          <p:spPr>
            <a:xfrm flipH="1">
              <a:off x="19637039" y="6834815"/>
              <a:ext cx="1371563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Absolute Zero</a:t>
              </a:r>
              <a:endParaRPr lang="zh-CN" altLang="en-US" sz="1700"/>
            </a:p>
          </p:txBody>
        </p:sp>
        <p:sp>
          <p:nvSpPr>
            <p:cNvPr id="1032" name="TextBox 105">
              <a:extLst>
                <a:ext uri="{FF2B5EF4-FFF2-40B4-BE49-F238E27FC236}">
                  <a16:creationId xmlns:a16="http://schemas.microsoft.com/office/drawing/2014/main" id="{83D81493-7B28-9702-0102-7C9528F6A6A5}"/>
                </a:ext>
              </a:extLst>
            </p:cNvPr>
            <p:cNvSpPr txBox="1"/>
            <p:nvPr/>
          </p:nvSpPr>
          <p:spPr>
            <a:xfrm flipH="1">
              <a:off x="19132228" y="687291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33" name="TextBox 106">
              <a:extLst>
                <a:ext uri="{FF2B5EF4-FFF2-40B4-BE49-F238E27FC236}">
                  <a16:creationId xmlns:a16="http://schemas.microsoft.com/office/drawing/2014/main" id="{300DF357-9ACB-93A7-3C4C-AB7B3C6B4AD2}"/>
                </a:ext>
              </a:extLst>
            </p:cNvPr>
            <p:cNvSpPr txBox="1"/>
            <p:nvPr/>
          </p:nvSpPr>
          <p:spPr>
            <a:xfrm flipH="1">
              <a:off x="19760860" y="6530015"/>
              <a:ext cx="75245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R-Zero</a:t>
              </a:r>
              <a:endParaRPr lang="zh-CN" altLang="en-US" sz="1700"/>
            </a:p>
          </p:txBody>
        </p:sp>
        <p:sp>
          <p:nvSpPr>
            <p:cNvPr id="1034" name="TextBox 107">
              <a:extLst>
                <a:ext uri="{FF2B5EF4-FFF2-40B4-BE49-F238E27FC236}">
                  <a16:creationId xmlns:a16="http://schemas.microsoft.com/office/drawing/2014/main" id="{9E1ABDBB-4FE8-83A4-ABF6-AAA35048C8F0}"/>
                </a:ext>
              </a:extLst>
            </p:cNvPr>
            <p:cNvSpPr txBox="1"/>
            <p:nvPr/>
          </p:nvSpPr>
          <p:spPr>
            <a:xfrm flipH="1">
              <a:off x="19256049" y="656811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35" name="TextBox 108">
              <a:extLst>
                <a:ext uri="{FF2B5EF4-FFF2-40B4-BE49-F238E27FC236}">
                  <a16:creationId xmlns:a16="http://schemas.microsoft.com/office/drawing/2014/main" id="{3DECD7D1-3136-E6DD-B3EA-ECA24FCE0B04}"/>
                </a:ext>
              </a:extLst>
            </p:cNvPr>
            <p:cNvSpPr txBox="1"/>
            <p:nvPr/>
          </p:nvSpPr>
          <p:spPr>
            <a:xfrm flipH="1">
              <a:off x="19960881" y="6206165"/>
              <a:ext cx="1333464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AgentEvolver</a:t>
              </a:r>
              <a:endParaRPr lang="zh-CN" altLang="en-US" sz="1700"/>
            </a:p>
          </p:txBody>
        </p:sp>
        <p:sp>
          <p:nvSpPr>
            <p:cNvPr id="1036" name="TextBox 109">
              <a:extLst>
                <a:ext uri="{FF2B5EF4-FFF2-40B4-BE49-F238E27FC236}">
                  <a16:creationId xmlns:a16="http://schemas.microsoft.com/office/drawing/2014/main" id="{05601A9B-DCCE-5FF9-D2DC-8182C9595722}"/>
                </a:ext>
              </a:extLst>
            </p:cNvPr>
            <p:cNvSpPr txBox="1"/>
            <p:nvPr/>
          </p:nvSpPr>
          <p:spPr>
            <a:xfrm flipH="1">
              <a:off x="19456069" y="624426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37" name="TextBox 110">
              <a:extLst>
                <a:ext uri="{FF2B5EF4-FFF2-40B4-BE49-F238E27FC236}">
                  <a16:creationId xmlns:a16="http://schemas.microsoft.com/office/drawing/2014/main" id="{ABFCF1F2-B43E-B75A-0F62-DA930D49BA53}"/>
                </a:ext>
              </a:extLst>
            </p:cNvPr>
            <p:cNvSpPr txBox="1"/>
            <p:nvPr/>
          </p:nvSpPr>
          <p:spPr>
            <a:xfrm flipH="1">
              <a:off x="18608367" y="5720390"/>
              <a:ext cx="990573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Reflexion</a:t>
              </a:r>
              <a:endParaRPr lang="zh-CN" altLang="en-US" sz="1700"/>
            </a:p>
          </p:txBody>
        </p:sp>
        <p:sp>
          <p:nvSpPr>
            <p:cNvPr id="1038" name="TextBox 111">
              <a:extLst>
                <a:ext uri="{FF2B5EF4-FFF2-40B4-BE49-F238E27FC236}">
                  <a16:creationId xmlns:a16="http://schemas.microsoft.com/office/drawing/2014/main" id="{0379C6F1-3329-8C94-B892-46404FA096DB}"/>
                </a:ext>
              </a:extLst>
            </p:cNvPr>
            <p:cNvSpPr txBox="1"/>
            <p:nvPr/>
          </p:nvSpPr>
          <p:spPr>
            <a:xfrm flipH="1">
              <a:off x="18103555" y="575849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039" name="TextBox 112">
              <a:extLst>
                <a:ext uri="{FF2B5EF4-FFF2-40B4-BE49-F238E27FC236}">
                  <a16:creationId xmlns:a16="http://schemas.microsoft.com/office/drawing/2014/main" id="{598BD558-EECF-F9B6-B12C-B7061E50EFCB}"/>
                </a:ext>
              </a:extLst>
            </p:cNvPr>
            <p:cNvSpPr txBox="1"/>
            <p:nvPr/>
          </p:nvSpPr>
          <p:spPr>
            <a:xfrm flipH="1">
              <a:off x="19151276" y="5415590"/>
              <a:ext cx="847702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Voyager</a:t>
              </a:r>
              <a:endParaRPr lang="zh-CN" altLang="en-US" sz="1700"/>
            </a:p>
          </p:txBody>
        </p:sp>
        <p:sp>
          <p:nvSpPr>
            <p:cNvPr id="1040" name="TextBox 113">
              <a:extLst>
                <a:ext uri="{FF2B5EF4-FFF2-40B4-BE49-F238E27FC236}">
                  <a16:creationId xmlns:a16="http://schemas.microsoft.com/office/drawing/2014/main" id="{9C7EDC51-C670-A46D-97A6-B563A8E45186}"/>
                </a:ext>
              </a:extLst>
            </p:cNvPr>
            <p:cNvSpPr txBox="1"/>
            <p:nvPr/>
          </p:nvSpPr>
          <p:spPr>
            <a:xfrm flipH="1">
              <a:off x="18646466" y="545369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041" name="TextBox 114">
              <a:extLst>
                <a:ext uri="{FF2B5EF4-FFF2-40B4-BE49-F238E27FC236}">
                  <a16:creationId xmlns:a16="http://schemas.microsoft.com/office/drawing/2014/main" id="{0A19676E-F272-3082-C0F8-C7AE3BFBBB71}"/>
                </a:ext>
              </a:extLst>
            </p:cNvPr>
            <p:cNvSpPr txBox="1"/>
            <p:nvPr/>
          </p:nvSpPr>
          <p:spPr>
            <a:xfrm flipH="1">
              <a:off x="18979831" y="5148890"/>
              <a:ext cx="676257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ExpeL</a:t>
              </a:r>
              <a:endParaRPr lang="zh-CN" altLang="en-US" sz="1700"/>
            </a:p>
          </p:txBody>
        </p:sp>
        <p:sp>
          <p:nvSpPr>
            <p:cNvPr id="1042" name="TextBox 115">
              <a:extLst>
                <a:ext uri="{FF2B5EF4-FFF2-40B4-BE49-F238E27FC236}">
                  <a16:creationId xmlns:a16="http://schemas.microsoft.com/office/drawing/2014/main" id="{6AA612CC-4E3B-4844-B66A-86A65603A0AD}"/>
                </a:ext>
              </a:extLst>
            </p:cNvPr>
            <p:cNvSpPr txBox="1"/>
            <p:nvPr/>
          </p:nvSpPr>
          <p:spPr>
            <a:xfrm flipH="1">
              <a:off x="18475020" y="518699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043" name="TextBox 116">
              <a:extLst>
                <a:ext uri="{FF2B5EF4-FFF2-40B4-BE49-F238E27FC236}">
                  <a16:creationId xmlns:a16="http://schemas.microsoft.com/office/drawing/2014/main" id="{7F2C3781-00D1-4A5D-33B6-E0FE00E2CDCE}"/>
                </a:ext>
              </a:extLst>
            </p:cNvPr>
            <p:cNvSpPr txBox="1"/>
            <p:nvPr/>
          </p:nvSpPr>
          <p:spPr>
            <a:xfrm flipH="1">
              <a:off x="18646466" y="4901240"/>
              <a:ext cx="876277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A-MEM</a:t>
              </a:r>
              <a:endParaRPr lang="zh-CN" altLang="en-US" sz="1700"/>
            </a:p>
          </p:txBody>
        </p:sp>
        <p:sp>
          <p:nvSpPr>
            <p:cNvPr id="1044" name="TextBox 117">
              <a:extLst>
                <a:ext uri="{FF2B5EF4-FFF2-40B4-BE49-F238E27FC236}">
                  <a16:creationId xmlns:a16="http://schemas.microsoft.com/office/drawing/2014/main" id="{86849F9D-F60B-E02F-AF97-4952B1BC6D1A}"/>
                </a:ext>
              </a:extLst>
            </p:cNvPr>
            <p:cNvSpPr txBox="1"/>
            <p:nvPr/>
          </p:nvSpPr>
          <p:spPr>
            <a:xfrm flipH="1">
              <a:off x="18141654" y="493934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45" name="TextBox 118">
              <a:extLst>
                <a:ext uri="{FF2B5EF4-FFF2-40B4-BE49-F238E27FC236}">
                  <a16:creationId xmlns:a16="http://schemas.microsoft.com/office/drawing/2014/main" id="{973167FB-BB51-BB7A-5952-28D1F89AFDDC}"/>
                </a:ext>
              </a:extLst>
            </p:cNvPr>
            <p:cNvSpPr txBox="1"/>
            <p:nvPr/>
          </p:nvSpPr>
          <p:spPr>
            <a:xfrm flipH="1">
              <a:off x="18713138" y="4634540"/>
              <a:ext cx="485762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ACE</a:t>
              </a:r>
              <a:endParaRPr lang="zh-CN" altLang="en-US" sz="1700"/>
            </a:p>
          </p:txBody>
        </p:sp>
        <p:sp>
          <p:nvSpPr>
            <p:cNvPr id="1046" name="TextBox 119">
              <a:extLst>
                <a:ext uri="{FF2B5EF4-FFF2-40B4-BE49-F238E27FC236}">
                  <a16:creationId xmlns:a16="http://schemas.microsoft.com/office/drawing/2014/main" id="{0DDC9FFD-306F-9935-7B5A-E0338DE8B77D}"/>
                </a:ext>
              </a:extLst>
            </p:cNvPr>
            <p:cNvSpPr txBox="1"/>
            <p:nvPr/>
          </p:nvSpPr>
          <p:spPr>
            <a:xfrm flipH="1">
              <a:off x="18208327" y="467264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47" name="TextBox 120">
              <a:extLst>
                <a:ext uri="{FF2B5EF4-FFF2-40B4-BE49-F238E27FC236}">
                  <a16:creationId xmlns:a16="http://schemas.microsoft.com/office/drawing/2014/main" id="{174EE24A-5D9C-207A-59E8-904068CBE60B}"/>
                </a:ext>
              </a:extLst>
            </p:cNvPr>
            <p:cNvSpPr txBox="1"/>
            <p:nvPr/>
          </p:nvSpPr>
          <p:spPr>
            <a:xfrm flipH="1">
              <a:off x="17084408" y="4377365"/>
              <a:ext cx="723881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OPRO</a:t>
              </a:r>
              <a:endParaRPr lang="zh-CN" altLang="en-US" sz="1700"/>
            </a:p>
          </p:txBody>
        </p:sp>
        <p:sp>
          <p:nvSpPr>
            <p:cNvPr id="1048" name="TextBox 121">
              <a:extLst>
                <a:ext uri="{FF2B5EF4-FFF2-40B4-BE49-F238E27FC236}">
                  <a16:creationId xmlns:a16="http://schemas.microsoft.com/office/drawing/2014/main" id="{58D2EB27-0F0C-AE13-F259-E0731B610489}"/>
                </a:ext>
              </a:extLst>
            </p:cNvPr>
            <p:cNvSpPr txBox="1"/>
            <p:nvPr/>
          </p:nvSpPr>
          <p:spPr>
            <a:xfrm flipH="1">
              <a:off x="16579596" y="441546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049" name="TextBox 122">
              <a:extLst>
                <a:ext uri="{FF2B5EF4-FFF2-40B4-BE49-F238E27FC236}">
                  <a16:creationId xmlns:a16="http://schemas.microsoft.com/office/drawing/2014/main" id="{18FE541E-631F-42A4-4DE3-7CDE762FF0A0}"/>
                </a:ext>
              </a:extLst>
            </p:cNvPr>
            <p:cNvSpPr txBox="1"/>
            <p:nvPr/>
          </p:nvSpPr>
          <p:spPr>
            <a:xfrm flipH="1">
              <a:off x="17284426" y="4005890"/>
              <a:ext cx="638158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DSPy</a:t>
              </a:r>
              <a:endParaRPr lang="zh-CN" altLang="en-US" sz="1700"/>
            </a:p>
          </p:txBody>
        </p:sp>
        <p:sp>
          <p:nvSpPr>
            <p:cNvPr id="1050" name="TextBox 123">
              <a:extLst>
                <a:ext uri="{FF2B5EF4-FFF2-40B4-BE49-F238E27FC236}">
                  <a16:creationId xmlns:a16="http://schemas.microsoft.com/office/drawing/2014/main" id="{B6A8D9CB-12D7-EE07-5867-1D0663669F47}"/>
                </a:ext>
              </a:extLst>
            </p:cNvPr>
            <p:cNvSpPr txBox="1"/>
            <p:nvPr/>
          </p:nvSpPr>
          <p:spPr>
            <a:xfrm flipH="1">
              <a:off x="16779616" y="404399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051" name="TextBox 124">
              <a:extLst>
                <a:ext uri="{FF2B5EF4-FFF2-40B4-BE49-F238E27FC236}">
                  <a16:creationId xmlns:a16="http://schemas.microsoft.com/office/drawing/2014/main" id="{880B4A6F-7069-DE89-9E33-78B168C28EB0}"/>
                </a:ext>
              </a:extLst>
            </p:cNvPr>
            <p:cNvSpPr txBox="1"/>
            <p:nvPr/>
          </p:nvSpPr>
          <p:spPr>
            <a:xfrm flipH="1">
              <a:off x="17227279" y="3653465"/>
              <a:ext cx="685782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ADAS</a:t>
              </a:r>
              <a:endParaRPr lang="zh-CN" altLang="en-US" sz="1700"/>
            </a:p>
          </p:txBody>
        </p:sp>
        <p:sp>
          <p:nvSpPr>
            <p:cNvPr id="1052" name="TextBox 125">
              <a:extLst>
                <a:ext uri="{FF2B5EF4-FFF2-40B4-BE49-F238E27FC236}">
                  <a16:creationId xmlns:a16="http://schemas.microsoft.com/office/drawing/2014/main" id="{7C3F608A-55B6-357D-24F8-4D996FA1EC85}"/>
                </a:ext>
              </a:extLst>
            </p:cNvPr>
            <p:cNvSpPr txBox="1"/>
            <p:nvPr/>
          </p:nvSpPr>
          <p:spPr>
            <a:xfrm flipH="1">
              <a:off x="16722467" y="369156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053" name="TextBox 126">
              <a:extLst>
                <a:ext uri="{FF2B5EF4-FFF2-40B4-BE49-F238E27FC236}">
                  <a16:creationId xmlns:a16="http://schemas.microsoft.com/office/drawing/2014/main" id="{B5C1A42B-4B1F-F24B-A205-7B3276E9DBF9}"/>
                </a:ext>
              </a:extLst>
            </p:cNvPr>
            <p:cNvSpPr txBox="1"/>
            <p:nvPr/>
          </p:nvSpPr>
          <p:spPr>
            <a:xfrm flipH="1">
              <a:off x="17322525" y="3281990"/>
              <a:ext cx="600059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DGM</a:t>
              </a:r>
              <a:endParaRPr lang="zh-CN" altLang="en-US" sz="1700"/>
            </a:p>
          </p:txBody>
        </p:sp>
        <p:sp>
          <p:nvSpPr>
            <p:cNvPr id="1054" name="TextBox 127">
              <a:extLst>
                <a:ext uri="{FF2B5EF4-FFF2-40B4-BE49-F238E27FC236}">
                  <a16:creationId xmlns:a16="http://schemas.microsoft.com/office/drawing/2014/main" id="{56D66848-B601-DA9C-A98A-69764B5113DE}"/>
                </a:ext>
              </a:extLst>
            </p:cNvPr>
            <p:cNvSpPr txBox="1"/>
            <p:nvPr/>
          </p:nvSpPr>
          <p:spPr>
            <a:xfrm flipH="1">
              <a:off x="16817715" y="332009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55" name="TextBox 128">
              <a:extLst>
                <a:ext uri="{FF2B5EF4-FFF2-40B4-BE49-F238E27FC236}">
                  <a16:creationId xmlns:a16="http://schemas.microsoft.com/office/drawing/2014/main" id="{FAED812C-8051-79E8-647E-C3F59242FB8A}"/>
                </a:ext>
              </a:extLst>
            </p:cNvPr>
            <p:cNvSpPr txBox="1"/>
            <p:nvPr/>
          </p:nvSpPr>
          <p:spPr>
            <a:xfrm flipH="1">
              <a:off x="17246328" y="2910515"/>
              <a:ext cx="666732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GEPA</a:t>
              </a:r>
              <a:endParaRPr lang="zh-CN" altLang="en-US" sz="1700"/>
            </a:p>
          </p:txBody>
        </p:sp>
        <p:sp>
          <p:nvSpPr>
            <p:cNvPr id="1056" name="TextBox 129">
              <a:extLst>
                <a:ext uri="{FF2B5EF4-FFF2-40B4-BE49-F238E27FC236}">
                  <a16:creationId xmlns:a16="http://schemas.microsoft.com/office/drawing/2014/main" id="{F179E96B-E37D-6944-69C5-4315491108E0}"/>
                </a:ext>
              </a:extLst>
            </p:cNvPr>
            <p:cNvSpPr txBox="1"/>
            <p:nvPr/>
          </p:nvSpPr>
          <p:spPr>
            <a:xfrm flipH="1">
              <a:off x="16741517" y="294861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/>
            </a:p>
          </p:txBody>
        </p:sp>
        <p:sp>
          <p:nvSpPr>
            <p:cNvPr id="1057" name="TextBox 130">
              <a:extLst>
                <a:ext uri="{FF2B5EF4-FFF2-40B4-BE49-F238E27FC236}">
                  <a16:creationId xmlns:a16="http://schemas.microsoft.com/office/drawing/2014/main" id="{FB55BB32-D083-C49E-778B-D06B6C5405D2}"/>
                </a:ext>
              </a:extLst>
            </p:cNvPr>
            <p:cNvSpPr txBox="1"/>
            <p:nvPr/>
          </p:nvSpPr>
          <p:spPr>
            <a:xfrm flipH="1">
              <a:off x="15131835" y="2034215"/>
              <a:ext cx="895326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CREAM</a:t>
              </a:r>
              <a:endParaRPr lang="zh-CN" altLang="en-US" sz="1700"/>
            </a:p>
          </p:txBody>
        </p:sp>
        <p:sp>
          <p:nvSpPr>
            <p:cNvPr id="1058" name="TextBox 131">
              <a:extLst>
                <a:ext uri="{FF2B5EF4-FFF2-40B4-BE49-F238E27FC236}">
                  <a16:creationId xmlns:a16="http://schemas.microsoft.com/office/drawing/2014/main" id="{4E044FC3-17E3-4CF6-18B8-B7C5A694AA07}"/>
                </a:ext>
              </a:extLst>
            </p:cNvPr>
            <p:cNvSpPr txBox="1"/>
            <p:nvPr/>
          </p:nvSpPr>
          <p:spPr>
            <a:xfrm flipH="1">
              <a:off x="14627023" y="207231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B65A4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059" name="TextBox 132">
              <a:extLst>
                <a:ext uri="{FF2B5EF4-FFF2-40B4-BE49-F238E27FC236}">
                  <a16:creationId xmlns:a16="http://schemas.microsoft.com/office/drawing/2014/main" id="{3D2452A3-5306-9E61-204F-2D471395937C}"/>
                </a:ext>
              </a:extLst>
            </p:cNvPr>
            <p:cNvSpPr txBox="1"/>
            <p:nvPr/>
          </p:nvSpPr>
          <p:spPr>
            <a:xfrm flipH="1">
              <a:off x="14103162" y="4224965"/>
              <a:ext cx="876277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CRITIC</a:t>
              </a:r>
              <a:endParaRPr lang="zh-CN" altLang="en-US" sz="1700"/>
            </a:p>
          </p:txBody>
        </p:sp>
        <p:sp>
          <p:nvSpPr>
            <p:cNvPr id="1060" name="TextBox 133">
              <a:extLst>
                <a:ext uri="{FF2B5EF4-FFF2-40B4-BE49-F238E27FC236}">
                  <a16:creationId xmlns:a16="http://schemas.microsoft.com/office/drawing/2014/main" id="{BC8FDFB1-EE9F-C02E-C9AE-28AD98C15B48}"/>
                </a:ext>
              </a:extLst>
            </p:cNvPr>
            <p:cNvSpPr txBox="1"/>
            <p:nvPr/>
          </p:nvSpPr>
          <p:spPr>
            <a:xfrm flipH="1">
              <a:off x="13598351" y="426306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B65A4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061" name="TextBox 134">
              <a:extLst>
                <a:ext uri="{FF2B5EF4-FFF2-40B4-BE49-F238E27FC236}">
                  <a16:creationId xmlns:a16="http://schemas.microsoft.com/office/drawing/2014/main" id="{31285390-13D7-E2F7-B8EB-8AE8E9EEDA48}"/>
                </a:ext>
              </a:extLst>
            </p:cNvPr>
            <p:cNvSpPr txBox="1"/>
            <p:nvPr/>
          </p:nvSpPr>
          <p:spPr>
            <a:xfrm flipH="1">
              <a:off x="12255361" y="1643690"/>
              <a:ext cx="1514434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Promptbreeder</a:t>
              </a:r>
              <a:endParaRPr lang="zh-CN" altLang="en-US" sz="1700"/>
            </a:p>
          </p:txBody>
        </p:sp>
        <p:sp>
          <p:nvSpPr>
            <p:cNvPr id="1062" name="TextBox 135">
              <a:extLst>
                <a:ext uri="{FF2B5EF4-FFF2-40B4-BE49-F238E27FC236}">
                  <a16:creationId xmlns:a16="http://schemas.microsoft.com/office/drawing/2014/main" id="{5A15DA4F-A12A-4570-6FEB-12F149B362F7}"/>
                </a:ext>
              </a:extLst>
            </p:cNvPr>
            <p:cNvSpPr txBox="1"/>
            <p:nvPr/>
          </p:nvSpPr>
          <p:spPr>
            <a:xfrm flipH="1">
              <a:off x="11750550" y="168179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063" name="TextBox 136">
              <a:extLst>
                <a:ext uri="{FF2B5EF4-FFF2-40B4-BE49-F238E27FC236}">
                  <a16:creationId xmlns:a16="http://schemas.microsoft.com/office/drawing/2014/main" id="{5D980ABA-0701-040D-3755-3E1A606B2A55}"/>
                </a:ext>
              </a:extLst>
            </p:cNvPr>
            <p:cNvSpPr txBox="1"/>
            <p:nvPr/>
          </p:nvSpPr>
          <p:spPr>
            <a:xfrm flipH="1">
              <a:off x="12617302" y="2138990"/>
              <a:ext cx="628633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Metaⁿ</a:t>
              </a:r>
              <a:endParaRPr lang="zh-CN" altLang="en-US" sz="1700"/>
            </a:p>
          </p:txBody>
        </p:sp>
        <p:sp>
          <p:nvSpPr>
            <p:cNvPr id="1064" name="TextBox 137">
              <a:extLst>
                <a:ext uri="{FF2B5EF4-FFF2-40B4-BE49-F238E27FC236}">
                  <a16:creationId xmlns:a16="http://schemas.microsoft.com/office/drawing/2014/main" id="{74B583AC-6787-F20C-7A08-8D478EEB82C1}"/>
                </a:ext>
              </a:extLst>
            </p:cNvPr>
            <p:cNvSpPr txBox="1"/>
            <p:nvPr/>
          </p:nvSpPr>
          <p:spPr>
            <a:xfrm flipH="1">
              <a:off x="12112491" y="217709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altLang="en-US" sz="1250"/>
            </a:p>
          </p:txBody>
        </p:sp>
        <p:sp>
          <p:nvSpPr>
            <p:cNvPr id="1065" name="TextBox 138">
              <a:extLst>
                <a:ext uri="{FF2B5EF4-FFF2-40B4-BE49-F238E27FC236}">
                  <a16:creationId xmlns:a16="http://schemas.microsoft.com/office/drawing/2014/main" id="{0CECFB05-E81C-8705-4501-2233F3198235}"/>
                </a:ext>
              </a:extLst>
            </p:cNvPr>
            <p:cNvSpPr txBox="1"/>
            <p:nvPr/>
          </p:nvSpPr>
          <p:spPr>
            <a:xfrm flipH="1">
              <a:off x="12141065" y="3043865"/>
              <a:ext cx="1257266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Hyperagents</a:t>
              </a:r>
              <a:endParaRPr lang="zh-CN" altLang="en-US" sz="1700"/>
            </a:p>
          </p:txBody>
        </p:sp>
        <p:sp>
          <p:nvSpPr>
            <p:cNvPr id="1066" name="TextBox 139">
              <a:extLst>
                <a:ext uri="{FF2B5EF4-FFF2-40B4-BE49-F238E27FC236}">
                  <a16:creationId xmlns:a16="http://schemas.microsoft.com/office/drawing/2014/main" id="{ADACD308-1312-9F70-50A4-579D9DB3FB27}"/>
                </a:ext>
              </a:extLst>
            </p:cNvPr>
            <p:cNvSpPr txBox="1"/>
            <p:nvPr/>
          </p:nvSpPr>
          <p:spPr>
            <a:xfrm flipH="1">
              <a:off x="11636253" y="3081966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altLang="en-US" sz="1250"/>
            </a:p>
          </p:txBody>
        </p:sp>
        <p:sp>
          <p:nvSpPr>
            <p:cNvPr id="1067" name="TextBox 140">
              <a:extLst>
                <a:ext uri="{FF2B5EF4-FFF2-40B4-BE49-F238E27FC236}">
                  <a16:creationId xmlns:a16="http://schemas.microsoft.com/office/drawing/2014/main" id="{211CB807-B0D1-4451-5880-9EDF2929367E}"/>
                </a:ext>
              </a:extLst>
            </p:cNvPr>
            <p:cNvSpPr txBox="1"/>
            <p:nvPr/>
          </p:nvSpPr>
          <p:spPr>
            <a:xfrm flipH="1">
              <a:off x="12360134" y="3529640"/>
              <a:ext cx="647683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STOP</a:t>
              </a:r>
              <a:endParaRPr lang="zh-CN" altLang="en-US" sz="1700"/>
            </a:p>
          </p:txBody>
        </p:sp>
        <p:sp>
          <p:nvSpPr>
            <p:cNvPr id="1068" name="TextBox 141">
              <a:extLst>
                <a:ext uri="{FF2B5EF4-FFF2-40B4-BE49-F238E27FC236}">
                  <a16:creationId xmlns:a16="http://schemas.microsoft.com/office/drawing/2014/main" id="{507649FB-C032-8940-468E-FBF00E9552F8}"/>
                </a:ext>
              </a:extLst>
            </p:cNvPr>
            <p:cNvSpPr txBox="1"/>
            <p:nvPr/>
          </p:nvSpPr>
          <p:spPr>
            <a:xfrm flipH="1">
              <a:off x="11855323" y="3567741"/>
              <a:ext cx="457188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altLang="en-US" sz="1250"/>
            </a:p>
          </p:txBody>
        </p:sp>
        <p:sp>
          <p:nvSpPr>
            <p:cNvPr id="1069" name="TextBox 142">
              <a:extLst>
                <a:ext uri="{FF2B5EF4-FFF2-40B4-BE49-F238E27FC236}">
                  <a16:creationId xmlns:a16="http://schemas.microsoft.com/office/drawing/2014/main" id="{A21B0FD5-83E3-1916-AA29-893321D70280}"/>
                </a:ext>
              </a:extLst>
            </p:cNvPr>
            <p:cNvSpPr txBox="1"/>
            <p:nvPr/>
          </p:nvSpPr>
          <p:spPr>
            <a:xfrm flipH="1">
              <a:off x="14741320" y="2443791"/>
              <a:ext cx="1219167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Self-Taught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Evaluators</a:t>
              </a:r>
              <a:endParaRPr lang="zh-CN" altLang="en-US" sz="1700"/>
            </a:p>
          </p:txBody>
        </p:sp>
        <p:sp>
          <p:nvSpPr>
            <p:cNvPr id="1070" name="TextBox 143">
              <a:extLst>
                <a:ext uri="{FF2B5EF4-FFF2-40B4-BE49-F238E27FC236}">
                  <a16:creationId xmlns:a16="http://schemas.microsoft.com/office/drawing/2014/main" id="{3D622C50-4D52-079E-683D-2454DA47C107}"/>
                </a:ext>
              </a:extLst>
            </p:cNvPr>
            <p:cNvSpPr txBox="1"/>
            <p:nvPr/>
          </p:nvSpPr>
          <p:spPr>
            <a:xfrm flipH="1">
              <a:off x="14303181" y="2767641"/>
              <a:ext cx="466713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071" name="TextBox 144">
              <a:extLst>
                <a:ext uri="{FF2B5EF4-FFF2-40B4-BE49-F238E27FC236}">
                  <a16:creationId xmlns:a16="http://schemas.microsoft.com/office/drawing/2014/main" id="{2946CE4B-AF7A-9168-B4E0-8777E9C22CD1}"/>
                </a:ext>
              </a:extLst>
            </p:cNvPr>
            <p:cNvSpPr txBox="1"/>
            <p:nvPr/>
          </p:nvSpPr>
          <p:spPr>
            <a:xfrm flipH="1">
              <a:off x="14484152" y="2967666"/>
              <a:ext cx="1219167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Meta-</a:t>
              </a:r>
              <a:endParaRPr lang="zh-CN" altLang="en-US" sz="1700" dirty="0"/>
            </a:p>
            <a:p>
              <a:pPr algn="ctr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Rewarding</a:t>
              </a:r>
              <a:endParaRPr lang="zh-CN" altLang="en-US" sz="1700" dirty="0"/>
            </a:p>
          </p:txBody>
        </p:sp>
        <p:sp>
          <p:nvSpPr>
            <p:cNvPr id="1072" name="TextBox 145">
              <a:extLst>
                <a:ext uri="{FF2B5EF4-FFF2-40B4-BE49-F238E27FC236}">
                  <a16:creationId xmlns:a16="http://schemas.microsoft.com/office/drawing/2014/main" id="{DF999399-B68F-B670-47B1-8B8B222CBE66}"/>
                </a:ext>
              </a:extLst>
            </p:cNvPr>
            <p:cNvSpPr txBox="1"/>
            <p:nvPr/>
          </p:nvSpPr>
          <p:spPr>
            <a:xfrm flipH="1">
              <a:off x="14036488" y="3291516"/>
              <a:ext cx="466713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073" name="TextBox 146">
              <a:extLst>
                <a:ext uri="{FF2B5EF4-FFF2-40B4-BE49-F238E27FC236}">
                  <a16:creationId xmlns:a16="http://schemas.microsoft.com/office/drawing/2014/main" id="{B1945DA9-585C-F176-13DB-9D0F732B5302}"/>
                </a:ext>
              </a:extLst>
            </p:cNvPr>
            <p:cNvSpPr txBox="1"/>
            <p:nvPr/>
          </p:nvSpPr>
          <p:spPr>
            <a:xfrm flipH="1">
              <a:off x="14207935" y="3520116"/>
              <a:ext cx="1219167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Rewarding</a:t>
              </a:r>
              <a:endParaRPr lang="zh-CN" altLang="en-US" sz="1700"/>
            </a:p>
          </p:txBody>
        </p:sp>
        <p:sp>
          <p:nvSpPr>
            <p:cNvPr id="1074" name="TextBox 147">
              <a:extLst>
                <a:ext uri="{FF2B5EF4-FFF2-40B4-BE49-F238E27FC236}">
                  <a16:creationId xmlns:a16="http://schemas.microsoft.com/office/drawing/2014/main" id="{29C78006-1E66-390A-BDBE-1980F742E2A8}"/>
                </a:ext>
              </a:extLst>
            </p:cNvPr>
            <p:cNvSpPr txBox="1"/>
            <p:nvPr/>
          </p:nvSpPr>
          <p:spPr>
            <a:xfrm flipH="1">
              <a:off x="13750746" y="3843966"/>
              <a:ext cx="466713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075" name="TextBox 148">
              <a:extLst>
                <a:ext uri="{FF2B5EF4-FFF2-40B4-BE49-F238E27FC236}">
                  <a16:creationId xmlns:a16="http://schemas.microsoft.com/office/drawing/2014/main" id="{DF48E5C1-6196-0161-2928-47C54F682CD4}"/>
                </a:ext>
              </a:extLst>
            </p:cNvPr>
            <p:cNvSpPr txBox="1"/>
            <p:nvPr/>
          </p:nvSpPr>
          <p:spPr>
            <a:xfrm flipH="1">
              <a:off x="12150589" y="2462841"/>
              <a:ext cx="1362039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Bilevel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Autoresearch</a:t>
              </a:r>
              <a:endParaRPr lang="zh-CN" altLang="en-US" sz="1700"/>
            </a:p>
          </p:txBody>
        </p:sp>
        <p:sp>
          <p:nvSpPr>
            <p:cNvPr id="1076" name="TextBox 149">
              <a:extLst>
                <a:ext uri="{FF2B5EF4-FFF2-40B4-BE49-F238E27FC236}">
                  <a16:creationId xmlns:a16="http://schemas.microsoft.com/office/drawing/2014/main" id="{A0D42F67-7622-BED4-7DCB-5D21D1369476}"/>
                </a:ext>
              </a:extLst>
            </p:cNvPr>
            <p:cNvSpPr txBox="1"/>
            <p:nvPr/>
          </p:nvSpPr>
          <p:spPr>
            <a:xfrm flipH="1">
              <a:off x="11579104" y="2786691"/>
              <a:ext cx="466713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4D8C91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altLang="en-US" sz="1250"/>
            </a:p>
          </p:txBody>
        </p:sp>
        <p:sp>
          <p:nvSpPr>
            <p:cNvPr id="1077" name="TextBox 150">
              <a:extLst>
                <a:ext uri="{FF2B5EF4-FFF2-40B4-BE49-F238E27FC236}">
                  <a16:creationId xmlns:a16="http://schemas.microsoft.com/office/drawing/2014/main" id="{4BB6D251-4678-C18A-7E20-5241C016298E}"/>
                </a:ext>
              </a:extLst>
            </p:cNvPr>
            <p:cNvSpPr txBox="1"/>
            <p:nvPr/>
          </p:nvSpPr>
          <p:spPr>
            <a:xfrm flipH="1">
              <a:off x="12007718" y="3872541"/>
              <a:ext cx="1038197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AI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Scientist</a:t>
              </a:r>
              <a:endParaRPr lang="zh-CN" altLang="en-US" sz="1700"/>
            </a:p>
          </p:txBody>
        </p:sp>
        <p:sp>
          <p:nvSpPr>
            <p:cNvPr id="1078" name="TextBox 151">
              <a:extLst>
                <a:ext uri="{FF2B5EF4-FFF2-40B4-BE49-F238E27FC236}">
                  <a16:creationId xmlns:a16="http://schemas.microsoft.com/office/drawing/2014/main" id="{4B373C6F-3493-0BBD-62BB-D80D2585A30A}"/>
                </a:ext>
              </a:extLst>
            </p:cNvPr>
            <p:cNvSpPr txBox="1"/>
            <p:nvPr/>
          </p:nvSpPr>
          <p:spPr>
            <a:xfrm flipH="1">
              <a:off x="11579104" y="4196391"/>
              <a:ext cx="466713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altLang="en-US" sz="1250"/>
            </a:p>
          </p:txBody>
        </p:sp>
        <p:sp>
          <p:nvSpPr>
            <p:cNvPr id="1079" name="TextBox 152">
              <a:extLst>
                <a:ext uri="{FF2B5EF4-FFF2-40B4-BE49-F238E27FC236}">
                  <a16:creationId xmlns:a16="http://schemas.microsoft.com/office/drawing/2014/main" id="{25E0B186-90C8-6940-D8CD-83FCBFF446E9}"/>
                </a:ext>
              </a:extLst>
            </p:cNvPr>
            <p:cNvSpPr txBox="1"/>
            <p:nvPr/>
          </p:nvSpPr>
          <p:spPr>
            <a:xfrm flipH="1">
              <a:off x="13522152" y="2624765"/>
              <a:ext cx="33336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000" b="1">
                  <a:solidFill>
                    <a:srgbClr val="656575"/>
                  </a:solidFill>
                  <a:latin typeface="Times New Roman"/>
                  <a:ea typeface="Times New Roman"/>
                  <a:cs typeface="Times New Roman"/>
                </a:rPr>
                <a:t>Ind.</a:t>
              </a:r>
              <a:endParaRPr lang="zh-CN" altLang="en-US" sz="1000"/>
            </a:p>
          </p:txBody>
        </p:sp>
        <p:sp>
          <p:nvSpPr>
            <p:cNvPr id="1080" name="TextBox 153">
              <a:extLst>
                <a:ext uri="{FF2B5EF4-FFF2-40B4-BE49-F238E27FC236}">
                  <a16:creationId xmlns:a16="http://schemas.microsoft.com/office/drawing/2014/main" id="{679BF7A3-8A69-3324-9BFE-ADD7600BF7F6}"/>
                </a:ext>
              </a:extLst>
            </p:cNvPr>
            <p:cNvSpPr txBox="1"/>
            <p:nvPr/>
          </p:nvSpPr>
          <p:spPr>
            <a:xfrm rot="21300000" flipH="1">
              <a:off x="16065260" y="8806490"/>
              <a:ext cx="1714454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Generate, filter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train</a:t>
              </a:r>
              <a:endParaRPr lang="zh-CN" altLang="en-US" sz="1700"/>
            </a:p>
          </p:txBody>
        </p:sp>
        <p:sp>
          <p:nvSpPr>
            <p:cNvPr id="1081" name="TextBox 154">
              <a:extLst>
                <a:ext uri="{FF2B5EF4-FFF2-40B4-BE49-F238E27FC236}">
                  <a16:creationId xmlns:a16="http://schemas.microsoft.com/office/drawing/2014/main" id="{D4EB1BD5-D4C6-8938-E038-5F0388B5D586}"/>
                </a:ext>
              </a:extLst>
            </p:cNvPr>
            <p:cNvSpPr txBox="1"/>
            <p:nvPr/>
          </p:nvSpPr>
          <p:spPr>
            <a:xfrm rot="20700000" flipH="1">
              <a:off x="15598546" y="7825415"/>
              <a:ext cx="1743028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Propose tasks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co-evolve</a:t>
              </a:r>
              <a:endParaRPr lang="zh-CN" altLang="en-US" sz="1700"/>
            </a:p>
          </p:txBody>
        </p:sp>
        <p:sp>
          <p:nvSpPr>
            <p:cNvPr id="1082" name="TextBox 155">
              <a:extLst>
                <a:ext uri="{FF2B5EF4-FFF2-40B4-BE49-F238E27FC236}">
                  <a16:creationId xmlns:a16="http://schemas.microsoft.com/office/drawing/2014/main" id="{1ED5C677-E0AF-B9CF-C083-DCF579D7BF3A}"/>
                </a:ext>
              </a:extLst>
            </p:cNvPr>
            <p:cNvSpPr txBox="1"/>
            <p:nvPr/>
          </p:nvSpPr>
          <p:spPr>
            <a:xfrm rot="20040000" flipH="1">
              <a:off x="14760370" y="6806240"/>
              <a:ext cx="1943048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Accumulate and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reuse experience</a:t>
              </a:r>
              <a:endParaRPr lang="zh-CN" altLang="en-US" sz="1700"/>
            </a:p>
          </p:txBody>
        </p:sp>
        <p:sp>
          <p:nvSpPr>
            <p:cNvPr id="1083" name="TextBox 156">
              <a:extLst>
                <a:ext uri="{FF2B5EF4-FFF2-40B4-BE49-F238E27FC236}">
                  <a16:creationId xmlns:a16="http://schemas.microsoft.com/office/drawing/2014/main" id="{72745703-91D6-25A2-DCC1-3D4F6E295C6E}"/>
                </a:ext>
              </a:extLst>
            </p:cNvPr>
            <p:cNvSpPr txBox="1"/>
            <p:nvPr/>
          </p:nvSpPr>
          <p:spPr>
            <a:xfrm rot="19020000" flipH="1">
              <a:off x="13960290" y="6072815"/>
              <a:ext cx="149538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Search, edit</a:t>
              </a:r>
              <a:endParaRPr lang="zh-CN" altLang="en-US" sz="1700" dirty="0"/>
            </a:p>
            <a:p>
              <a:pPr algn="ctr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execute</a:t>
              </a:r>
              <a:endParaRPr lang="zh-CN" altLang="en-US" sz="1700" dirty="0"/>
            </a:p>
          </p:txBody>
        </p:sp>
        <p:sp>
          <p:nvSpPr>
            <p:cNvPr id="1084" name="TextBox 157">
              <a:extLst>
                <a:ext uri="{FF2B5EF4-FFF2-40B4-BE49-F238E27FC236}">
                  <a16:creationId xmlns:a16="http://schemas.microsoft.com/office/drawing/2014/main" id="{59A19A50-BCA9-7F6B-CDB7-49F8A0410181}"/>
                </a:ext>
              </a:extLst>
            </p:cNvPr>
            <p:cNvSpPr txBox="1"/>
            <p:nvPr/>
          </p:nvSpPr>
          <p:spPr>
            <a:xfrm rot="18000000" flipH="1">
              <a:off x="12722050" y="5529899"/>
              <a:ext cx="1847850" cy="56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Judge outputs</a:t>
              </a:r>
              <a:endParaRPr lang="zh-CN" altLang="en-US" sz="1700"/>
            </a:p>
            <a:p>
              <a:pPr algn="ctr"/>
              <a:r>
                <a:rPr lang="en-US" alt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refine judges</a:t>
              </a:r>
              <a:endParaRPr lang="zh-CN" altLang="en-US" sz="1700"/>
            </a:p>
          </p:txBody>
        </p:sp>
        <p:sp>
          <p:nvSpPr>
            <p:cNvPr id="1085" name="TextBox 158">
              <a:extLst>
                <a:ext uri="{FF2B5EF4-FFF2-40B4-BE49-F238E27FC236}">
                  <a16:creationId xmlns:a16="http://schemas.microsoft.com/office/drawing/2014/main" id="{0499F018-C3EB-4CE0-07A8-67CD79E6145E}"/>
                </a:ext>
              </a:extLst>
            </p:cNvPr>
            <p:cNvSpPr txBox="1"/>
            <p:nvPr/>
          </p:nvSpPr>
          <p:spPr>
            <a:xfrm rot="16800000" flipH="1">
              <a:off x="11417159" y="5244148"/>
              <a:ext cx="1905000" cy="5714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Revise the update</a:t>
              </a:r>
              <a:endParaRPr lang="zh-CN" altLang="en-US" sz="1700" dirty="0"/>
            </a:p>
            <a:p>
              <a:pPr algn="ctr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or research process</a:t>
              </a:r>
              <a:endParaRPr lang="zh-CN" altLang="en-US" sz="1700" dirty="0"/>
            </a:p>
          </p:txBody>
        </p:sp>
        <p:sp>
          <p:nvSpPr>
            <p:cNvPr id="1086" name="TextBox 159">
              <a:extLst>
                <a:ext uri="{FF2B5EF4-FFF2-40B4-BE49-F238E27FC236}">
                  <a16:creationId xmlns:a16="http://schemas.microsoft.com/office/drawing/2014/main" id="{87DDDCBB-835C-A3B2-09E2-6A1D8C7FA1C8}"/>
                </a:ext>
              </a:extLst>
            </p:cNvPr>
            <p:cNvSpPr txBox="1"/>
            <p:nvPr/>
          </p:nvSpPr>
          <p:spPr>
            <a:xfrm rot="21360000" flipH="1">
              <a:off x="13807895" y="9139865"/>
              <a:ext cx="1142969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AA803E"/>
                  </a:solidFill>
                  <a:latin typeface="Times New Roman"/>
                  <a:ea typeface="Times New Roman"/>
                  <a:cs typeface="Times New Roman"/>
                </a:rPr>
                <a:t>Weights</a:t>
              </a:r>
              <a:endParaRPr lang="zh-CN" altLang="en-US" sz="2100"/>
            </a:p>
          </p:txBody>
        </p:sp>
        <p:sp>
          <p:nvSpPr>
            <p:cNvPr id="1087" name="TextBox 160">
              <a:extLst>
                <a:ext uri="{FF2B5EF4-FFF2-40B4-BE49-F238E27FC236}">
                  <a16:creationId xmlns:a16="http://schemas.microsoft.com/office/drawing/2014/main" id="{07FD2C80-C64E-7C78-F993-17C04D7770FA}"/>
                </a:ext>
              </a:extLst>
            </p:cNvPr>
            <p:cNvSpPr txBox="1"/>
            <p:nvPr/>
          </p:nvSpPr>
          <p:spPr>
            <a:xfrm rot="20520000" flipH="1">
              <a:off x="13655498" y="8625515"/>
              <a:ext cx="1000098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478971"/>
                  </a:solidFill>
                  <a:latin typeface="Times New Roman"/>
                  <a:ea typeface="Times New Roman"/>
                  <a:cs typeface="Times New Roman"/>
                </a:rPr>
                <a:t>Tasks</a:t>
              </a:r>
              <a:endParaRPr lang="zh-CN" altLang="en-US" sz="2100"/>
            </a:p>
          </p:txBody>
        </p:sp>
        <p:sp>
          <p:nvSpPr>
            <p:cNvPr id="1088" name="TextBox 161">
              <a:extLst>
                <a:ext uri="{FF2B5EF4-FFF2-40B4-BE49-F238E27FC236}">
                  <a16:creationId xmlns:a16="http://schemas.microsoft.com/office/drawing/2014/main" id="{656F0E1B-570A-CFE4-9723-7F9583985A1B}"/>
                </a:ext>
              </a:extLst>
            </p:cNvPr>
            <p:cNvSpPr txBox="1"/>
            <p:nvPr/>
          </p:nvSpPr>
          <p:spPr>
            <a:xfrm rot="19740000" flipH="1">
              <a:off x="13255460" y="8101640"/>
              <a:ext cx="11239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3C7FA5"/>
                  </a:solidFill>
                  <a:latin typeface="Times New Roman"/>
                  <a:ea typeface="Times New Roman"/>
                  <a:cs typeface="Times New Roman"/>
                </a:rPr>
                <a:t>Memory</a:t>
              </a:r>
              <a:endParaRPr lang="zh-CN" altLang="en-US" sz="2100"/>
            </a:p>
          </p:txBody>
        </p:sp>
        <p:sp>
          <p:nvSpPr>
            <p:cNvPr id="1089" name="TextBox 162">
              <a:extLst>
                <a:ext uri="{FF2B5EF4-FFF2-40B4-BE49-F238E27FC236}">
                  <a16:creationId xmlns:a16="http://schemas.microsoft.com/office/drawing/2014/main" id="{0AF5FC0C-5A25-F3D6-0BB9-9EB083C7C30E}"/>
                </a:ext>
              </a:extLst>
            </p:cNvPr>
            <p:cNvSpPr txBox="1"/>
            <p:nvPr/>
          </p:nvSpPr>
          <p:spPr>
            <a:xfrm rot="18900000" flipH="1">
              <a:off x="12664908" y="7720645"/>
              <a:ext cx="1266825" cy="342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B86E5B"/>
                  </a:solidFill>
                  <a:latin typeface="Times New Roman"/>
                  <a:ea typeface="Times New Roman"/>
                  <a:cs typeface="Times New Roman"/>
                </a:rPr>
                <a:t>Programs</a:t>
              </a:r>
              <a:endParaRPr lang="zh-CN" altLang="en-US" sz="2100"/>
            </a:p>
          </p:txBody>
        </p:sp>
        <p:sp>
          <p:nvSpPr>
            <p:cNvPr id="1090" name="TextBox 163">
              <a:extLst>
                <a:ext uri="{FF2B5EF4-FFF2-40B4-BE49-F238E27FC236}">
                  <a16:creationId xmlns:a16="http://schemas.microsoft.com/office/drawing/2014/main" id="{E882B9A9-FDD2-7FEF-DCBD-E6428243091F}"/>
                </a:ext>
              </a:extLst>
            </p:cNvPr>
            <p:cNvSpPr txBox="1"/>
            <p:nvPr/>
          </p:nvSpPr>
          <p:spPr>
            <a:xfrm rot="17940000" flipH="1">
              <a:off x="12017226" y="7453945"/>
              <a:ext cx="1295400" cy="342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 dirty="0">
                  <a:solidFill>
                    <a:srgbClr val="8A60A8"/>
                  </a:solidFill>
                  <a:latin typeface="Times New Roman"/>
                  <a:ea typeface="Times New Roman"/>
                  <a:cs typeface="Times New Roman"/>
                </a:rPr>
                <a:t>Feedback</a:t>
              </a:r>
              <a:endParaRPr lang="zh-CN" altLang="en-US" sz="2100" dirty="0"/>
            </a:p>
          </p:txBody>
        </p:sp>
        <p:sp>
          <p:nvSpPr>
            <p:cNvPr id="1091" name="TextBox 164">
              <a:extLst>
                <a:ext uri="{FF2B5EF4-FFF2-40B4-BE49-F238E27FC236}">
                  <a16:creationId xmlns:a16="http://schemas.microsoft.com/office/drawing/2014/main" id="{D661ECB9-2E66-26AC-1BAE-7B61F131B561}"/>
                </a:ext>
              </a:extLst>
            </p:cNvPr>
            <p:cNvSpPr txBox="1"/>
            <p:nvPr/>
          </p:nvSpPr>
          <p:spPr>
            <a:xfrm rot="16740000" flipH="1">
              <a:off x="11293345" y="7311070"/>
              <a:ext cx="1352550" cy="342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100" b="1">
                  <a:solidFill>
                    <a:srgbClr val="3D8790"/>
                  </a:solidFill>
                  <a:latin typeface="Times New Roman"/>
                  <a:ea typeface="Times New Roman"/>
                  <a:cs typeface="Times New Roman"/>
                </a:rPr>
                <a:t>Improver</a:t>
              </a:r>
              <a:endParaRPr lang="zh-CN" altLang="en-US" sz="2100"/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11275003" y="8910638"/>
              <a:ext cx="762000" cy="371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5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Time</a:t>
              </a:r>
              <a:r>
                <a:rPr lang="zh-CN" altLang="en-US" sz="25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 </a:t>
              </a:r>
              <a:r>
                <a:rPr lang="en-US" altLang="zh-CN" sz="25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Series</a:t>
              </a:r>
              <a:r>
                <a:rPr lang="zh-CN" altLang="en-US" sz="25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 </a:t>
              </a:r>
              <a:r>
                <a:rPr lang="en-US" altLang="zh-CN" sz="25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Agent</a:t>
              </a:r>
              <a:endParaRPr lang="zh-CN" altLang="en-US" sz="25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210</Words>
  <Application>Microsoft Macintosh PowerPoint</Application>
  <PresentationFormat>自定义</PresentationFormat>
  <Paragraphs>170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Times New Roman</vt:lpstr>
      <vt:lpstr>ImageToEditablePPT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cp:lastModifiedBy>Jiaming Ma</cp:lastModifiedBy>
  <cp:revision>5</cp:revision>
  <dcterms:modified xsi:type="dcterms:W3CDTF">2026-10-15T11:23:16Z</dcterms:modified>
</cp:coreProperties>
</file>