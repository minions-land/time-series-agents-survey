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8" r:id="R85f2e722fde04d7c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3.xml" Id="R85f2e722fde04d7c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12bba3570b0a4522"/><Relationship Type="http://schemas.openxmlformats.org/officeDocument/2006/relationships/notesMaster" Target="/ppt/notesMasters/notesMaster1.xml" Id="R95cebba687404149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b6ec26bf8404054"/><Relationship Type="http://schemas.openxmlformats.org/officeDocument/2006/relationships/notesSlide" Target="/ppt/notesSlides/notesSlide3.xml" Id="R6102d4bb139944d4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8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47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31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8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84A65B5F-2550-4210-ABCE-0AE369233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"/>
              <a:ext cx="139065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Contribution layers in Time-Series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BC7A756-5F53-4634-A9F9-0E6967D9E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23900"/>
              <a:ext cx="13906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Paper cards record module-level contributions across the LLM, Harness, temporal, task, and evaluation layers.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4288">
              <a:solidFill>
                <a:srgbClr val="6D6396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Language capability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7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representation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alignment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reasoning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ChatTS lineage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8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D639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50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LLM component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61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Paper card fields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claim · evidence · BibTeX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11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6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9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23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tools · memory · control · planning · coordination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31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6B9F80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34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47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B47B24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0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55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Evaluation and ledger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7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counts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61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several modules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790A23E-888B-4FCF-8030-17E7A3113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858250"/>
              <a:ext cx="66675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4561BFF-9D9A-4258-B397-C1387E9BB9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90297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General Harness ⊃ General Time-Series Harness ⊃ Task-Specific Harness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