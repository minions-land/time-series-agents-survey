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6aca3b80a7a6433b"/><Relationship Type="http://schemas.openxmlformats.org/officeDocument/2006/relationships/extended-properties" Target="/docProps/app.xml" Id="R1a9135a9570a4bdb"/><Relationship Type="http://schemas.openxmlformats.org/officeDocument/2006/relationships/officeDocument" Target="/ppt/presentation.xml" Id="R92079b6c90d74f51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4bb65b876f48a4"/>
  </p:sldMasterIdLst>
  <p:notesMasterIdLst>
    <p:notesMasterId xmlns:r="http://schemas.openxmlformats.org/officeDocument/2006/relationships" r:id="R9750499850cd4b35"/>
  </p:notesMasterIdLst>
  <p:sldIdLst>
    <p:sldId xmlns:r="http://schemas.openxmlformats.org/officeDocument/2006/relationships" id="256" r:id="Rbdaf33cff4674aa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1c659a9269ec4949"/><Relationship Type="http://schemas.openxmlformats.org/officeDocument/2006/relationships/slideMaster" Target="/ppt/slideMasters/slideMaster1.xml" Id="R6b4bb65b876f48a4"/><Relationship Type="http://schemas.openxmlformats.org/officeDocument/2006/relationships/notesMaster" Target="/ppt/notesMasters/notesMaster1.xml" Id="R9750499850cd4b35"/><Relationship Type="http://schemas.openxmlformats.org/officeDocument/2006/relationships/presProps" Target="/ppt/presProps.xml" Id="R9fd2233442a2439d"/><Relationship Type="http://schemas.openxmlformats.org/officeDocument/2006/relationships/tableStyles" Target="/ppt/tableStyles.xml" Id="R21389d32024944d3"/><Relationship Type="http://schemas.openxmlformats.org/officeDocument/2006/relationships/slide" Target="/ppt/slides/slide1.xml" Id="Rbdaf33cff4674aa5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e7fbd2ad9cf041eb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faa5c39cecd741ce"/><Relationship Type="http://schemas.openxmlformats.org/officeDocument/2006/relationships/notesMaster" Target="/ppt/notesMasters/notesMaster1.xml" Id="R09e47623f6a34226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data: artifacts/module_contribution_timeline.csv. The plot is an editable native-shape reconstruction of the module-level cumulative timeline. The General Harness series is dashed with hollow markers so it remains visible when it overlaps the temporal series.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4e2f7d9521584f8f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ff6fde77800846e8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9016c8922ee84ebf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484902a44b7b4202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81f99eebb27b4a90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2ba1518fd5a94680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6095DD-219E-45F3-9CBE-2A4CC3E224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692024B-7DD0-4BAC-986E-A13AAB9166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55A340C-E226-4002-BD2C-64EFF758A9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51DAEC-2E45-422E-A331-CFF5BB2D42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59C3E75-33B6-4A39-8921-178F91BCB4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8CB196-B4C7-47B3-A81A-9A0B9263C6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C74414-E712-4F5F-80E3-C29BC52E2B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5547279-9D23-46A9-B96F-18D913AA0B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FFF9D9-3584-4A0D-8F92-8F46718526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2DAD15-4E58-4D06-BF4D-AA4AC08731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568f7516b07d48ca"/><Relationship Type="http://schemas.openxmlformats.org/officeDocument/2006/relationships/slideLayout" Target="/ppt/slideLayouts/slideLayout1.xml" Id="R4d847c6ab21f4967"/><Relationship Type="http://schemas.openxmlformats.org/officeDocument/2006/relationships/slideLayout" Target="/ppt/slideLayouts/slideLayout2.xml" Id="R29de74b7e2484147"/><Relationship Type="http://schemas.openxmlformats.org/officeDocument/2006/relationships/slideLayout" Target="/ppt/slideLayouts/slideLayout3.xml" Id="R2469fef86f3841f8"/><Relationship Type="http://schemas.openxmlformats.org/officeDocument/2006/relationships/slideLayout" Target="/ppt/slideLayouts/slideLayout4.xml" Id="Rb7a24084eb804c13"/><Relationship Type="http://schemas.openxmlformats.org/officeDocument/2006/relationships/slideLayout" Target="/ppt/slideLayouts/slideLayout5.xml" Id="R444fbe60404b43c0"/><Relationship Type="http://schemas.openxmlformats.org/officeDocument/2006/relationships/slideLayout" Target="/ppt/slideLayouts/slideLayout6.xml" Id="R5d1fb67edb924714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847c6ab21f4967"/>
    <p:sldLayoutId xmlns:r="http://schemas.openxmlformats.org/officeDocument/2006/relationships" id="2147483650" r:id="R29de74b7e2484147"/>
    <p:sldLayoutId xmlns:r="http://schemas.openxmlformats.org/officeDocument/2006/relationships" id="2147483651" r:id="R2469fef86f3841f8"/>
    <p:sldLayoutId xmlns:r="http://schemas.openxmlformats.org/officeDocument/2006/relationships" id="2147483652" r:id="Rb7a24084eb804c13"/>
    <p:sldLayoutId xmlns:r="http://schemas.openxmlformats.org/officeDocument/2006/relationships" id="2147483653" r:id="R444fbe60404b43c0"/>
    <p:sldLayoutId xmlns:r="http://schemas.openxmlformats.org/officeDocument/2006/relationships" id="2147483654" r:id="R5d1fb67edb9247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beb5d0702364ecd"/><Relationship Type="http://schemas.openxmlformats.org/officeDocument/2006/relationships/notesSlide" Target="/ppt/notesSlides/notesSlide1.xml" Id="R72f7bc0cc5684ba0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262" name="group-figure-titl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61" name="figure-title">
              <a:extLst xmlns:a="http://schemas.openxmlformats.org/drawingml/2006/main">
                <a:ext uri="{FF2B5EF4-FFF2-40B4-BE49-F238E27FC236}">
                  <a16:creationId xmlns:a16="http://schemas.microsoft.com/office/drawing/2014/main" id="{A749AF45-8F15-4696-B0DB-64CEF051C4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400050"/>
              <a:ext cx="138112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l">
                <a:defRPr sz="24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l">
                <a:defRPr sz="24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4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Module-level contributions across the reviewed corpus</a:t>
              </a:r>
            </a:p>
          </p:txBody>
        </p:sp>
        <p:sp>
          <p:nvSpPr>
            <p:cNvPr id="2" name="figure-subtitle">
              <a:extLst xmlns:a="http://schemas.openxmlformats.org/drawingml/2006/main">
                <a:ext uri="{FF2B5EF4-FFF2-40B4-BE49-F238E27FC236}">
                  <a16:creationId xmlns:a16="http://schemas.microsoft.com/office/drawing/2014/main" id="{28639948-1050-47A6-AB0B-763F70B2CF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4850" y="819150"/>
              <a:ext cx="13811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l">
                <a:def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l">
                <a:def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Cumulative counts of independently recorded components, with the log scale keeping early contributions visible.</a:t>
              </a:r>
            </a:p>
          </p:txBody>
        </p:sp>
      </p:grpSp>
      <p:grpSp>
        <p:nvGrpSpPr>
          <p:cNvPr id="263" name="group-plot-surfac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" name="plot-surface">
              <a:extLst xmlns:a="http://schemas.openxmlformats.org/drawingml/2006/main">
                <a:ext uri="{FF2B5EF4-FFF2-40B4-BE49-F238E27FC236}">
                  <a16:creationId xmlns:a16="http://schemas.microsoft.com/office/drawing/2014/main" id="{7378C5B2-E041-47D1-A65E-03190E0CA6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1676400"/>
              <a:ext cx="12668250" cy="5334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1E2F47"/>
              </a:solidFill>
              <a:prstDash val="solid"/>
            </a:ln>
          </p:spPr>
        </p:sp>
        <p:sp>
          <p:nvSpPr>
            <p:cNvPr id="12" name="x-axis">
              <a:extLst xmlns:a="http://schemas.openxmlformats.org/drawingml/2006/main">
                <a:ext uri="{FF2B5EF4-FFF2-40B4-BE49-F238E27FC236}">
                  <a16:creationId xmlns:a16="http://schemas.microsoft.com/office/drawing/2014/main" id="{05B0324E-F3C8-40D5-9AEB-203C031259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7010400"/>
              <a:ext cx="126682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1E2F47"/>
              </a:solidFill>
              <a:prstDash val="solid"/>
            </a:ln>
          </p:spPr>
        </p:sp>
        <p:sp>
          <p:nvSpPr>
            <p:cNvPr id="13" name="y-axis">
              <a:extLst xmlns:a="http://schemas.openxmlformats.org/drawingml/2006/main">
                <a:ext uri="{FF2B5EF4-FFF2-40B4-BE49-F238E27FC236}">
                  <a16:creationId xmlns:a16="http://schemas.microsoft.com/office/drawing/2014/main" id="{02E9EEDE-836C-4BCE-B90B-F7C7D21666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1676400"/>
              <a:ext cx="0" cy="53340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1E2F47"/>
              </a:solidFill>
              <a:prstDash val="solid"/>
            </a:ln>
          </p:spPr>
        </p:sp>
        <p:sp>
          <p:nvSpPr>
            <p:cNvPr id="14" name="y-axis-title">
              <a:extLst xmlns:a="http://schemas.openxmlformats.org/drawingml/2006/main">
                <a:ext uri="{FF2B5EF4-FFF2-40B4-BE49-F238E27FC236}">
                  <a16:creationId xmlns:a16="http://schemas.microsoft.com/office/drawing/2014/main" id="{F55C9FD3-18A2-4555-817A-FEF39FB435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950" y="3733800"/>
              <a:ext cx="952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ctr">
                <a:def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ctr">
                <a:def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Modules (log)</a:t>
              </a:r>
            </a:p>
          </p:txBody>
        </p:sp>
        <p:sp>
          <p:nvSpPr>
            <p:cNvPr id="15" name="x-axis-title">
              <a:extLst xmlns:a="http://schemas.openxmlformats.org/drawingml/2006/main">
                <a:ext uri="{FF2B5EF4-FFF2-40B4-BE49-F238E27FC236}">
                  <a16:creationId xmlns:a16="http://schemas.microsoft.com/office/drawing/2014/main" id="{E0A50D7E-E219-40F9-AA3E-CC76BA41EBE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572250" y="7391400"/>
              <a:ext cx="23812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ctr">
                <a:def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ctr">
                <a:def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Publication month</a:t>
              </a:r>
            </a:p>
          </p:txBody>
        </p:sp>
      </p:grpSp>
      <p:grpSp>
        <p:nvGrpSpPr>
          <p:cNvPr id="264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" name="grid-1">
              <a:extLst xmlns:a="http://schemas.openxmlformats.org/drawingml/2006/main">
                <a:ext uri="{FF2B5EF4-FFF2-40B4-BE49-F238E27FC236}">
                  <a16:creationId xmlns:a16="http://schemas.microsoft.com/office/drawing/2014/main" id="{E3FF2C15-7102-4AB1-B23A-D7EC35C821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6811743"/>
              <a:ext cx="126682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D8DEE6"/>
              </a:solidFill>
              <a:prstDash val="solid"/>
            </a:ln>
          </p:spPr>
        </p:sp>
        <p:sp>
          <p:nvSpPr>
            <p:cNvPr id="5" name="ytick-1">
              <a:extLst xmlns:a="http://schemas.openxmlformats.org/drawingml/2006/main">
                <a:ext uri="{FF2B5EF4-FFF2-40B4-BE49-F238E27FC236}">
                  <a16:creationId xmlns:a16="http://schemas.microsoft.com/office/drawing/2014/main" id="{E083AA16-BE85-44DA-AA02-D963927B9A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6706968"/>
              <a:ext cx="5524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sp>
          <p:nvSpPr>
            <p:cNvPr id="6" name="grid-10">
              <a:extLst xmlns:a="http://schemas.openxmlformats.org/drawingml/2006/main">
                <a:ext uri="{FF2B5EF4-FFF2-40B4-BE49-F238E27FC236}">
                  <a16:creationId xmlns:a16="http://schemas.microsoft.com/office/drawing/2014/main" id="{F60679D9-FF58-4E7A-8078-8D02872787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4761828"/>
              <a:ext cx="126682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D8DEE6"/>
              </a:solidFill>
              <a:prstDash val="solid"/>
            </a:ln>
          </p:spPr>
        </p:sp>
        <p:sp>
          <p:nvSpPr>
            <p:cNvPr id="7" name="ytick-10">
              <a:extLst xmlns:a="http://schemas.openxmlformats.org/drawingml/2006/main">
                <a:ext uri="{FF2B5EF4-FFF2-40B4-BE49-F238E27FC236}">
                  <a16:creationId xmlns:a16="http://schemas.microsoft.com/office/drawing/2014/main" id="{6C5F4D36-1C46-4D50-A092-D3213C268C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4657053"/>
              <a:ext cx="5524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10</a:t>
              </a:r>
            </a:p>
          </p:txBody>
        </p:sp>
        <p:sp>
          <p:nvSpPr>
            <p:cNvPr id="8" name="grid-100">
              <a:extLst xmlns:a="http://schemas.openxmlformats.org/drawingml/2006/main">
                <a:ext uri="{FF2B5EF4-FFF2-40B4-BE49-F238E27FC236}">
                  <a16:creationId xmlns:a16="http://schemas.microsoft.com/office/drawing/2014/main" id="{D8A535D0-811B-43C9-8AC1-2B686B3F69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2711914"/>
              <a:ext cx="126682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D8DEE6"/>
              </a:solidFill>
              <a:prstDash val="solid"/>
            </a:ln>
          </p:spPr>
        </p:sp>
        <p:sp>
          <p:nvSpPr>
            <p:cNvPr id="9" name="ytick-100">
              <a:extLst xmlns:a="http://schemas.openxmlformats.org/drawingml/2006/main">
                <a:ext uri="{FF2B5EF4-FFF2-40B4-BE49-F238E27FC236}">
                  <a16:creationId xmlns:a16="http://schemas.microsoft.com/office/drawing/2014/main" id="{4C5AA2D0-8781-4AD7-823C-9B6142D836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2607139"/>
              <a:ext cx="5524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100</a:t>
              </a:r>
            </a:p>
          </p:txBody>
        </p:sp>
        <p:sp>
          <p:nvSpPr>
            <p:cNvPr id="10" name="grid-300">
              <a:extLst xmlns:a="http://schemas.openxmlformats.org/drawingml/2006/main">
                <a:ext uri="{FF2B5EF4-FFF2-40B4-BE49-F238E27FC236}">
                  <a16:creationId xmlns:a16="http://schemas.microsoft.com/office/drawing/2014/main" id="{CB4416EC-E099-4138-B230-7E2B7E24BB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1733856"/>
              <a:ext cx="126682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D8DEE6"/>
              </a:solidFill>
              <a:prstDash val="solid"/>
            </a:ln>
          </p:spPr>
        </p:sp>
        <p:sp>
          <p:nvSpPr>
            <p:cNvPr id="11" name="ytick-300">
              <a:extLst xmlns:a="http://schemas.openxmlformats.org/drawingml/2006/main">
                <a:ext uri="{FF2B5EF4-FFF2-40B4-BE49-F238E27FC236}">
                  <a16:creationId xmlns:a16="http://schemas.microsoft.com/office/drawing/2014/main" id="{1B17EEF0-D565-4A12-BEB8-6872C5B224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1629081"/>
              <a:ext cx="5524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r">
                <a:def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300</a:t>
              </a:r>
            </a:p>
          </p:txBody>
        </p:sp>
        <p:sp>
          <p:nvSpPr>
            <p:cNvPr id="16" name="xtick-0">
              <a:extLst xmlns:a="http://schemas.openxmlformats.org/drawingml/2006/main">
                <a:ext uri="{FF2B5EF4-FFF2-40B4-BE49-F238E27FC236}">
                  <a16:creationId xmlns:a16="http://schemas.microsoft.com/office/drawing/2014/main" id="{337F3D30-3205-4BE3-9A91-653FD73F6BD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7010400"/>
              <a:ext cx="0" cy="762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1E2F47"/>
              </a:solidFill>
              <a:prstDash val="solid"/>
            </a:ln>
          </p:spPr>
        </p:sp>
        <p:sp>
          <p:nvSpPr>
            <p:cNvPr id="17" name="xlabel-0">
              <a:extLst xmlns:a="http://schemas.openxmlformats.org/drawingml/2006/main">
                <a:ext uri="{FF2B5EF4-FFF2-40B4-BE49-F238E27FC236}">
                  <a16:creationId xmlns:a16="http://schemas.microsoft.com/office/drawing/2014/main" id="{B6F8CF55-FEA1-4D77-A640-C09E7F3CDB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" y="7143750"/>
              <a:ext cx="8001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2023-08</a:t>
              </a:r>
            </a:p>
          </p:txBody>
        </p:sp>
        <p:sp>
          <p:nvSpPr>
            <p:cNvPr id="18" name="xtick-5">
              <a:extLst xmlns:a="http://schemas.openxmlformats.org/drawingml/2006/main">
                <a:ext uri="{FF2B5EF4-FFF2-40B4-BE49-F238E27FC236}">
                  <a16:creationId xmlns:a16="http://schemas.microsoft.com/office/drawing/2014/main" id="{C484639B-229A-41EA-BACE-C6E822F44B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40125" y="7010400"/>
              <a:ext cx="0" cy="762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1E2F47"/>
              </a:solidFill>
              <a:prstDash val="solid"/>
            </a:ln>
          </p:spPr>
        </p:sp>
        <p:sp>
          <p:nvSpPr>
            <p:cNvPr id="19" name="xlabel-5">
              <a:extLst xmlns:a="http://schemas.openxmlformats.org/drawingml/2006/main">
                <a:ext uri="{FF2B5EF4-FFF2-40B4-BE49-F238E27FC236}">
                  <a16:creationId xmlns:a16="http://schemas.microsoft.com/office/drawing/2014/main" id="{0CF93195-DB4E-4159-89AA-AC9A6C010E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40075" y="7143750"/>
              <a:ext cx="8001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2024-07</a:t>
              </a:r>
            </a:p>
          </p:txBody>
        </p:sp>
        <p:sp>
          <p:nvSpPr>
            <p:cNvPr id="20" name="xtick-10">
              <a:extLst xmlns:a="http://schemas.openxmlformats.org/drawingml/2006/main">
                <a:ext uri="{FF2B5EF4-FFF2-40B4-BE49-F238E27FC236}">
                  <a16:creationId xmlns:a16="http://schemas.microsoft.com/office/drawing/2014/main" id="{93B1AC3D-6919-4973-BCAC-DD92FCC930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51500" y="7010400"/>
              <a:ext cx="0" cy="762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1E2F47"/>
              </a:solidFill>
              <a:prstDash val="solid"/>
            </a:ln>
          </p:spPr>
        </p:sp>
        <p:sp>
          <p:nvSpPr>
            <p:cNvPr id="21" name="xlabel-10">
              <a:extLst xmlns:a="http://schemas.openxmlformats.org/drawingml/2006/main">
                <a:ext uri="{FF2B5EF4-FFF2-40B4-BE49-F238E27FC236}">
                  <a16:creationId xmlns:a16="http://schemas.microsoft.com/office/drawing/2014/main" id="{8A286067-EA3B-48C8-AA2A-D47FA4825D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51450" y="7143750"/>
              <a:ext cx="8001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2025-01</a:t>
              </a:r>
            </a:p>
          </p:txBody>
        </p:sp>
        <p:sp>
          <p:nvSpPr>
            <p:cNvPr id="22" name="xtick-15">
              <a:extLst xmlns:a="http://schemas.openxmlformats.org/drawingml/2006/main">
                <a:ext uri="{FF2B5EF4-FFF2-40B4-BE49-F238E27FC236}">
                  <a16:creationId xmlns:a16="http://schemas.microsoft.com/office/drawing/2014/main" id="{40A11625-5D39-4934-9C74-291CE159FF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762875" y="7010400"/>
              <a:ext cx="0" cy="762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1E2F47"/>
              </a:solidFill>
              <a:prstDash val="solid"/>
            </a:ln>
          </p:spPr>
        </p:sp>
        <p:sp>
          <p:nvSpPr>
            <p:cNvPr id="23" name="xlabel-15">
              <a:extLst xmlns:a="http://schemas.openxmlformats.org/drawingml/2006/main">
                <a:ext uri="{FF2B5EF4-FFF2-40B4-BE49-F238E27FC236}">
                  <a16:creationId xmlns:a16="http://schemas.microsoft.com/office/drawing/2014/main" id="{54F43584-85BB-4401-AE30-AD1EFA413B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362825" y="7143750"/>
              <a:ext cx="8001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2025-06</a:t>
              </a:r>
            </a:p>
          </p:txBody>
        </p:sp>
        <p:sp>
          <p:nvSpPr>
            <p:cNvPr id="24" name="xtick-20">
              <a:extLst xmlns:a="http://schemas.openxmlformats.org/drawingml/2006/main">
                <a:ext uri="{FF2B5EF4-FFF2-40B4-BE49-F238E27FC236}">
                  <a16:creationId xmlns:a16="http://schemas.microsoft.com/office/drawing/2014/main" id="{A4E71CF5-63F9-435B-8FDD-F665207631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74250" y="7010400"/>
              <a:ext cx="0" cy="762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1E2F47"/>
              </a:solidFill>
              <a:prstDash val="solid"/>
            </a:ln>
          </p:spPr>
        </p:sp>
        <p:sp>
          <p:nvSpPr>
            <p:cNvPr id="25" name="xlabel-20">
              <a:extLst xmlns:a="http://schemas.openxmlformats.org/drawingml/2006/main">
                <a:ext uri="{FF2B5EF4-FFF2-40B4-BE49-F238E27FC236}">
                  <a16:creationId xmlns:a16="http://schemas.microsoft.com/office/drawing/2014/main" id="{C8DF6DB9-94F7-4513-AAEA-E9529CBFCE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74200" y="7143750"/>
              <a:ext cx="8001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2025-11</a:t>
              </a:r>
            </a:p>
          </p:txBody>
        </p:sp>
        <p:sp>
          <p:nvSpPr>
            <p:cNvPr id="26" name="xtick-30">
              <a:extLst xmlns:a="http://schemas.openxmlformats.org/drawingml/2006/main">
                <a:ext uri="{FF2B5EF4-FFF2-40B4-BE49-F238E27FC236}">
                  <a16:creationId xmlns:a16="http://schemas.microsoft.com/office/drawing/2014/main" id="{8089F8BA-1D15-4E92-ACC0-D5B9AB8A305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97000" y="7010400"/>
              <a:ext cx="0" cy="762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1E2F47"/>
              </a:solidFill>
              <a:prstDash val="solid"/>
            </a:ln>
          </p:spPr>
        </p:sp>
        <p:sp>
          <p:nvSpPr>
            <p:cNvPr id="27" name="xlabel-30">
              <a:extLst xmlns:a="http://schemas.openxmlformats.org/drawingml/2006/main">
                <a:ext uri="{FF2B5EF4-FFF2-40B4-BE49-F238E27FC236}">
                  <a16:creationId xmlns:a16="http://schemas.microsoft.com/office/drawing/2014/main" id="{9F9FA043-9171-4B5C-9CBC-841A96F283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696950" y="7143750"/>
              <a:ext cx="8001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2026-09</a:t>
              </a:r>
            </a:p>
          </p:txBody>
        </p:sp>
        <p:sp>
          <p:nvSpPr>
            <p:cNvPr id="28" name="LLM-side-segment-1">
              <a:extLst xmlns:a="http://schemas.openxmlformats.org/drawingml/2006/main">
                <a:ext uri="{FF2B5EF4-FFF2-40B4-BE49-F238E27FC236}">
                  <a16:creationId xmlns:a16="http://schemas.microsoft.com/office/drawing/2014/main" id="{C5DC046A-A674-45C0-9CE3-654A1575AE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428750" y="5577571"/>
              <a:ext cx="422275" cy="123417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29" name="LLM-side-segment-2">
              <a:extLst xmlns:a="http://schemas.openxmlformats.org/drawingml/2006/main">
                <a:ext uri="{FF2B5EF4-FFF2-40B4-BE49-F238E27FC236}">
                  <a16:creationId xmlns:a16="http://schemas.microsoft.com/office/drawing/2014/main" id="{B18CC642-BB2D-47B5-91C1-D74F548A14F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1025" y="5577571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0" name="LLM-side-segment-3">
              <a:extLst xmlns:a="http://schemas.openxmlformats.org/drawingml/2006/main">
                <a:ext uri="{FF2B5EF4-FFF2-40B4-BE49-F238E27FC236}">
                  <a16:creationId xmlns:a16="http://schemas.microsoft.com/office/drawing/2014/main" id="{DEABF1E2-2861-4FAA-A9DA-4A074C81FAA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73300" y="5577571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1" name="LLM-side-segment-4">
              <a:extLst xmlns:a="http://schemas.openxmlformats.org/drawingml/2006/main">
                <a:ext uri="{FF2B5EF4-FFF2-40B4-BE49-F238E27FC236}">
                  <a16:creationId xmlns:a16="http://schemas.microsoft.com/office/drawing/2014/main" id="{2BF2439E-A91D-45CA-A064-7B16CE5F38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95575" y="5577571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2" name="LLM-side-segment-5">
              <a:extLst xmlns:a="http://schemas.openxmlformats.org/drawingml/2006/main">
                <a:ext uri="{FF2B5EF4-FFF2-40B4-BE49-F238E27FC236}">
                  <a16:creationId xmlns:a16="http://schemas.microsoft.com/office/drawing/2014/main" id="{4E5C6231-8614-498C-8934-9E508B89230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17850" y="5577571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3" name="LLM-side-segment-6">
              <a:extLst xmlns:a="http://schemas.openxmlformats.org/drawingml/2006/main">
                <a:ext uri="{FF2B5EF4-FFF2-40B4-BE49-F238E27FC236}">
                  <a16:creationId xmlns:a16="http://schemas.microsoft.com/office/drawing/2014/main" id="{FF5F63B5-1ED9-47E5-81CE-42BA6D40554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40125" y="5577571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4" name="LLM-side-segment-7">
              <a:extLst xmlns:a="http://schemas.openxmlformats.org/drawingml/2006/main">
                <a:ext uri="{FF2B5EF4-FFF2-40B4-BE49-F238E27FC236}">
                  <a16:creationId xmlns:a16="http://schemas.microsoft.com/office/drawing/2014/main" id="{B352E2D5-5E0E-4528-8209-978B08557E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962400" y="5079364"/>
              <a:ext cx="422275" cy="49820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5" name="LLM-side-segment-8">
              <a:extLst xmlns:a="http://schemas.openxmlformats.org/drawingml/2006/main">
                <a:ext uri="{FF2B5EF4-FFF2-40B4-BE49-F238E27FC236}">
                  <a16:creationId xmlns:a16="http://schemas.microsoft.com/office/drawing/2014/main" id="{2501254A-14DF-4405-B7A8-01BDF606BF0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4675" y="507936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6" name="LLM-side-segment-9">
              <a:extLst xmlns:a="http://schemas.openxmlformats.org/drawingml/2006/main">
                <a:ext uri="{FF2B5EF4-FFF2-40B4-BE49-F238E27FC236}">
                  <a16:creationId xmlns:a16="http://schemas.microsoft.com/office/drawing/2014/main" id="{1F68F3EF-E154-4658-B978-494959F3F3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4806950" y="4855627"/>
              <a:ext cx="422275" cy="22373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7" name="LLM-side-segment-10">
              <a:extLst xmlns:a="http://schemas.openxmlformats.org/drawingml/2006/main">
                <a:ext uri="{FF2B5EF4-FFF2-40B4-BE49-F238E27FC236}">
                  <a16:creationId xmlns:a16="http://schemas.microsoft.com/office/drawing/2014/main" id="{DF52F7BA-19BD-422B-B160-1614520A2AF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9225" y="4855627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8" name="LLM-side-segment-11">
              <a:extLst xmlns:a="http://schemas.openxmlformats.org/drawingml/2006/main">
                <a:ext uri="{FF2B5EF4-FFF2-40B4-BE49-F238E27FC236}">
                  <a16:creationId xmlns:a16="http://schemas.microsoft.com/office/drawing/2014/main" id="{80DCE1E3-E3B9-40CA-8711-3D1AD81ABC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51500" y="4855627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39" name="LLM-side-segment-12">
              <a:extLst xmlns:a="http://schemas.openxmlformats.org/drawingml/2006/main">
                <a:ext uri="{FF2B5EF4-FFF2-40B4-BE49-F238E27FC236}">
                  <a16:creationId xmlns:a16="http://schemas.microsoft.com/office/drawing/2014/main" id="{48E188EC-89B3-450F-B5FF-24353B0FB9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73775" y="4855627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0" name="LLM-side-segment-13">
              <a:extLst xmlns:a="http://schemas.openxmlformats.org/drawingml/2006/main">
                <a:ext uri="{FF2B5EF4-FFF2-40B4-BE49-F238E27FC236}">
                  <a16:creationId xmlns:a16="http://schemas.microsoft.com/office/drawing/2014/main" id="{65EBC34E-3FE4-4BB0-8EFF-3C9B2C608E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96050" y="4855627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1" name="LLM-side-segment-14">
              <a:extLst xmlns:a="http://schemas.openxmlformats.org/drawingml/2006/main">
                <a:ext uri="{FF2B5EF4-FFF2-40B4-BE49-F238E27FC236}">
                  <a16:creationId xmlns:a16="http://schemas.microsoft.com/office/drawing/2014/main" id="{8C2A5C69-42DE-481B-AA8B-502EC8CD1E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18325" y="4855627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2" name="LLM-side-segment-15">
              <a:extLst xmlns:a="http://schemas.openxmlformats.org/drawingml/2006/main">
                <a:ext uri="{FF2B5EF4-FFF2-40B4-BE49-F238E27FC236}">
                  <a16:creationId xmlns:a16="http://schemas.microsoft.com/office/drawing/2014/main" id="{4C50AFB0-AC02-4617-853B-0D14F4FDD5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340600" y="4855627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3" name="LLM-side-segment-16">
              <a:extLst xmlns:a="http://schemas.openxmlformats.org/drawingml/2006/main">
                <a:ext uri="{FF2B5EF4-FFF2-40B4-BE49-F238E27FC236}">
                  <a16:creationId xmlns:a16="http://schemas.microsoft.com/office/drawing/2014/main" id="{39ECDFE1-D54B-4F67-B171-22F6F53884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762875" y="4855627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4" name="LLM-side-segment-17">
              <a:extLst xmlns:a="http://schemas.openxmlformats.org/drawingml/2006/main">
                <a:ext uri="{FF2B5EF4-FFF2-40B4-BE49-F238E27FC236}">
                  <a16:creationId xmlns:a16="http://schemas.microsoft.com/office/drawing/2014/main" id="{B6A61AD1-E802-4A2B-81E3-3D254EB235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85150" y="4855627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5" name="LLM-side-segment-18">
              <a:extLst xmlns:a="http://schemas.openxmlformats.org/drawingml/2006/main">
                <a:ext uri="{FF2B5EF4-FFF2-40B4-BE49-F238E27FC236}">
                  <a16:creationId xmlns:a16="http://schemas.microsoft.com/office/drawing/2014/main" id="{40FA35BF-F6C5-4C4C-84ED-9E95FE0503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8607425" y="4599514"/>
              <a:ext cx="422275" cy="256114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6" name="LLM-side-segment-19">
              <a:extLst xmlns:a="http://schemas.openxmlformats.org/drawingml/2006/main">
                <a:ext uri="{FF2B5EF4-FFF2-40B4-BE49-F238E27FC236}">
                  <a16:creationId xmlns:a16="http://schemas.microsoft.com/office/drawing/2014/main" id="{05C2E150-840F-4E5D-AE54-EF26DC3765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29700" y="459951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7" name="LLM-side-segment-20">
              <a:extLst xmlns:a="http://schemas.openxmlformats.org/drawingml/2006/main">
                <a:ext uri="{FF2B5EF4-FFF2-40B4-BE49-F238E27FC236}">
                  <a16:creationId xmlns:a16="http://schemas.microsoft.com/office/drawing/2014/main" id="{D1F7ECA2-66E5-4E0A-85B1-AE8C5B4189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51975" y="459951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8" name="LLM-side-segment-21">
              <a:extLst xmlns:a="http://schemas.openxmlformats.org/drawingml/2006/main">
                <a:ext uri="{FF2B5EF4-FFF2-40B4-BE49-F238E27FC236}">
                  <a16:creationId xmlns:a16="http://schemas.microsoft.com/office/drawing/2014/main" id="{8BCB8B6A-D295-44DF-A49D-5FA3950642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74250" y="459951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49" name="LLM-side-segment-22">
              <a:extLst xmlns:a="http://schemas.openxmlformats.org/drawingml/2006/main">
                <a:ext uri="{FF2B5EF4-FFF2-40B4-BE49-F238E27FC236}">
                  <a16:creationId xmlns:a16="http://schemas.microsoft.com/office/drawing/2014/main" id="{3D58B35B-D696-4239-B119-697B9067BD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96525" y="459951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50" name="LLM-side-segment-23">
              <a:extLst xmlns:a="http://schemas.openxmlformats.org/drawingml/2006/main">
                <a:ext uri="{FF2B5EF4-FFF2-40B4-BE49-F238E27FC236}">
                  <a16:creationId xmlns:a16="http://schemas.microsoft.com/office/drawing/2014/main" id="{F3112922-6B90-4FF5-AE12-74E7781E51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718800" y="459951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51" name="LLM-side-segment-24">
              <a:extLst xmlns:a="http://schemas.openxmlformats.org/drawingml/2006/main">
                <a:ext uri="{FF2B5EF4-FFF2-40B4-BE49-F238E27FC236}">
                  <a16:creationId xmlns:a16="http://schemas.microsoft.com/office/drawing/2014/main" id="{219F1F40-FE06-49C9-BEFC-CE817B32BB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141075" y="459951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52" name="LLM-side-segment-25">
              <a:extLst xmlns:a="http://schemas.openxmlformats.org/drawingml/2006/main">
                <a:ext uri="{FF2B5EF4-FFF2-40B4-BE49-F238E27FC236}">
                  <a16:creationId xmlns:a16="http://schemas.microsoft.com/office/drawing/2014/main" id="{4161936C-730C-4B77-A4C6-6285742FE9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563350" y="459951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53" name="LLM-side-segment-26">
              <a:extLst xmlns:a="http://schemas.openxmlformats.org/drawingml/2006/main">
                <a:ext uri="{FF2B5EF4-FFF2-40B4-BE49-F238E27FC236}">
                  <a16:creationId xmlns:a16="http://schemas.microsoft.com/office/drawing/2014/main" id="{0F786693-E898-4A16-B77B-924A3F855C7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985625" y="459951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54" name="LLM-side-segment-27">
              <a:extLst xmlns:a="http://schemas.openxmlformats.org/drawingml/2006/main">
                <a:ext uri="{FF2B5EF4-FFF2-40B4-BE49-F238E27FC236}">
                  <a16:creationId xmlns:a16="http://schemas.microsoft.com/office/drawing/2014/main" id="{01904F70-BD00-4996-88A8-3A56DD8C8FB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407900" y="459951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55" name="LLM-side-segment-28">
              <a:extLst xmlns:a="http://schemas.openxmlformats.org/drawingml/2006/main">
                <a:ext uri="{FF2B5EF4-FFF2-40B4-BE49-F238E27FC236}">
                  <a16:creationId xmlns:a16="http://schemas.microsoft.com/office/drawing/2014/main" id="{799A8C02-4FFC-4EB7-8D1D-7404F16B0C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830175" y="459951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56" name="LLM-side-segment-29">
              <a:extLst xmlns:a="http://schemas.openxmlformats.org/drawingml/2006/main">
                <a:ext uri="{FF2B5EF4-FFF2-40B4-BE49-F238E27FC236}">
                  <a16:creationId xmlns:a16="http://schemas.microsoft.com/office/drawing/2014/main" id="{2B3D5017-7EF4-442D-8A87-19EE57F906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252450" y="459951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57" name="LLM-side-segment-30">
              <a:extLst xmlns:a="http://schemas.openxmlformats.org/drawingml/2006/main">
                <a:ext uri="{FF2B5EF4-FFF2-40B4-BE49-F238E27FC236}">
                  <a16:creationId xmlns:a16="http://schemas.microsoft.com/office/drawing/2014/main" id="{DA34BA30-DF93-405C-95C2-183C575CAA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674725" y="459951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58" name="LLM-side-marker-0">
              <a:extLst xmlns:a="http://schemas.openxmlformats.org/drawingml/2006/main">
                <a:ext uri="{FF2B5EF4-FFF2-40B4-BE49-F238E27FC236}">
                  <a16:creationId xmlns:a16="http://schemas.microsoft.com/office/drawing/2014/main" id="{49197C40-DDEB-4267-BB4C-674EE1CEE2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90650" y="6773643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59" name="LLM-side-marker-1">
              <a:extLst xmlns:a="http://schemas.openxmlformats.org/drawingml/2006/main">
                <a:ext uri="{FF2B5EF4-FFF2-40B4-BE49-F238E27FC236}">
                  <a16:creationId xmlns:a16="http://schemas.microsoft.com/office/drawing/2014/main" id="{51F03CC7-0954-49CD-8BD5-B0E129CDDE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12925" y="553947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0" name="LLM-side-marker-2">
              <a:extLst xmlns:a="http://schemas.openxmlformats.org/drawingml/2006/main">
                <a:ext uri="{FF2B5EF4-FFF2-40B4-BE49-F238E27FC236}">
                  <a16:creationId xmlns:a16="http://schemas.microsoft.com/office/drawing/2014/main" id="{B84DE84C-5AFE-427D-ADCB-D6C55C733B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35200" y="553947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1" name="LLM-side-marker-3">
              <a:extLst xmlns:a="http://schemas.openxmlformats.org/drawingml/2006/main">
                <a:ext uri="{FF2B5EF4-FFF2-40B4-BE49-F238E27FC236}">
                  <a16:creationId xmlns:a16="http://schemas.microsoft.com/office/drawing/2014/main" id="{D3D73AD5-C5A3-4E97-A11D-9CF18D02567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57475" y="553947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2" name="LLM-side-marker-4">
              <a:extLst xmlns:a="http://schemas.openxmlformats.org/drawingml/2006/main">
                <a:ext uri="{FF2B5EF4-FFF2-40B4-BE49-F238E27FC236}">
                  <a16:creationId xmlns:a16="http://schemas.microsoft.com/office/drawing/2014/main" id="{FFAAA4BF-8D7E-4619-A02F-9FFC72A04F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79750" y="553947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3" name="LLM-side-marker-5">
              <a:extLst xmlns:a="http://schemas.openxmlformats.org/drawingml/2006/main">
                <a:ext uri="{FF2B5EF4-FFF2-40B4-BE49-F238E27FC236}">
                  <a16:creationId xmlns:a16="http://schemas.microsoft.com/office/drawing/2014/main" id="{115EA21C-7A6F-4FC4-812A-DC82DA4F37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02025" y="553947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4" name="LLM-side-marker-6">
              <a:extLst xmlns:a="http://schemas.openxmlformats.org/drawingml/2006/main">
                <a:ext uri="{FF2B5EF4-FFF2-40B4-BE49-F238E27FC236}">
                  <a16:creationId xmlns:a16="http://schemas.microsoft.com/office/drawing/2014/main" id="{8A6F1B50-C32F-408C-9593-D78D231FFD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24300" y="553947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5" name="LLM-side-marker-7">
              <a:extLst xmlns:a="http://schemas.openxmlformats.org/drawingml/2006/main">
                <a:ext uri="{FF2B5EF4-FFF2-40B4-BE49-F238E27FC236}">
                  <a16:creationId xmlns:a16="http://schemas.microsoft.com/office/drawing/2014/main" id="{35E3E382-F9A0-43E1-A1E1-1CDF6A13FB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46575" y="504126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6" name="LLM-side-marker-8">
              <a:extLst xmlns:a="http://schemas.openxmlformats.org/drawingml/2006/main">
                <a:ext uri="{FF2B5EF4-FFF2-40B4-BE49-F238E27FC236}">
                  <a16:creationId xmlns:a16="http://schemas.microsoft.com/office/drawing/2014/main" id="{81E4A1B2-2850-45E9-AB45-EAC693D3F9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8850" y="504126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7" name="LLM-side-marker-9">
              <a:extLst xmlns:a="http://schemas.openxmlformats.org/drawingml/2006/main">
                <a:ext uri="{FF2B5EF4-FFF2-40B4-BE49-F238E27FC236}">
                  <a16:creationId xmlns:a16="http://schemas.microsoft.com/office/drawing/2014/main" id="{719919D9-1817-4506-AC63-C4BF964ECB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91125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8" name="LLM-side-marker-10">
              <a:extLst xmlns:a="http://schemas.openxmlformats.org/drawingml/2006/main">
                <a:ext uri="{FF2B5EF4-FFF2-40B4-BE49-F238E27FC236}">
                  <a16:creationId xmlns:a16="http://schemas.microsoft.com/office/drawing/2014/main" id="{73746F4D-3FE6-44E4-A062-47BAE0F891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13400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69" name="LLM-side-marker-11">
              <a:extLst xmlns:a="http://schemas.openxmlformats.org/drawingml/2006/main">
                <a:ext uri="{FF2B5EF4-FFF2-40B4-BE49-F238E27FC236}">
                  <a16:creationId xmlns:a16="http://schemas.microsoft.com/office/drawing/2014/main" id="{4B4A657A-BAC1-42B2-A3C0-39D41DB0A4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35675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0" name="LLM-side-marker-12">
              <a:extLst xmlns:a="http://schemas.openxmlformats.org/drawingml/2006/main">
                <a:ext uri="{FF2B5EF4-FFF2-40B4-BE49-F238E27FC236}">
                  <a16:creationId xmlns:a16="http://schemas.microsoft.com/office/drawing/2014/main" id="{275642AB-0FA8-4471-852E-6C2ADCA2AB6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57950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1" name="LLM-side-marker-13">
              <a:extLst xmlns:a="http://schemas.openxmlformats.org/drawingml/2006/main">
                <a:ext uri="{FF2B5EF4-FFF2-40B4-BE49-F238E27FC236}">
                  <a16:creationId xmlns:a16="http://schemas.microsoft.com/office/drawing/2014/main" id="{6BBE5CD3-D3A2-4DC8-8577-B168E6A00E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80225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2" name="LLM-side-marker-14">
              <a:extLst xmlns:a="http://schemas.openxmlformats.org/drawingml/2006/main">
                <a:ext uri="{FF2B5EF4-FFF2-40B4-BE49-F238E27FC236}">
                  <a16:creationId xmlns:a16="http://schemas.microsoft.com/office/drawing/2014/main" id="{3DED74F5-73B1-418E-8DAD-5CF10406F50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302500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3" name="LLM-side-marker-15">
              <a:extLst xmlns:a="http://schemas.openxmlformats.org/drawingml/2006/main">
                <a:ext uri="{FF2B5EF4-FFF2-40B4-BE49-F238E27FC236}">
                  <a16:creationId xmlns:a16="http://schemas.microsoft.com/office/drawing/2014/main" id="{82BB1451-7A34-4469-B2BB-728A524F41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724775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4" name="LLM-side-marker-16">
              <a:extLst xmlns:a="http://schemas.openxmlformats.org/drawingml/2006/main">
                <a:ext uri="{FF2B5EF4-FFF2-40B4-BE49-F238E27FC236}">
                  <a16:creationId xmlns:a16="http://schemas.microsoft.com/office/drawing/2014/main" id="{D4F78498-C46C-40C8-9C43-F38EA51728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47050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5" name="LLM-side-marker-17">
              <a:extLst xmlns:a="http://schemas.openxmlformats.org/drawingml/2006/main">
                <a:ext uri="{FF2B5EF4-FFF2-40B4-BE49-F238E27FC236}">
                  <a16:creationId xmlns:a16="http://schemas.microsoft.com/office/drawing/2014/main" id="{E736A213-602A-441E-8BE3-5C7EA0483A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69325" y="481752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6" name="LLM-side-marker-18">
              <a:extLst xmlns:a="http://schemas.openxmlformats.org/drawingml/2006/main">
                <a:ext uri="{FF2B5EF4-FFF2-40B4-BE49-F238E27FC236}">
                  <a16:creationId xmlns:a16="http://schemas.microsoft.com/office/drawing/2014/main" id="{EE33106A-2FED-4F81-BD71-1632CB477B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91600" y="45614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7" name="LLM-side-marker-19">
              <a:extLst xmlns:a="http://schemas.openxmlformats.org/drawingml/2006/main">
                <a:ext uri="{FF2B5EF4-FFF2-40B4-BE49-F238E27FC236}">
                  <a16:creationId xmlns:a16="http://schemas.microsoft.com/office/drawing/2014/main" id="{9FFBA4FC-DDF3-4CE2-B8EF-688FA711A3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13875" y="45614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8" name="LLM-side-marker-20">
              <a:extLst xmlns:a="http://schemas.openxmlformats.org/drawingml/2006/main">
                <a:ext uri="{FF2B5EF4-FFF2-40B4-BE49-F238E27FC236}">
                  <a16:creationId xmlns:a16="http://schemas.microsoft.com/office/drawing/2014/main" id="{6121FB92-23C0-4084-9AA7-306AE60DD2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36150" y="45614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79" name="LLM-side-marker-21">
              <a:extLst xmlns:a="http://schemas.openxmlformats.org/drawingml/2006/main">
                <a:ext uri="{FF2B5EF4-FFF2-40B4-BE49-F238E27FC236}">
                  <a16:creationId xmlns:a16="http://schemas.microsoft.com/office/drawing/2014/main" id="{0DAA3BC7-6F60-4F32-9FF3-6C7AEEC938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58425" y="45614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0" name="LLM-side-marker-22">
              <a:extLst xmlns:a="http://schemas.openxmlformats.org/drawingml/2006/main">
                <a:ext uri="{FF2B5EF4-FFF2-40B4-BE49-F238E27FC236}">
                  <a16:creationId xmlns:a16="http://schemas.microsoft.com/office/drawing/2014/main" id="{B385798D-C778-468E-8E3E-B849759013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80700" y="45614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1" name="LLM-side-marker-23">
              <a:extLst xmlns:a="http://schemas.openxmlformats.org/drawingml/2006/main">
                <a:ext uri="{FF2B5EF4-FFF2-40B4-BE49-F238E27FC236}">
                  <a16:creationId xmlns:a16="http://schemas.microsoft.com/office/drawing/2014/main" id="{D4704BAB-98FC-4C4F-A428-8944E42CAC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102975" y="45614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2" name="LLM-side-marker-24">
              <a:extLst xmlns:a="http://schemas.openxmlformats.org/drawingml/2006/main">
                <a:ext uri="{FF2B5EF4-FFF2-40B4-BE49-F238E27FC236}">
                  <a16:creationId xmlns:a16="http://schemas.microsoft.com/office/drawing/2014/main" id="{EF567650-C673-4135-B28C-85A62BC859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525250" y="45614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3" name="LLM-side-marker-25">
              <a:extLst xmlns:a="http://schemas.openxmlformats.org/drawingml/2006/main">
                <a:ext uri="{FF2B5EF4-FFF2-40B4-BE49-F238E27FC236}">
                  <a16:creationId xmlns:a16="http://schemas.microsoft.com/office/drawing/2014/main" id="{6DE7E357-B530-47C8-8659-8FB12A673B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947525" y="45614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4" name="LLM-side-marker-26">
              <a:extLst xmlns:a="http://schemas.openxmlformats.org/drawingml/2006/main">
                <a:ext uri="{FF2B5EF4-FFF2-40B4-BE49-F238E27FC236}">
                  <a16:creationId xmlns:a16="http://schemas.microsoft.com/office/drawing/2014/main" id="{3152756B-AC40-4455-8BBA-C001776B54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69800" y="45614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5" name="LLM-side-marker-27">
              <a:extLst xmlns:a="http://schemas.openxmlformats.org/drawingml/2006/main">
                <a:ext uri="{FF2B5EF4-FFF2-40B4-BE49-F238E27FC236}">
                  <a16:creationId xmlns:a16="http://schemas.microsoft.com/office/drawing/2014/main" id="{3B1A58BA-45EB-4777-82B8-4E62EAF1AD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792075" y="45614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6" name="LLM-side-marker-28">
              <a:extLst xmlns:a="http://schemas.openxmlformats.org/drawingml/2006/main">
                <a:ext uri="{FF2B5EF4-FFF2-40B4-BE49-F238E27FC236}">
                  <a16:creationId xmlns:a16="http://schemas.microsoft.com/office/drawing/2014/main" id="{4107A8FC-E32A-4A3E-9145-772C6249B4B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214350" y="45614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7" name="LLM-side-marker-29">
              <a:extLst xmlns:a="http://schemas.openxmlformats.org/drawingml/2006/main">
                <a:ext uri="{FF2B5EF4-FFF2-40B4-BE49-F238E27FC236}">
                  <a16:creationId xmlns:a16="http://schemas.microsoft.com/office/drawing/2014/main" id="{1504EE1B-52F2-4066-BCA7-1C93B5CADC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636625" y="45614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8" name="LLM-side-marker-30">
              <a:extLst xmlns:a="http://schemas.openxmlformats.org/drawingml/2006/main">
                <a:ext uri="{FF2B5EF4-FFF2-40B4-BE49-F238E27FC236}">
                  <a16:creationId xmlns:a16="http://schemas.microsoft.com/office/drawing/2014/main" id="{E6BE14F2-F421-44AF-B365-3BF0F1E799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58900" y="45614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7058A6"/>
            </a:solidFill>
            <a:ln xmlns:a="http://schemas.openxmlformats.org/drawingml/2006/main" w="9525">
              <a:solidFill>
                <a:srgbClr val="7058A6"/>
              </a:solidFill>
              <a:prstDash val="solid"/>
            </a:ln>
          </p:spPr>
        </p:sp>
        <p:sp>
          <p:nvSpPr>
            <p:cNvPr id="89" name="General Harness-segment-1">
              <a:extLst xmlns:a="http://schemas.openxmlformats.org/drawingml/2006/main">
                <a:ext uri="{FF2B5EF4-FFF2-40B4-BE49-F238E27FC236}">
                  <a16:creationId xmlns:a16="http://schemas.microsoft.com/office/drawing/2014/main" id="{5F18F17B-1C91-4191-9461-076A146F727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428750" y="6811743"/>
              <a:ext cx="422275" cy="19865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0" name="General Harness-segment-2">
              <a:extLst xmlns:a="http://schemas.openxmlformats.org/drawingml/2006/main">
                <a:ext uri="{FF2B5EF4-FFF2-40B4-BE49-F238E27FC236}">
                  <a16:creationId xmlns:a16="http://schemas.microsoft.com/office/drawing/2014/main" id="{20EDD438-DEA5-4179-9A91-D6A6DBA286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851025" y="5833685"/>
              <a:ext cx="422275" cy="97805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1" name="General Harness-segment-3">
              <a:extLst xmlns:a="http://schemas.openxmlformats.org/drawingml/2006/main">
                <a:ext uri="{FF2B5EF4-FFF2-40B4-BE49-F238E27FC236}">
                  <a16:creationId xmlns:a16="http://schemas.microsoft.com/office/drawing/2014/main" id="{9C280246-9DFC-4BEB-8F9F-5F1EDAE752F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2273300" y="5216599"/>
              <a:ext cx="422275" cy="61708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2" name="General Harness-segment-4">
              <a:extLst xmlns:a="http://schemas.openxmlformats.org/drawingml/2006/main">
                <a:ext uri="{FF2B5EF4-FFF2-40B4-BE49-F238E27FC236}">
                  <a16:creationId xmlns:a16="http://schemas.microsoft.com/office/drawing/2014/main" id="{0EB0B90A-C859-4CE4-9E0A-A71A01F6F5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2695575" y="4960486"/>
              <a:ext cx="422275" cy="256114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3" name="General Harness-segment-5">
              <a:extLst xmlns:a="http://schemas.openxmlformats.org/drawingml/2006/main">
                <a:ext uri="{FF2B5EF4-FFF2-40B4-BE49-F238E27FC236}">
                  <a16:creationId xmlns:a16="http://schemas.microsoft.com/office/drawing/2014/main" id="{3BB882BB-0BF8-416E-A046-EADDC74F77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117850" y="4855627"/>
              <a:ext cx="422275" cy="10485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4" name="General Harness-segment-6">
              <a:extLst xmlns:a="http://schemas.openxmlformats.org/drawingml/2006/main">
                <a:ext uri="{FF2B5EF4-FFF2-40B4-BE49-F238E27FC236}">
                  <a16:creationId xmlns:a16="http://schemas.microsoft.com/office/drawing/2014/main" id="{37409318-0156-4AB1-9BE7-3CE6982D9D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540125" y="4599514"/>
              <a:ext cx="422275" cy="256114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5" name="General Harness-segment-7">
              <a:extLst xmlns:a="http://schemas.openxmlformats.org/drawingml/2006/main">
                <a:ext uri="{FF2B5EF4-FFF2-40B4-BE49-F238E27FC236}">
                  <a16:creationId xmlns:a16="http://schemas.microsoft.com/office/drawing/2014/main" id="{1B69C3C5-4D3F-444F-B97F-674E45DF5A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962400" y="4528254"/>
              <a:ext cx="422275" cy="7125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6" name="General Harness-segment-8">
              <a:extLst xmlns:a="http://schemas.openxmlformats.org/drawingml/2006/main">
                <a:ext uri="{FF2B5EF4-FFF2-40B4-BE49-F238E27FC236}">
                  <a16:creationId xmlns:a16="http://schemas.microsoft.com/office/drawing/2014/main" id="{D3854067-EDA0-491F-8CB8-5C35AC29F65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4675" y="452825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7" name="General Harness-segment-9">
              <a:extLst xmlns:a="http://schemas.openxmlformats.org/drawingml/2006/main">
                <a:ext uri="{FF2B5EF4-FFF2-40B4-BE49-F238E27FC236}">
                  <a16:creationId xmlns:a16="http://schemas.microsoft.com/office/drawing/2014/main" id="{2D6A98F8-DACD-42D8-9001-B8714084D1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4806950" y="4462279"/>
              <a:ext cx="422275" cy="6597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8" name="General Harness-segment-10">
              <a:extLst xmlns:a="http://schemas.openxmlformats.org/drawingml/2006/main">
                <a:ext uri="{FF2B5EF4-FFF2-40B4-BE49-F238E27FC236}">
                  <a16:creationId xmlns:a16="http://schemas.microsoft.com/office/drawing/2014/main" id="{2D143A9A-7277-424E-B188-A4DEFE0EAE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5229225" y="4238542"/>
              <a:ext cx="422275" cy="22373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99" name="General Harness-segment-11">
              <a:extLst xmlns:a="http://schemas.openxmlformats.org/drawingml/2006/main">
                <a:ext uri="{FF2B5EF4-FFF2-40B4-BE49-F238E27FC236}">
                  <a16:creationId xmlns:a16="http://schemas.microsoft.com/office/drawing/2014/main" id="{878B2987-3857-40A6-B56A-4914B07AE54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5651500" y="4059891"/>
              <a:ext cx="422275" cy="17865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0" name="General Harness-segment-12">
              <a:extLst xmlns:a="http://schemas.openxmlformats.org/drawingml/2006/main">
                <a:ext uri="{FF2B5EF4-FFF2-40B4-BE49-F238E27FC236}">
                  <a16:creationId xmlns:a16="http://schemas.microsoft.com/office/drawing/2014/main" id="{EA9DB57E-8F5D-4216-9FCF-D12D48C70B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073775" y="3982428"/>
              <a:ext cx="422275" cy="7746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1" name="General Harness-segment-13">
              <a:extLst xmlns:a="http://schemas.openxmlformats.org/drawingml/2006/main">
                <a:ext uri="{FF2B5EF4-FFF2-40B4-BE49-F238E27FC236}">
                  <a16:creationId xmlns:a16="http://schemas.microsoft.com/office/drawing/2014/main" id="{A920A07E-BA0A-4455-ABD8-66FF9CDFA8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496050" y="3911169"/>
              <a:ext cx="422275" cy="7125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2" name="General Harness-segment-14">
              <a:extLst xmlns:a="http://schemas.openxmlformats.org/drawingml/2006/main">
                <a:ext uri="{FF2B5EF4-FFF2-40B4-BE49-F238E27FC236}">
                  <a16:creationId xmlns:a16="http://schemas.microsoft.com/office/drawing/2014/main" id="{454D3ADB-291D-4113-8986-F7E773A2A1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18325" y="3911169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3" name="General Harness-segment-15">
              <a:extLst xmlns:a="http://schemas.openxmlformats.org/drawingml/2006/main">
                <a:ext uri="{FF2B5EF4-FFF2-40B4-BE49-F238E27FC236}">
                  <a16:creationId xmlns:a16="http://schemas.microsoft.com/office/drawing/2014/main" id="{B543D937-2082-4334-8681-DFEA4DD0FC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7340600" y="3845193"/>
              <a:ext cx="422275" cy="6597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4" name="General Harness-segment-16">
              <a:extLst xmlns:a="http://schemas.openxmlformats.org/drawingml/2006/main">
                <a:ext uri="{FF2B5EF4-FFF2-40B4-BE49-F238E27FC236}">
                  <a16:creationId xmlns:a16="http://schemas.microsoft.com/office/drawing/2014/main" id="{9E7360F9-4332-4AA5-A22E-C23E2A5C56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7762875" y="3672342"/>
              <a:ext cx="422275" cy="17285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5" name="General Harness-segment-17">
              <a:extLst xmlns:a="http://schemas.openxmlformats.org/drawingml/2006/main">
                <a:ext uri="{FF2B5EF4-FFF2-40B4-BE49-F238E27FC236}">
                  <a16:creationId xmlns:a16="http://schemas.microsoft.com/office/drawing/2014/main" id="{0A1665C0-36D0-4A29-B978-9ED61485C5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8185150" y="3422799"/>
              <a:ext cx="422275" cy="24954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6" name="General Harness-segment-18">
              <a:extLst xmlns:a="http://schemas.openxmlformats.org/drawingml/2006/main">
                <a:ext uri="{FF2B5EF4-FFF2-40B4-BE49-F238E27FC236}">
                  <a16:creationId xmlns:a16="http://schemas.microsoft.com/office/drawing/2014/main" id="{8CBD6945-8510-4240-8494-B2FB89BDD43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8607425" y="3403232"/>
              <a:ext cx="422275" cy="1956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7" name="General Harness-segment-19">
              <a:extLst xmlns:a="http://schemas.openxmlformats.org/drawingml/2006/main">
                <a:ext uri="{FF2B5EF4-FFF2-40B4-BE49-F238E27FC236}">
                  <a16:creationId xmlns:a16="http://schemas.microsoft.com/office/drawing/2014/main" id="{0D8CEEA5-2C28-4F4A-A321-378200A6603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029700" y="3277125"/>
              <a:ext cx="422275" cy="12610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8" name="General Harness-segment-20">
              <a:extLst xmlns:a="http://schemas.openxmlformats.org/drawingml/2006/main">
                <a:ext uri="{FF2B5EF4-FFF2-40B4-BE49-F238E27FC236}">
                  <a16:creationId xmlns:a16="http://schemas.microsoft.com/office/drawing/2014/main" id="{437F604A-BB7E-4889-A197-1AF4BC7AC1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451975" y="3137493"/>
              <a:ext cx="422275" cy="139632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09" name="General Harness-segment-21">
              <a:extLst xmlns:a="http://schemas.openxmlformats.org/drawingml/2006/main">
                <a:ext uri="{FF2B5EF4-FFF2-40B4-BE49-F238E27FC236}">
                  <a16:creationId xmlns:a16="http://schemas.microsoft.com/office/drawing/2014/main" id="{42120614-0512-4985-82A9-B8A50A7078B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874250" y="3081834"/>
              <a:ext cx="422275" cy="5566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10" name="General Harness-segment-22">
              <a:extLst xmlns:a="http://schemas.openxmlformats.org/drawingml/2006/main">
                <a:ext uri="{FF2B5EF4-FFF2-40B4-BE49-F238E27FC236}">
                  <a16:creationId xmlns:a16="http://schemas.microsoft.com/office/drawing/2014/main" id="{04412696-E275-4303-AEB9-485B0487E8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0296525" y="2992091"/>
              <a:ext cx="422275" cy="8974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11" name="General Harness-segment-23">
              <a:extLst xmlns:a="http://schemas.openxmlformats.org/drawingml/2006/main">
                <a:ext uri="{FF2B5EF4-FFF2-40B4-BE49-F238E27FC236}">
                  <a16:creationId xmlns:a16="http://schemas.microsoft.com/office/drawing/2014/main" id="{35FE9139-DA3B-4F40-85E9-B36240BFA0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0718800" y="2956236"/>
              <a:ext cx="422275" cy="3585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12" name="General Harness-segment-24">
              <a:extLst xmlns:a="http://schemas.openxmlformats.org/drawingml/2006/main">
                <a:ext uri="{FF2B5EF4-FFF2-40B4-BE49-F238E27FC236}">
                  <a16:creationId xmlns:a16="http://schemas.microsoft.com/office/drawing/2014/main" id="{B099C27E-EBF6-4DD7-A54F-8C00D4470B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1141075" y="2910571"/>
              <a:ext cx="422275" cy="4566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13" name="General Harness-segment-25">
              <a:extLst xmlns:a="http://schemas.openxmlformats.org/drawingml/2006/main">
                <a:ext uri="{FF2B5EF4-FFF2-40B4-BE49-F238E27FC236}">
                  <a16:creationId xmlns:a16="http://schemas.microsoft.com/office/drawing/2014/main" id="{AEC628B8-38DB-4C68-BE9B-BDE82A24053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1563350" y="2856599"/>
              <a:ext cx="422275" cy="53972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14" name="General Harness-segment-26">
              <a:extLst xmlns:a="http://schemas.openxmlformats.org/drawingml/2006/main">
                <a:ext uri="{FF2B5EF4-FFF2-40B4-BE49-F238E27FC236}">
                  <a16:creationId xmlns:a16="http://schemas.microsoft.com/office/drawing/2014/main" id="{E28FF10D-B7D1-45D2-85B0-BCBE306C64D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1985625" y="2676997"/>
              <a:ext cx="422275" cy="179602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15" name="General Harness-segment-27">
              <a:extLst xmlns:a="http://schemas.openxmlformats.org/drawingml/2006/main">
                <a:ext uri="{FF2B5EF4-FFF2-40B4-BE49-F238E27FC236}">
                  <a16:creationId xmlns:a16="http://schemas.microsoft.com/office/drawing/2014/main" id="{058AA08A-3E99-43FA-91E0-AB2A48821E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2407900" y="2603108"/>
              <a:ext cx="422275" cy="7388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16" name="General Harness-segment-28">
              <a:extLst xmlns:a="http://schemas.openxmlformats.org/drawingml/2006/main">
                <a:ext uri="{FF2B5EF4-FFF2-40B4-BE49-F238E27FC236}">
                  <a16:creationId xmlns:a16="http://schemas.microsoft.com/office/drawing/2014/main" id="{12912B94-187C-4175-8C68-7312D5024A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2830175" y="2527616"/>
              <a:ext cx="422275" cy="75492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17" name="General Harness-segment-29">
              <a:extLst xmlns:a="http://schemas.openxmlformats.org/drawingml/2006/main">
                <a:ext uri="{FF2B5EF4-FFF2-40B4-BE49-F238E27FC236}">
                  <a16:creationId xmlns:a16="http://schemas.microsoft.com/office/drawing/2014/main" id="{BC16AC6B-FF1D-43B3-91F3-297D3D75CED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3252450" y="2412364"/>
              <a:ext cx="422275" cy="115252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18" name="General Harness-segment-30">
              <a:extLst xmlns:a="http://schemas.openxmlformats.org/drawingml/2006/main">
                <a:ext uri="{FF2B5EF4-FFF2-40B4-BE49-F238E27FC236}">
                  <a16:creationId xmlns:a16="http://schemas.microsoft.com/office/drawing/2014/main" id="{C38C309B-57B8-4A39-A88B-96B6C382E3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3674725" y="2393489"/>
              <a:ext cx="422275" cy="1887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567D"/>
              </a:solidFill>
              <a:prstDash val="dash"/>
            </a:ln>
          </p:spPr>
        </p:sp>
        <p:sp>
          <p:nvSpPr>
            <p:cNvPr id="119" name="General Harness-marker-0">
              <a:extLst xmlns:a="http://schemas.openxmlformats.org/drawingml/2006/main">
                <a:ext uri="{FF2B5EF4-FFF2-40B4-BE49-F238E27FC236}">
                  <a16:creationId xmlns:a16="http://schemas.microsoft.com/office/drawing/2014/main" id="{1D027012-9526-43DC-BFD8-1945F37B47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71600" y="6953250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20" name="General Harness-marker-3">
              <a:extLst xmlns:a="http://schemas.openxmlformats.org/drawingml/2006/main">
                <a:ext uri="{FF2B5EF4-FFF2-40B4-BE49-F238E27FC236}">
                  <a16:creationId xmlns:a16="http://schemas.microsoft.com/office/drawing/2014/main" id="{C533060D-D6C0-458A-8461-0E606CCBE9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38425" y="5159449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21" name="General Harness-marker-6">
              <a:extLst xmlns:a="http://schemas.openxmlformats.org/drawingml/2006/main">
                <a:ext uri="{FF2B5EF4-FFF2-40B4-BE49-F238E27FC236}">
                  <a16:creationId xmlns:a16="http://schemas.microsoft.com/office/drawing/2014/main" id="{11BEFF83-F636-44EA-AFB2-0E1688FA7C5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05250" y="4542364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22" name="General Harness-marker-9">
              <a:extLst xmlns:a="http://schemas.openxmlformats.org/drawingml/2006/main">
                <a:ext uri="{FF2B5EF4-FFF2-40B4-BE49-F238E27FC236}">
                  <a16:creationId xmlns:a16="http://schemas.microsoft.com/office/drawing/2014/main" id="{4C48E394-A246-4FB3-937E-002AE8FDAA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72075" y="4405129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23" name="General Harness-marker-12">
              <a:extLst xmlns:a="http://schemas.openxmlformats.org/drawingml/2006/main">
                <a:ext uri="{FF2B5EF4-FFF2-40B4-BE49-F238E27FC236}">
                  <a16:creationId xmlns:a16="http://schemas.microsoft.com/office/drawing/2014/main" id="{717193CD-1DEF-443E-A5DE-D55CC7D119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38900" y="3925278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24" name="General Harness-marker-15">
              <a:extLst xmlns:a="http://schemas.openxmlformats.org/drawingml/2006/main">
                <a:ext uri="{FF2B5EF4-FFF2-40B4-BE49-F238E27FC236}">
                  <a16:creationId xmlns:a16="http://schemas.microsoft.com/office/drawing/2014/main" id="{C2BE1D8E-EB17-4AF1-A87C-55CF2A281F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705725" y="3788043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25" name="General Harness-marker-18">
              <a:extLst xmlns:a="http://schemas.openxmlformats.org/drawingml/2006/main">
                <a:ext uri="{FF2B5EF4-FFF2-40B4-BE49-F238E27FC236}">
                  <a16:creationId xmlns:a16="http://schemas.microsoft.com/office/drawing/2014/main" id="{B5C41600-BD9A-4C1C-AE67-2C05DF9DC4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72550" y="3346082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26" name="General Harness-marker-21">
              <a:extLst xmlns:a="http://schemas.openxmlformats.org/drawingml/2006/main">
                <a:ext uri="{FF2B5EF4-FFF2-40B4-BE49-F238E27FC236}">
                  <a16:creationId xmlns:a16="http://schemas.microsoft.com/office/drawing/2014/main" id="{576C9B68-6738-48C7-85EB-5BC8A2AA10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39375" y="3024684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27" name="General Harness-marker-24">
              <a:extLst xmlns:a="http://schemas.openxmlformats.org/drawingml/2006/main">
                <a:ext uri="{FF2B5EF4-FFF2-40B4-BE49-F238E27FC236}">
                  <a16:creationId xmlns:a16="http://schemas.microsoft.com/office/drawing/2014/main" id="{E51BF24F-6B24-4217-B9B3-BF8733C449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506200" y="2853421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28" name="General Harness-marker-27">
              <a:extLst xmlns:a="http://schemas.openxmlformats.org/drawingml/2006/main">
                <a:ext uri="{FF2B5EF4-FFF2-40B4-BE49-F238E27FC236}">
                  <a16:creationId xmlns:a16="http://schemas.microsoft.com/office/drawing/2014/main" id="{02F2A010-8F9F-4995-B8AA-20EBA9B422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773025" y="2545958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29" name="General Harness-marker-30">
              <a:extLst xmlns:a="http://schemas.openxmlformats.org/drawingml/2006/main">
                <a:ext uri="{FF2B5EF4-FFF2-40B4-BE49-F238E27FC236}">
                  <a16:creationId xmlns:a16="http://schemas.microsoft.com/office/drawing/2014/main" id="{BAD0D109-9941-4E07-B640-0BD39C873C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39850" y="2336339"/>
              <a:ext cx="114300" cy="1143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567D"/>
              </a:solidFill>
              <a:prstDash val="solid"/>
            </a:ln>
          </p:spPr>
        </p:sp>
        <p:sp>
          <p:nvSpPr>
            <p:cNvPr id="130" name="General Time-Series Harness-segment-1">
              <a:extLst xmlns:a="http://schemas.openxmlformats.org/drawingml/2006/main">
                <a:ext uri="{FF2B5EF4-FFF2-40B4-BE49-F238E27FC236}">
                  <a16:creationId xmlns:a16="http://schemas.microsoft.com/office/drawing/2014/main" id="{9F8EA74A-46FD-4178-84A2-044618FD7AF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7010400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1" name="General Time-Series Harness-segment-2">
              <a:extLst xmlns:a="http://schemas.openxmlformats.org/drawingml/2006/main">
                <a:ext uri="{FF2B5EF4-FFF2-40B4-BE49-F238E27FC236}">
                  <a16:creationId xmlns:a16="http://schemas.microsoft.com/office/drawing/2014/main" id="{44776866-A8FF-4517-ABC3-9C9110BF65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1025" y="7010400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2" name="General Time-Series Harness-segment-3">
              <a:extLst xmlns:a="http://schemas.openxmlformats.org/drawingml/2006/main">
                <a:ext uri="{FF2B5EF4-FFF2-40B4-BE49-F238E27FC236}">
                  <a16:creationId xmlns:a16="http://schemas.microsoft.com/office/drawing/2014/main" id="{8E56753A-9B97-4B03-B8D4-C4228034E5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73300" y="7010400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3" name="General Time-Series Harness-segment-4">
              <a:extLst xmlns:a="http://schemas.openxmlformats.org/drawingml/2006/main">
                <a:ext uri="{FF2B5EF4-FFF2-40B4-BE49-F238E27FC236}">
                  <a16:creationId xmlns:a16="http://schemas.microsoft.com/office/drawing/2014/main" id="{20503B31-8657-4606-9256-5AFA6DFF04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95575" y="7010400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4" name="General Time-Series Harness-segment-5">
              <a:extLst xmlns:a="http://schemas.openxmlformats.org/drawingml/2006/main">
                <a:ext uri="{FF2B5EF4-FFF2-40B4-BE49-F238E27FC236}">
                  <a16:creationId xmlns:a16="http://schemas.microsoft.com/office/drawing/2014/main" id="{F358EBAD-636A-49AF-9E02-2C257F7440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117850" y="7010400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5" name="General Time-Series Harness-segment-6">
              <a:extLst xmlns:a="http://schemas.openxmlformats.org/drawingml/2006/main">
                <a:ext uri="{FF2B5EF4-FFF2-40B4-BE49-F238E27FC236}">
                  <a16:creationId xmlns:a16="http://schemas.microsoft.com/office/drawing/2014/main" id="{F666803C-778D-4BDD-A2E3-D462C57769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540125" y="6194657"/>
              <a:ext cx="422275" cy="81574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6" name="General Time-Series Harness-segment-7">
              <a:extLst xmlns:a="http://schemas.openxmlformats.org/drawingml/2006/main">
                <a:ext uri="{FF2B5EF4-FFF2-40B4-BE49-F238E27FC236}">
                  <a16:creationId xmlns:a16="http://schemas.microsoft.com/office/drawing/2014/main" id="{B5B84249-617B-4D0F-BDB3-82F46F41E0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2400" y="6194657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7" name="General Time-Series Harness-segment-8">
              <a:extLst xmlns:a="http://schemas.openxmlformats.org/drawingml/2006/main">
                <a:ext uri="{FF2B5EF4-FFF2-40B4-BE49-F238E27FC236}">
                  <a16:creationId xmlns:a16="http://schemas.microsoft.com/office/drawing/2014/main" id="{B49B41FA-7F8D-449E-97C3-1019705118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4675" y="6194657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8" name="General Time-Series Harness-segment-9">
              <a:extLst xmlns:a="http://schemas.openxmlformats.org/drawingml/2006/main">
                <a:ext uri="{FF2B5EF4-FFF2-40B4-BE49-F238E27FC236}">
                  <a16:creationId xmlns:a16="http://schemas.microsoft.com/office/drawing/2014/main" id="{43A5AE43-4565-441F-949D-005A084DF8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06950" y="6194657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39" name="General Time-Series Harness-segment-10">
              <a:extLst xmlns:a="http://schemas.openxmlformats.org/drawingml/2006/main">
                <a:ext uri="{FF2B5EF4-FFF2-40B4-BE49-F238E27FC236}">
                  <a16:creationId xmlns:a16="http://schemas.microsoft.com/office/drawing/2014/main" id="{98C2069A-694D-4263-B5D0-DE58628C5C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29225" y="6194657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0" name="General Time-Series Harness-segment-11">
              <a:extLst xmlns:a="http://schemas.openxmlformats.org/drawingml/2006/main">
                <a:ext uri="{FF2B5EF4-FFF2-40B4-BE49-F238E27FC236}">
                  <a16:creationId xmlns:a16="http://schemas.microsoft.com/office/drawing/2014/main" id="{BFC91E4D-4244-4978-86ED-4BE25FBDDB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5651500" y="5577571"/>
              <a:ext cx="422275" cy="61708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1" name="General Time-Series Harness-segment-12">
              <a:extLst xmlns:a="http://schemas.openxmlformats.org/drawingml/2006/main">
                <a:ext uri="{FF2B5EF4-FFF2-40B4-BE49-F238E27FC236}">
                  <a16:creationId xmlns:a16="http://schemas.microsoft.com/office/drawing/2014/main" id="{BD4A59D3-FF93-412A-BD91-428EDB95C6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073775" y="4960486"/>
              <a:ext cx="422275" cy="61708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2" name="General Time-Series Harness-segment-13">
              <a:extLst xmlns:a="http://schemas.openxmlformats.org/drawingml/2006/main">
                <a:ext uri="{FF2B5EF4-FFF2-40B4-BE49-F238E27FC236}">
                  <a16:creationId xmlns:a16="http://schemas.microsoft.com/office/drawing/2014/main" id="{32FB2BA8-D3EA-4B6C-A9C4-B50A9B118F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96050" y="4960486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3" name="General Time-Series Harness-segment-14">
              <a:extLst xmlns:a="http://schemas.openxmlformats.org/drawingml/2006/main">
                <a:ext uri="{FF2B5EF4-FFF2-40B4-BE49-F238E27FC236}">
                  <a16:creationId xmlns:a16="http://schemas.microsoft.com/office/drawing/2014/main" id="{E52C40CA-BC41-4E22-9361-C5598F6404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918325" y="4761828"/>
              <a:ext cx="422275" cy="19865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4" name="General Time-Series Harness-segment-15">
              <a:extLst xmlns:a="http://schemas.openxmlformats.org/drawingml/2006/main">
                <a:ext uri="{FF2B5EF4-FFF2-40B4-BE49-F238E27FC236}">
                  <a16:creationId xmlns:a16="http://schemas.microsoft.com/office/drawing/2014/main" id="{6AD5121F-E2D2-40D3-AA99-121FC84405E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340600" y="4761828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5" name="General Time-Series Harness-segment-16">
              <a:extLst xmlns:a="http://schemas.openxmlformats.org/drawingml/2006/main">
                <a:ext uri="{FF2B5EF4-FFF2-40B4-BE49-F238E27FC236}">
                  <a16:creationId xmlns:a16="http://schemas.microsoft.com/office/drawing/2014/main" id="{AF8D58A5-2FB5-4547-BFF5-4CBAAD1322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762875" y="4761828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6" name="General Time-Series Harness-segment-17">
              <a:extLst xmlns:a="http://schemas.openxmlformats.org/drawingml/2006/main">
                <a:ext uri="{FF2B5EF4-FFF2-40B4-BE49-F238E27FC236}">
                  <a16:creationId xmlns:a16="http://schemas.microsoft.com/office/drawing/2014/main" id="{D89DE598-F32D-4C74-BBBE-F75A576305D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8185150" y="4343400"/>
              <a:ext cx="422275" cy="41842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7" name="General Time-Series Harness-segment-18">
              <a:extLst xmlns:a="http://schemas.openxmlformats.org/drawingml/2006/main">
                <a:ext uri="{FF2B5EF4-FFF2-40B4-BE49-F238E27FC236}">
                  <a16:creationId xmlns:a16="http://schemas.microsoft.com/office/drawing/2014/main" id="{BF311D4E-1DED-4E41-A7A5-D498E26A81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8607425" y="4101307"/>
              <a:ext cx="422275" cy="24209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8" name="General Time-Series Harness-segment-19">
              <a:extLst xmlns:a="http://schemas.openxmlformats.org/drawingml/2006/main">
                <a:ext uri="{FF2B5EF4-FFF2-40B4-BE49-F238E27FC236}">
                  <a16:creationId xmlns:a16="http://schemas.microsoft.com/office/drawing/2014/main" id="{4398F1E7-93B6-480C-88AD-DFB5A2A31B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029700" y="4020317"/>
              <a:ext cx="422275" cy="8098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49" name="General Time-Series Harness-segment-20">
              <a:extLst xmlns:a="http://schemas.openxmlformats.org/drawingml/2006/main">
                <a:ext uri="{FF2B5EF4-FFF2-40B4-BE49-F238E27FC236}">
                  <a16:creationId xmlns:a16="http://schemas.microsoft.com/office/drawing/2014/main" id="{616F20C4-C7B4-47B6-BEB1-D38675FE16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451975" y="3877570"/>
              <a:ext cx="422275" cy="14274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50" name="General Time-Series Harness-segment-21">
              <a:extLst xmlns:a="http://schemas.openxmlformats.org/drawingml/2006/main">
                <a:ext uri="{FF2B5EF4-FFF2-40B4-BE49-F238E27FC236}">
                  <a16:creationId xmlns:a16="http://schemas.microsoft.com/office/drawing/2014/main" id="{2C4A4196-CEEB-4E3E-BD81-B74FAD6740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874250" y="3672342"/>
              <a:ext cx="422275" cy="20522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51" name="General Time-Series Harness-segment-22">
              <a:extLst xmlns:a="http://schemas.openxmlformats.org/drawingml/2006/main">
                <a:ext uri="{FF2B5EF4-FFF2-40B4-BE49-F238E27FC236}">
                  <a16:creationId xmlns:a16="http://schemas.microsoft.com/office/drawing/2014/main" id="{30B9063E-F7F5-4EEB-AC78-6BF0DD529F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96525" y="3672342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52" name="General Time-Series Harness-segment-23">
              <a:extLst xmlns:a="http://schemas.openxmlformats.org/drawingml/2006/main">
                <a:ext uri="{FF2B5EF4-FFF2-40B4-BE49-F238E27FC236}">
                  <a16:creationId xmlns:a16="http://schemas.microsoft.com/office/drawing/2014/main" id="{278CC89D-55AD-4991-B1F5-67FC547D5E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718800" y="3672342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53" name="General Time-Series Harness-segment-24">
              <a:extLst xmlns:a="http://schemas.openxmlformats.org/drawingml/2006/main">
                <a:ext uri="{FF2B5EF4-FFF2-40B4-BE49-F238E27FC236}">
                  <a16:creationId xmlns:a16="http://schemas.microsoft.com/office/drawing/2014/main" id="{5F510A76-4C03-4B43-B367-928B62288E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1141075" y="3597064"/>
              <a:ext cx="422275" cy="7527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54" name="General Time-Series Harness-segment-25">
              <a:extLst xmlns:a="http://schemas.openxmlformats.org/drawingml/2006/main">
                <a:ext uri="{FF2B5EF4-FFF2-40B4-BE49-F238E27FC236}">
                  <a16:creationId xmlns:a16="http://schemas.microsoft.com/office/drawing/2014/main" id="{D1E8FEE3-99AC-494F-ACE2-2B49E628DA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563350" y="359706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55" name="General Time-Series Harness-segment-26">
              <a:extLst xmlns:a="http://schemas.openxmlformats.org/drawingml/2006/main">
                <a:ext uri="{FF2B5EF4-FFF2-40B4-BE49-F238E27FC236}">
                  <a16:creationId xmlns:a16="http://schemas.microsoft.com/office/drawing/2014/main" id="{F8919FB6-2965-4440-94E5-1692F00338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1985625" y="3365342"/>
              <a:ext cx="422275" cy="23172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56" name="General Time-Series Harness-segment-27">
              <a:extLst xmlns:a="http://schemas.openxmlformats.org/drawingml/2006/main">
                <a:ext uri="{FF2B5EF4-FFF2-40B4-BE49-F238E27FC236}">
                  <a16:creationId xmlns:a16="http://schemas.microsoft.com/office/drawing/2014/main" id="{070D690F-826F-4FA5-829D-80000FE0C5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2407900" y="3260484"/>
              <a:ext cx="422275" cy="10485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57" name="General Time-Series Harness-segment-28">
              <a:extLst xmlns:a="http://schemas.openxmlformats.org/drawingml/2006/main">
                <a:ext uri="{FF2B5EF4-FFF2-40B4-BE49-F238E27FC236}">
                  <a16:creationId xmlns:a16="http://schemas.microsoft.com/office/drawing/2014/main" id="{B6C91843-2FFA-4234-BAD9-39A2B4C8D1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2830175" y="3244148"/>
              <a:ext cx="422275" cy="1633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58" name="General Time-Series Harness-segment-29">
              <a:extLst xmlns:a="http://schemas.openxmlformats.org/drawingml/2006/main">
                <a:ext uri="{FF2B5EF4-FFF2-40B4-BE49-F238E27FC236}">
                  <a16:creationId xmlns:a16="http://schemas.microsoft.com/office/drawing/2014/main" id="{879F80CA-0938-48B9-96AA-2CA7882A01E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3252450" y="3166685"/>
              <a:ext cx="422275" cy="7746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59" name="General Time-Series Harness-segment-30">
              <a:extLst xmlns:a="http://schemas.openxmlformats.org/drawingml/2006/main">
                <a:ext uri="{FF2B5EF4-FFF2-40B4-BE49-F238E27FC236}">
                  <a16:creationId xmlns:a16="http://schemas.microsoft.com/office/drawing/2014/main" id="{3F833092-76FF-48D6-A486-45976403C5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3674725" y="3055257"/>
              <a:ext cx="422275" cy="11142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160" name="General Time-Series Harness-marker-0">
              <a:extLst xmlns:a="http://schemas.openxmlformats.org/drawingml/2006/main">
                <a:ext uri="{FF2B5EF4-FFF2-40B4-BE49-F238E27FC236}">
                  <a16:creationId xmlns:a16="http://schemas.microsoft.com/office/drawing/2014/main" id="{E7C1EA69-6A76-4C56-8F7A-DA0D8CF308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90650" y="697230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1" name="General Time-Series Harness-marker-1">
              <a:extLst xmlns:a="http://schemas.openxmlformats.org/drawingml/2006/main">
                <a:ext uri="{FF2B5EF4-FFF2-40B4-BE49-F238E27FC236}">
                  <a16:creationId xmlns:a16="http://schemas.microsoft.com/office/drawing/2014/main" id="{9BFC42F6-6DE9-4564-BCC3-C603B874D7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12925" y="697230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2" name="General Time-Series Harness-marker-2">
              <a:extLst xmlns:a="http://schemas.openxmlformats.org/drawingml/2006/main">
                <a:ext uri="{FF2B5EF4-FFF2-40B4-BE49-F238E27FC236}">
                  <a16:creationId xmlns:a16="http://schemas.microsoft.com/office/drawing/2014/main" id="{E03C5790-FEDE-4520-A072-51CB249A79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35200" y="697230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3" name="General Time-Series Harness-marker-3">
              <a:extLst xmlns:a="http://schemas.openxmlformats.org/drawingml/2006/main">
                <a:ext uri="{FF2B5EF4-FFF2-40B4-BE49-F238E27FC236}">
                  <a16:creationId xmlns:a16="http://schemas.microsoft.com/office/drawing/2014/main" id="{FE26C653-B240-4105-9A2F-A8DD1862806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57475" y="697230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4" name="General Time-Series Harness-marker-4">
              <a:extLst xmlns:a="http://schemas.openxmlformats.org/drawingml/2006/main">
                <a:ext uri="{FF2B5EF4-FFF2-40B4-BE49-F238E27FC236}">
                  <a16:creationId xmlns:a16="http://schemas.microsoft.com/office/drawing/2014/main" id="{800AC721-04F2-4A76-BDFE-0C2FD8DA88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79750" y="697230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5" name="General Time-Series Harness-marker-5">
              <a:extLst xmlns:a="http://schemas.openxmlformats.org/drawingml/2006/main">
                <a:ext uri="{FF2B5EF4-FFF2-40B4-BE49-F238E27FC236}">
                  <a16:creationId xmlns:a16="http://schemas.microsoft.com/office/drawing/2014/main" id="{20603E73-D76D-42CD-ADE6-E73E33A053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02025" y="697230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6" name="General Time-Series Harness-marker-6">
              <a:extLst xmlns:a="http://schemas.openxmlformats.org/drawingml/2006/main">
                <a:ext uri="{FF2B5EF4-FFF2-40B4-BE49-F238E27FC236}">
                  <a16:creationId xmlns:a16="http://schemas.microsoft.com/office/drawing/2014/main" id="{54A45218-3136-47A2-A0F7-E6435B40BF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24300" y="615655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7" name="General Time-Series Harness-marker-7">
              <a:extLst xmlns:a="http://schemas.openxmlformats.org/drawingml/2006/main">
                <a:ext uri="{FF2B5EF4-FFF2-40B4-BE49-F238E27FC236}">
                  <a16:creationId xmlns:a16="http://schemas.microsoft.com/office/drawing/2014/main" id="{605FE2AA-3914-401D-9393-757A389D93F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46575" y="615655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8" name="General Time-Series Harness-marker-8">
              <a:extLst xmlns:a="http://schemas.openxmlformats.org/drawingml/2006/main">
                <a:ext uri="{FF2B5EF4-FFF2-40B4-BE49-F238E27FC236}">
                  <a16:creationId xmlns:a16="http://schemas.microsoft.com/office/drawing/2014/main" id="{93541CB6-D7D5-4CBB-9B35-E94734D656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8850" y="615655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69" name="General Time-Series Harness-marker-9">
              <a:extLst xmlns:a="http://schemas.openxmlformats.org/drawingml/2006/main">
                <a:ext uri="{FF2B5EF4-FFF2-40B4-BE49-F238E27FC236}">
                  <a16:creationId xmlns:a16="http://schemas.microsoft.com/office/drawing/2014/main" id="{0FC64563-1A2C-42E3-A2FD-799F179BE7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91125" y="615655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0" name="General Time-Series Harness-marker-10">
              <a:extLst xmlns:a="http://schemas.openxmlformats.org/drawingml/2006/main">
                <a:ext uri="{FF2B5EF4-FFF2-40B4-BE49-F238E27FC236}">
                  <a16:creationId xmlns:a16="http://schemas.microsoft.com/office/drawing/2014/main" id="{BE124439-4D42-4D33-A57C-708BB1E4AA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13400" y="615655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1" name="General Time-Series Harness-marker-11">
              <a:extLst xmlns:a="http://schemas.openxmlformats.org/drawingml/2006/main">
                <a:ext uri="{FF2B5EF4-FFF2-40B4-BE49-F238E27FC236}">
                  <a16:creationId xmlns:a16="http://schemas.microsoft.com/office/drawing/2014/main" id="{BA8E8B6B-648C-4BCE-A00F-E836E2A836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35675" y="553947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2" name="General Time-Series Harness-marker-12">
              <a:extLst xmlns:a="http://schemas.openxmlformats.org/drawingml/2006/main">
                <a:ext uri="{FF2B5EF4-FFF2-40B4-BE49-F238E27FC236}">
                  <a16:creationId xmlns:a16="http://schemas.microsoft.com/office/drawing/2014/main" id="{30B48ABA-5839-44E5-AB28-A778DE90C8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57950" y="4922386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3" name="General Time-Series Harness-marker-13">
              <a:extLst xmlns:a="http://schemas.openxmlformats.org/drawingml/2006/main">
                <a:ext uri="{FF2B5EF4-FFF2-40B4-BE49-F238E27FC236}">
                  <a16:creationId xmlns:a16="http://schemas.microsoft.com/office/drawing/2014/main" id="{E2FBDF8E-9DB3-4738-AC6E-D03690DBC9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80225" y="4922386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4" name="General Time-Series Harness-marker-14">
              <a:extLst xmlns:a="http://schemas.openxmlformats.org/drawingml/2006/main">
                <a:ext uri="{FF2B5EF4-FFF2-40B4-BE49-F238E27FC236}">
                  <a16:creationId xmlns:a16="http://schemas.microsoft.com/office/drawing/2014/main" id="{F686EF2B-AA03-4B7C-BFCA-7C4D05E24E5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302500" y="4723728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5" name="General Time-Series Harness-marker-15">
              <a:extLst xmlns:a="http://schemas.openxmlformats.org/drawingml/2006/main">
                <a:ext uri="{FF2B5EF4-FFF2-40B4-BE49-F238E27FC236}">
                  <a16:creationId xmlns:a16="http://schemas.microsoft.com/office/drawing/2014/main" id="{B4044AF2-72DE-4D38-9507-6E97AC5150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724775" y="4723728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6" name="General Time-Series Harness-marker-16">
              <a:extLst xmlns:a="http://schemas.openxmlformats.org/drawingml/2006/main">
                <a:ext uri="{FF2B5EF4-FFF2-40B4-BE49-F238E27FC236}">
                  <a16:creationId xmlns:a16="http://schemas.microsoft.com/office/drawing/2014/main" id="{A933ECA2-CF54-4F52-BED6-9500E6908A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47050" y="4723728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7" name="General Time-Series Harness-marker-17">
              <a:extLst xmlns:a="http://schemas.openxmlformats.org/drawingml/2006/main">
                <a:ext uri="{FF2B5EF4-FFF2-40B4-BE49-F238E27FC236}">
                  <a16:creationId xmlns:a16="http://schemas.microsoft.com/office/drawing/2014/main" id="{B2B6BCD7-3351-40E1-BDEC-0AF085868D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69325" y="430530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8" name="General Time-Series Harness-marker-18">
              <a:extLst xmlns:a="http://schemas.openxmlformats.org/drawingml/2006/main">
                <a:ext uri="{FF2B5EF4-FFF2-40B4-BE49-F238E27FC236}">
                  <a16:creationId xmlns:a16="http://schemas.microsoft.com/office/drawing/2014/main" id="{4A3AE465-3A74-4E0F-9766-D5F17F78CA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91600" y="406320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79" name="General Time-Series Harness-marker-19">
              <a:extLst xmlns:a="http://schemas.openxmlformats.org/drawingml/2006/main">
                <a:ext uri="{FF2B5EF4-FFF2-40B4-BE49-F238E27FC236}">
                  <a16:creationId xmlns:a16="http://schemas.microsoft.com/office/drawing/2014/main" id="{AF4ECD06-FCF9-43ED-893A-5BEB4D3141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13875" y="398221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80" name="General Time-Series Harness-marker-20">
              <a:extLst xmlns:a="http://schemas.openxmlformats.org/drawingml/2006/main">
                <a:ext uri="{FF2B5EF4-FFF2-40B4-BE49-F238E27FC236}">
                  <a16:creationId xmlns:a16="http://schemas.microsoft.com/office/drawing/2014/main" id="{0193682E-ECAF-42D7-B58F-F672E49F5B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36150" y="383947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81" name="General Time-Series Harness-marker-21">
              <a:extLst xmlns:a="http://schemas.openxmlformats.org/drawingml/2006/main">
                <a:ext uri="{FF2B5EF4-FFF2-40B4-BE49-F238E27FC236}">
                  <a16:creationId xmlns:a16="http://schemas.microsoft.com/office/drawing/2014/main" id="{A892ED3C-71BD-4A3C-96A8-F5637A7C036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58425" y="3634242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82" name="General Time-Series Harness-marker-22">
              <a:extLst xmlns:a="http://schemas.openxmlformats.org/drawingml/2006/main">
                <a:ext uri="{FF2B5EF4-FFF2-40B4-BE49-F238E27FC236}">
                  <a16:creationId xmlns:a16="http://schemas.microsoft.com/office/drawing/2014/main" id="{42061F03-E9EF-4C22-A78B-5E071CA77FD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80700" y="3634242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83" name="General Time-Series Harness-marker-23">
              <a:extLst xmlns:a="http://schemas.openxmlformats.org/drawingml/2006/main">
                <a:ext uri="{FF2B5EF4-FFF2-40B4-BE49-F238E27FC236}">
                  <a16:creationId xmlns:a16="http://schemas.microsoft.com/office/drawing/2014/main" id="{7AC05B60-3F04-4EF8-815A-0910B01356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102975" y="3634242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84" name="General Time-Series Harness-marker-24">
              <a:extLst xmlns:a="http://schemas.openxmlformats.org/drawingml/2006/main">
                <a:ext uri="{FF2B5EF4-FFF2-40B4-BE49-F238E27FC236}">
                  <a16:creationId xmlns:a16="http://schemas.microsoft.com/office/drawing/2014/main" id="{51131AF9-F8FC-41BC-8D20-C469BF78BD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525250" y="355896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85" name="General Time-Series Harness-marker-25">
              <a:extLst xmlns:a="http://schemas.openxmlformats.org/drawingml/2006/main">
                <a:ext uri="{FF2B5EF4-FFF2-40B4-BE49-F238E27FC236}">
                  <a16:creationId xmlns:a16="http://schemas.microsoft.com/office/drawing/2014/main" id="{A4E8BE01-FDA4-4C17-9FAC-5074FDB4E26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947525" y="355896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86" name="General Time-Series Harness-marker-26">
              <a:extLst xmlns:a="http://schemas.openxmlformats.org/drawingml/2006/main">
                <a:ext uri="{FF2B5EF4-FFF2-40B4-BE49-F238E27FC236}">
                  <a16:creationId xmlns:a16="http://schemas.microsoft.com/office/drawing/2014/main" id="{D2EB4A94-9024-400D-B4D1-B06839CA9A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69800" y="3327242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87" name="General Time-Series Harness-marker-27">
              <a:extLst xmlns:a="http://schemas.openxmlformats.org/drawingml/2006/main">
                <a:ext uri="{FF2B5EF4-FFF2-40B4-BE49-F238E27FC236}">
                  <a16:creationId xmlns:a16="http://schemas.microsoft.com/office/drawing/2014/main" id="{3BFC4981-1D96-4EB5-9D86-C844E89323F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792075" y="322238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88" name="General Time-Series Harness-marker-28">
              <a:extLst xmlns:a="http://schemas.openxmlformats.org/drawingml/2006/main">
                <a:ext uri="{FF2B5EF4-FFF2-40B4-BE49-F238E27FC236}">
                  <a16:creationId xmlns:a16="http://schemas.microsoft.com/office/drawing/2014/main" id="{FEE7AA2F-601E-49F8-B7EF-E71A604AE2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214350" y="3206048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89" name="General Time-Series Harness-marker-29">
              <a:extLst xmlns:a="http://schemas.openxmlformats.org/drawingml/2006/main">
                <a:ext uri="{FF2B5EF4-FFF2-40B4-BE49-F238E27FC236}">
                  <a16:creationId xmlns:a16="http://schemas.microsoft.com/office/drawing/2014/main" id="{112E177E-0C82-420A-B510-F1A4445DE7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636625" y="3128585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90" name="General Time-Series Harness-marker-30">
              <a:extLst xmlns:a="http://schemas.openxmlformats.org/drawingml/2006/main">
                <a:ext uri="{FF2B5EF4-FFF2-40B4-BE49-F238E27FC236}">
                  <a16:creationId xmlns:a16="http://schemas.microsoft.com/office/drawing/2014/main" id="{2DF40632-B4CA-4ADE-89D4-E49FD1EAE34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58900" y="301715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B78324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191" name="Task-Specific Harness-segment-1">
              <a:extLst xmlns:a="http://schemas.openxmlformats.org/drawingml/2006/main">
                <a:ext uri="{FF2B5EF4-FFF2-40B4-BE49-F238E27FC236}">
                  <a16:creationId xmlns:a16="http://schemas.microsoft.com/office/drawing/2014/main" id="{96AEFDFC-85D1-4AF5-A22B-2964B3CEB6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428750" y="4101307"/>
              <a:ext cx="422275" cy="111529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92" name="Task-Specific Harness-segment-2">
              <a:extLst xmlns:a="http://schemas.openxmlformats.org/drawingml/2006/main">
                <a:ext uri="{FF2B5EF4-FFF2-40B4-BE49-F238E27FC236}">
                  <a16:creationId xmlns:a16="http://schemas.microsoft.com/office/drawing/2014/main" id="{9749785C-F317-4E90-A868-26D22AF182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851025" y="3845193"/>
              <a:ext cx="422275" cy="256114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93" name="Task-Specific Harness-segment-3">
              <a:extLst xmlns:a="http://schemas.openxmlformats.org/drawingml/2006/main">
                <a:ext uri="{FF2B5EF4-FFF2-40B4-BE49-F238E27FC236}">
                  <a16:creationId xmlns:a16="http://schemas.microsoft.com/office/drawing/2014/main" id="{6D069FCF-9729-44F1-83FA-AFFE4AB492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73300" y="3845193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94" name="Task-Specific Harness-segment-4">
              <a:extLst xmlns:a="http://schemas.openxmlformats.org/drawingml/2006/main">
                <a:ext uri="{FF2B5EF4-FFF2-40B4-BE49-F238E27FC236}">
                  <a16:creationId xmlns:a16="http://schemas.microsoft.com/office/drawing/2014/main" id="{D06DCAFD-9454-4638-8B45-A3ACD9257A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2695575" y="3726314"/>
              <a:ext cx="422275" cy="11887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95" name="Task-Specific Harness-segment-5">
              <a:extLst xmlns:a="http://schemas.openxmlformats.org/drawingml/2006/main">
                <a:ext uri="{FF2B5EF4-FFF2-40B4-BE49-F238E27FC236}">
                  <a16:creationId xmlns:a16="http://schemas.microsoft.com/office/drawing/2014/main" id="{753982D5-081B-4A72-BC50-DAE381B776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117850" y="3597064"/>
              <a:ext cx="422275" cy="12925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96" name="Task-Specific Harness-segment-6">
              <a:extLst xmlns:a="http://schemas.openxmlformats.org/drawingml/2006/main">
                <a:ext uri="{FF2B5EF4-FFF2-40B4-BE49-F238E27FC236}">
                  <a16:creationId xmlns:a16="http://schemas.microsoft.com/office/drawing/2014/main" id="{F72937CE-4E17-49CA-9371-279BE40090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40125" y="3597064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97" name="Task-Specific Harness-segment-7">
              <a:extLst xmlns:a="http://schemas.openxmlformats.org/drawingml/2006/main">
                <a:ext uri="{FF2B5EF4-FFF2-40B4-BE49-F238E27FC236}">
                  <a16:creationId xmlns:a16="http://schemas.microsoft.com/office/drawing/2014/main" id="{E39E256F-89C3-4D6D-8EB5-80CAD5D1B7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962400" y="3346986"/>
              <a:ext cx="422275" cy="25007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98" name="Task-Specific Harness-segment-8">
              <a:extLst xmlns:a="http://schemas.openxmlformats.org/drawingml/2006/main">
                <a:ext uri="{FF2B5EF4-FFF2-40B4-BE49-F238E27FC236}">
                  <a16:creationId xmlns:a16="http://schemas.microsoft.com/office/drawing/2014/main" id="{98D5B6BA-489C-4A42-B36B-8936CAD846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4384675" y="3228107"/>
              <a:ext cx="422275" cy="11887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199" name="Task-Specific Harness-segment-9">
              <a:extLst xmlns:a="http://schemas.openxmlformats.org/drawingml/2006/main">
                <a:ext uri="{FF2B5EF4-FFF2-40B4-BE49-F238E27FC236}">
                  <a16:creationId xmlns:a16="http://schemas.microsoft.com/office/drawing/2014/main" id="{CAB9B541-B5D9-446A-A38D-BEBD2E7735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4806950" y="3095426"/>
              <a:ext cx="422275" cy="13268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0" name="Task-Specific Harness-segment-10">
              <a:extLst xmlns:a="http://schemas.openxmlformats.org/drawingml/2006/main">
                <a:ext uri="{FF2B5EF4-FFF2-40B4-BE49-F238E27FC236}">
                  <a16:creationId xmlns:a16="http://schemas.microsoft.com/office/drawing/2014/main" id="{204D76ED-B798-4D05-AA1E-239F77BCF76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5229225" y="2825720"/>
              <a:ext cx="422275" cy="26970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1" name="Task-Specific Harness-segment-11">
              <a:extLst xmlns:a="http://schemas.openxmlformats.org/drawingml/2006/main">
                <a:ext uri="{FF2B5EF4-FFF2-40B4-BE49-F238E27FC236}">
                  <a16:creationId xmlns:a16="http://schemas.microsoft.com/office/drawing/2014/main" id="{852306A9-4B3C-4F97-806A-978B8B009D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5651500" y="2748257"/>
              <a:ext cx="422275" cy="7746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2" name="Task-Specific Harness-segment-12">
              <a:extLst xmlns:a="http://schemas.openxmlformats.org/drawingml/2006/main">
                <a:ext uri="{FF2B5EF4-FFF2-40B4-BE49-F238E27FC236}">
                  <a16:creationId xmlns:a16="http://schemas.microsoft.com/office/drawing/2014/main" id="{E7615D9E-68C7-4546-A35B-211EDCC37F5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073775" y="2542211"/>
              <a:ext cx="422275" cy="20604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3" name="Task-Specific Harness-segment-13">
              <a:extLst xmlns:a="http://schemas.openxmlformats.org/drawingml/2006/main">
                <a:ext uri="{FF2B5EF4-FFF2-40B4-BE49-F238E27FC236}">
                  <a16:creationId xmlns:a16="http://schemas.microsoft.com/office/drawing/2014/main" id="{3E729293-4F7A-48B2-BC00-E4532F376B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496050" y="2471518"/>
              <a:ext cx="422275" cy="7069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4" name="Task-Specific Harness-segment-14">
              <a:extLst xmlns:a="http://schemas.openxmlformats.org/drawingml/2006/main">
                <a:ext uri="{FF2B5EF4-FFF2-40B4-BE49-F238E27FC236}">
                  <a16:creationId xmlns:a16="http://schemas.microsoft.com/office/drawing/2014/main" id="{BDE59B09-6496-4C27-96F3-BBDEA42689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18325" y="2471518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5" name="Task-Specific Harness-segment-15">
              <a:extLst xmlns:a="http://schemas.openxmlformats.org/drawingml/2006/main">
                <a:ext uri="{FF2B5EF4-FFF2-40B4-BE49-F238E27FC236}">
                  <a16:creationId xmlns:a16="http://schemas.microsoft.com/office/drawing/2014/main" id="{5B3D6BE5-1AE8-4EA0-A943-0F5F915E19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7340600" y="2293486"/>
              <a:ext cx="422275" cy="178032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6" name="Task-Specific Harness-segment-16">
              <a:extLst xmlns:a="http://schemas.openxmlformats.org/drawingml/2006/main">
                <a:ext uri="{FF2B5EF4-FFF2-40B4-BE49-F238E27FC236}">
                  <a16:creationId xmlns:a16="http://schemas.microsoft.com/office/drawing/2014/main" id="{B93A2BC4-A22C-419F-88D9-DA9F7D697D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7762875" y="2149914"/>
              <a:ext cx="422275" cy="143572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7" name="Task-Specific Harness-segment-17">
              <a:extLst xmlns:a="http://schemas.openxmlformats.org/drawingml/2006/main">
                <a:ext uri="{FF2B5EF4-FFF2-40B4-BE49-F238E27FC236}">
                  <a16:creationId xmlns:a16="http://schemas.microsoft.com/office/drawing/2014/main" id="{AEC611C4-A9EA-45E1-B578-B637A90FD6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8185150" y="2026313"/>
              <a:ext cx="422275" cy="12360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8" name="Task-Specific Harness-segment-18">
              <a:extLst xmlns:a="http://schemas.openxmlformats.org/drawingml/2006/main">
                <a:ext uri="{FF2B5EF4-FFF2-40B4-BE49-F238E27FC236}">
                  <a16:creationId xmlns:a16="http://schemas.microsoft.com/office/drawing/2014/main" id="{E7DC6BFC-CA15-4EBC-ACAE-D214EA2A33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8607425" y="2005940"/>
              <a:ext cx="422275" cy="2037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09" name="Task-Specific Harness-segment-19">
              <a:extLst xmlns:a="http://schemas.openxmlformats.org/drawingml/2006/main">
                <a:ext uri="{FF2B5EF4-FFF2-40B4-BE49-F238E27FC236}">
                  <a16:creationId xmlns:a16="http://schemas.microsoft.com/office/drawing/2014/main" id="{A3325CB3-746A-4E49-B21D-02DC069307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029700" y="1914157"/>
              <a:ext cx="422275" cy="91782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10" name="Task-Specific Harness-segment-20">
              <a:extLst xmlns:a="http://schemas.openxmlformats.org/drawingml/2006/main">
                <a:ext uri="{FF2B5EF4-FFF2-40B4-BE49-F238E27FC236}">
                  <a16:creationId xmlns:a16="http://schemas.microsoft.com/office/drawing/2014/main" id="{18F9739A-C16C-4E65-8C0D-38F70912A2C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451975" y="1798464"/>
              <a:ext cx="422275" cy="11569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11" name="Task-Specific Harness-segment-21">
              <a:extLst xmlns:a="http://schemas.openxmlformats.org/drawingml/2006/main">
                <a:ext uri="{FF2B5EF4-FFF2-40B4-BE49-F238E27FC236}">
                  <a16:creationId xmlns:a16="http://schemas.microsoft.com/office/drawing/2014/main" id="{E930D157-906A-4A73-9448-11BBB19EA4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874250" y="1767113"/>
              <a:ext cx="422275" cy="3135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12" name="Task-Specific Harness-segment-22">
              <a:extLst xmlns:a="http://schemas.openxmlformats.org/drawingml/2006/main">
                <a:ext uri="{FF2B5EF4-FFF2-40B4-BE49-F238E27FC236}">
                  <a16:creationId xmlns:a16="http://schemas.microsoft.com/office/drawing/2014/main" id="{BEB38779-A0D7-46FA-B8EE-C56402FCBD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0296525" y="1659862"/>
              <a:ext cx="422275" cy="10725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13" name="Task-Specific Harness-segment-23">
              <a:extLst xmlns:a="http://schemas.openxmlformats.org/drawingml/2006/main">
                <a:ext uri="{FF2B5EF4-FFF2-40B4-BE49-F238E27FC236}">
                  <a16:creationId xmlns:a16="http://schemas.microsoft.com/office/drawing/2014/main" id="{50B22333-8DF9-4D4C-96D9-6F6E44E946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0718800" y="1516407"/>
              <a:ext cx="422275" cy="14345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14" name="Task-Specific Harness-segment-24">
              <a:extLst xmlns:a="http://schemas.openxmlformats.org/drawingml/2006/main">
                <a:ext uri="{FF2B5EF4-FFF2-40B4-BE49-F238E27FC236}">
                  <a16:creationId xmlns:a16="http://schemas.microsoft.com/office/drawing/2014/main" id="{00264078-F695-4D0D-9C7C-B212C0299C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1141075" y="1479971"/>
              <a:ext cx="422275" cy="3643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15" name="Task-Specific Harness-segment-25">
              <a:extLst xmlns:a="http://schemas.openxmlformats.org/drawingml/2006/main">
                <a:ext uri="{FF2B5EF4-FFF2-40B4-BE49-F238E27FC236}">
                  <a16:creationId xmlns:a16="http://schemas.microsoft.com/office/drawing/2014/main" id="{1F2168FE-BD6D-4571-891C-29187D8400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1563350" y="1430077"/>
              <a:ext cx="422275" cy="49894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16" name="Task-Specific Harness-segment-26">
              <a:extLst xmlns:a="http://schemas.openxmlformats.org/drawingml/2006/main">
                <a:ext uri="{FF2B5EF4-FFF2-40B4-BE49-F238E27FC236}">
                  <a16:creationId xmlns:a16="http://schemas.microsoft.com/office/drawing/2014/main" id="{E225BDD2-ADCA-4049-82B5-D70F35DBB5F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1985625" y="1351384"/>
              <a:ext cx="422275" cy="7869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17" name="Task-Specific Harness-segment-27">
              <a:extLst xmlns:a="http://schemas.openxmlformats.org/drawingml/2006/main">
                <a:ext uri="{FF2B5EF4-FFF2-40B4-BE49-F238E27FC236}">
                  <a16:creationId xmlns:a16="http://schemas.microsoft.com/office/drawing/2014/main" id="{8BD1F094-69A2-4F74-8E02-7A41ABF22C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2407900" y="1228892"/>
              <a:ext cx="422275" cy="122492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18" name="Task-Specific Harness-segment-28">
              <a:extLst xmlns:a="http://schemas.openxmlformats.org/drawingml/2006/main">
                <a:ext uri="{FF2B5EF4-FFF2-40B4-BE49-F238E27FC236}">
                  <a16:creationId xmlns:a16="http://schemas.microsoft.com/office/drawing/2014/main" id="{D8FDD07A-0E14-419A-A4C5-9D2902CDCD6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2830175" y="1167133"/>
              <a:ext cx="422275" cy="6175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19" name="Task-Specific Harness-segment-29">
              <a:extLst xmlns:a="http://schemas.openxmlformats.org/drawingml/2006/main">
                <a:ext uri="{FF2B5EF4-FFF2-40B4-BE49-F238E27FC236}">
                  <a16:creationId xmlns:a16="http://schemas.microsoft.com/office/drawing/2014/main" id="{A4B66EF6-172D-45CF-AF0E-6E1D3BF300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3252450" y="1026540"/>
              <a:ext cx="422275" cy="14059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20" name="Task-Specific Harness-segment-30">
              <a:extLst xmlns:a="http://schemas.openxmlformats.org/drawingml/2006/main">
                <a:ext uri="{FF2B5EF4-FFF2-40B4-BE49-F238E27FC236}">
                  <a16:creationId xmlns:a16="http://schemas.microsoft.com/office/drawing/2014/main" id="{65CE1297-C244-49A3-99D1-89AC6FFB3DE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674725" y="1026540"/>
              <a:ext cx="4222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21" name="Task-Specific Harness-marker-0">
              <a:extLst xmlns:a="http://schemas.openxmlformats.org/drawingml/2006/main">
                <a:ext uri="{FF2B5EF4-FFF2-40B4-BE49-F238E27FC236}">
                  <a16:creationId xmlns:a16="http://schemas.microsoft.com/office/drawing/2014/main" id="{07530EE8-9096-47A9-942E-B19DEB715B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90650" y="5178499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22" name="Task-Specific Harness-marker-1">
              <a:extLst xmlns:a="http://schemas.openxmlformats.org/drawingml/2006/main">
                <a:ext uri="{FF2B5EF4-FFF2-40B4-BE49-F238E27FC236}">
                  <a16:creationId xmlns:a16="http://schemas.microsoft.com/office/drawing/2014/main" id="{55C56F97-6216-48AE-8C92-FAD9DC6BDC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12925" y="406320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23" name="Task-Specific Harness-marker-2">
              <a:extLst xmlns:a="http://schemas.openxmlformats.org/drawingml/2006/main">
                <a:ext uri="{FF2B5EF4-FFF2-40B4-BE49-F238E27FC236}">
                  <a16:creationId xmlns:a16="http://schemas.microsoft.com/office/drawing/2014/main" id="{1BB88FF9-202B-492E-841E-A1FE0CBF6A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35200" y="3807093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24" name="Task-Specific Harness-marker-3">
              <a:extLst xmlns:a="http://schemas.openxmlformats.org/drawingml/2006/main">
                <a:ext uri="{FF2B5EF4-FFF2-40B4-BE49-F238E27FC236}">
                  <a16:creationId xmlns:a16="http://schemas.microsoft.com/office/drawing/2014/main" id="{324482C3-7DA3-4957-9BC7-83442CBFBC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57475" y="3807093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25" name="Task-Specific Harness-marker-4">
              <a:extLst xmlns:a="http://schemas.openxmlformats.org/drawingml/2006/main">
                <a:ext uri="{FF2B5EF4-FFF2-40B4-BE49-F238E27FC236}">
                  <a16:creationId xmlns:a16="http://schemas.microsoft.com/office/drawing/2014/main" id="{11CB3005-E896-4738-A7F2-DC8E6FED08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79750" y="36882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26" name="Task-Specific Harness-marker-5">
              <a:extLst xmlns:a="http://schemas.openxmlformats.org/drawingml/2006/main">
                <a:ext uri="{FF2B5EF4-FFF2-40B4-BE49-F238E27FC236}">
                  <a16:creationId xmlns:a16="http://schemas.microsoft.com/office/drawing/2014/main" id="{ECA152C9-3B4D-43CC-8CE1-D7A49C004CB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02025" y="355896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27" name="Task-Specific Harness-marker-6">
              <a:extLst xmlns:a="http://schemas.openxmlformats.org/drawingml/2006/main">
                <a:ext uri="{FF2B5EF4-FFF2-40B4-BE49-F238E27FC236}">
                  <a16:creationId xmlns:a16="http://schemas.microsoft.com/office/drawing/2014/main" id="{FD1D2F53-887A-4308-AD43-F1EF3C9ED2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24300" y="355896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28" name="Task-Specific Harness-marker-7">
              <a:extLst xmlns:a="http://schemas.openxmlformats.org/drawingml/2006/main">
                <a:ext uri="{FF2B5EF4-FFF2-40B4-BE49-F238E27FC236}">
                  <a16:creationId xmlns:a16="http://schemas.microsoft.com/office/drawing/2014/main" id="{631EE1E1-15B0-425D-AE33-C9291B0AC8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46575" y="3308886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29" name="Task-Specific Harness-marker-8">
              <a:extLst xmlns:a="http://schemas.openxmlformats.org/drawingml/2006/main">
                <a:ext uri="{FF2B5EF4-FFF2-40B4-BE49-F238E27FC236}">
                  <a16:creationId xmlns:a16="http://schemas.microsoft.com/office/drawing/2014/main" id="{D7CAB1FE-9211-449A-8183-2DE11015EB2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68850" y="319000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0" name="Task-Specific Harness-marker-9">
              <a:extLst xmlns:a="http://schemas.openxmlformats.org/drawingml/2006/main">
                <a:ext uri="{FF2B5EF4-FFF2-40B4-BE49-F238E27FC236}">
                  <a16:creationId xmlns:a16="http://schemas.microsoft.com/office/drawing/2014/main" id="{97694A63-08FD-42DE-A80A-7416FD3C72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91125" y="3057326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1" name="Task-Specific Harness-marker-10">
              <a:extLst xmlns:a="http://schemas.openxmlformats.org/drawingml/2006/main">
                <a:ext uri="{FF2B5EF4-FFF2-40B4-BE49-F238E27FC236}">
                  <a16:creationId xmlns:a16="http://schemas.microsoft.com/office/drawing/2014/main" id="{D512C60E-8101-4AFE-8043-461F8E34D2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13400" y="278762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2" name="Task-Specific Harness-marker-11">
              <a:extLst xmlns:a="http://schemas.openxmlformats.org/drawingml/2006/main">
                <a:ext uri="{FF2B5EF4-FFF2-40B4-BE49-F238E27FC236}">
                  <a16:creationId xmlns:a16="http://schemas.microsoft.com/office/drawing/2014/main" id="{0EEEB1F0-5430-4560-A2E6-0FAF15A23B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035675" y="271015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3" name="Task-Specific Harness-marker-12">
              <a:extLst xmlns:a="http://schemas.openxmlformats.org/drawingml/2006/main">
                <a:ext uri="{FF2B5EF4-FFF2-40B4-BE49-F238E27FC236}">
                  <a16:creationId xmlns:a16="http://schemas.microsoft.com/office/drawing/2014/main" id="{1232D698-401A-4E49-847B-061B93E5EB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57950" y="250411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4" name="Task-Specific Harness-marker-13">
              <a:extLst xmlns:a="http://schemas.openxmlformats.org/drawingml/2006/main">
                <a:ext uri="{FF2B5EF4-FFF2-40B4-BE49-F238E27FC236}">
                  <a16:creationId xmlns:a16="http://schemas.microsoft.com/office/drawing/2014/main" id="{5E78AE16-35AC-4723-A667-454F407A84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80225" y="2433418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5" name="Task-Specific Harness-marker-14">
              <a:extLst xmlns:a="http://schemas.openxmlformats.org/drawingml/2006/main">
                <a:ext uri="{FF2B5EF4-FFF2-40B4-BE49-F238E27FC236}">
                  <a16:creationId xmlns:a16="http://schemas.microsoft.com/office/drawing/2014/main" id="{1CFEEB9F-79AA-4441-A776-585CD529A4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302500" y="2433418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6" name="Task-Specific Harness-marker-15">
              <a:extLst xmlns:a="http://schemas.openxmlformats.org/drawingml/2006/main">
                <a:ext uri="{FF2B5EF4-FFF2-40B4-BE49-F238E27FC236}">
                  <a16:creationId xmlns:a16="http://schemas.microsoft.com/office/drawing/2014/main" id="{2BE268F2-4FA3-4F09-90D7-450692278E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724775" y="2255386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7" name="Task-Specific Harness-marker-16">
              <a:extLst xmlns:a="http://schemas.openxmlformats.org/drawingml/2006/main">
                <a:ext uri="{FF2B5EF4-FFF2-40B4-BE49-F238E27FC236}">
                  <a16:creationId xmlns:a16="http://schemas.microsoft.com/office/drawing/2014/main" id="{18DC5B4A-3653-4FAC-A511-44579FB995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47050" y="211181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8" name="Task-Specific Harness-marker-17">
              <a:extLst xmlns:a="http://schemas.openxmlformats.org/drawingml/2006/main">
                <a:ext uri="{FF2B5EF4-FFF2-40B4-BE49-F238E27FC236}">
                  <a16:creationId xmlns:a16="http://schemas.microsoft.com/office/drawing/2014/main" id="{2B2A8134-543C-4AE9-B2A0-CA91344B6FD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69325" y="1988213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39" name="Task-Specific Harness-marker-18">
              <a:extLst xmlns:a="http://schemas.openxmlformats.org/drawingml/2006/main">
                <a:ext uri="{FF2B5EF4-FFF2-40B4-BE49-F238E27FC236}">
                  <a16:creationId xmlns:a16="http://schemas.microsoft.com/office/drawing/2014/main" id="{40FAB0BB-E961-42A2-86C0-BEBF1C4FA4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91600" y="196784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40" name="Task-Specific Harness-marker-19">
              <a:extLst xmlns:a="http://schemas.openxmlformats.org/drawingml/2006/main">
                <a:ext uri="{FF2B5EF4-FFF2-40B4-BE49-F238E27FC236}">
                  <a16:creationId xmlns:a16="http://schemas.microsoft.com/office/drawing/2014/main" id="{7884FD03-887C-4E5E-BDEA-AB6429D4E7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13875" y="187605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41" name="Task-Specific Harness-marker-20">
              <a:extLst xmlns:a="http://schemas.openxmlformats.org/drawingml/2006/main">
                <a:ext uri="{FF2B5EF4-FFF2-40B4-BE49-F238E27FC236}">
                  <a16:creationId xmlns:a16="http://schemas.microsoft.com/office/drawing/2014/main" id="{E5407AF9-E580-4736-9CAC-F56C2B249B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36150" y="176036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42" name="Task-Specific Harness-marker-21">
              <a:extLst xmlns:a="http://schemas.openxmlformats.org/drawingml/2006/main">
                <a:ext uri="{FF2B5EF4-FFF2-40B4-BE49-F238E27FC236}">
                  <a16:creationId xmlns:a16="http://schemas.microsoft.com/office/drawing/2014/main" id="{A5065E0A-57E3-4F9E-8E29-AC43DFB911B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58425" y="1729013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43" name="Task-Specific Harness-marker-22">
              <a:extLst xmlns:a="http://schemas.openxmlformats.org/drawingml/2006/main">
                <a:ext uri="{FF2B5EF4-FFF2-40B4-BE49-F238E27FC236}">
                  <a16:creationId xmlns:a16="http://schemas.microsoft.com/office/drawing/2014/main" id="{B0E6E96A-1619-4F84-8279-FC6D5D5EA1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680700" y="1621762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44" name="Task-Specific Harness-marker-23">
              <a:extLst xmlns:a="http://schemas.openxmlformats.org/drawingml/2006/main">
                <a:ext uri="{FF2B5EF4-FFF2-40B4-BE49-F238E27FC236}">
                  <a16:creationId xmlns:a16="http://schemas.microsoft.com/office/drawing/2014/main" id="{C55A34C9-3AFE-4C51-A438-B3C37E13E4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102975" y="147830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45" name="Task-Specific Harness-marker-24">
              <a:extLst xmlns:a="http://schemas.openxmlformats.org/drawingml/2006/main">
                <a:ext uri="{FF2B5EF4-FFF2-40B4-BE49-F238E27FC236}">
                  <a16:creationId xmlns:a16="http://schemas.microsoft.com/office/drawing/2014/main" id="{B54EA8F1-2551-40BF-8D2E-881B693AA4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525250" y="1441871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46" name="Task-Specific Harness-marker-25">
              <a:extLst xmlns:a="http://schemas.openxmlformats.org/drawingml/2006/main">
                <a:ext uri="{FF2B5EF4-FFF2-40B4-BE49-F238E27FC236}">
                  <a16:creationId xmlns:a16="http://schemas.microsoft.com/office/drawing/2014/main" id="{EC2AF928-E90B-405B-AC6B-5A045A85A0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947525" y="1391977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47" name="Task-Specific Harness-marker-26">
              <a:extLst xmlns:a="http://schemas.openxmlformats.org/drawingml/2006/main">
                <a:ext uri="{FF2B5EF4-FFF2-40B4-BE49-F238E27FC236}">
                  <a16:creationId xmlns:a16="http://schemas.microsoft.com/office/drawing/2014/main" id="{508842BD-F304-4775-800F-81232869C3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69800" y="1313284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48" name="Task-Specific Harness-marker-27">
              <a:extLst xmlns:a="http://schemas.openxmlformats.org/drawingml/2006/main">
                <a:ext uri="{FF2B5EF4-FFF2-40B4-BE49-F238E27FC236}">
                  <a16:creationId xmlns:a16="http://schemas.microsoft.com/office/drawing/2014/main" id="{5EC2E1BC-658C-43A6-980E-2912E37FDF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792075" y="1190792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49" name="Task-Specific Harness-marker-28">
              <a:extLst xmlns:a="http://schemas.openxmlformats.org/drawingml/2006/main">
                <a:ext uri="{FF2B5EF4-FFF2-40B4-BE49-F238E27FC236}">
                  <a16:creationId xmlns:a16="http://schemas.microsoft.com/office/drawing/2014/main" id="{7907F4EA-EDEB-461D-A17F-058BB16B06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214350" y="1129033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50" name="Task-Specific Harness-marker-29">
              <a:extLst xmlns:a="http://schemas.openxmlformats.org/drawingml/2006/main">
                <a:ext uri="{FF2B5EF4-FFF2-40B4-BE49-F238E27FC236}">
                  <a16:creationId xmlns:a16="http://schemas.microsoft.com/office/drawing/2014/main" id="{DEB15D94-347C-4984-BD8C-EFF7E518ACA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636625" y="98844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51" name="Task-Specific Harness-marker-30">
              <a:extLst xmlns:a="http://schemas.openxmlformats.org/drawingml/2006/main">
                <a:ext uri="{FF2B5EF4-FFF2-40B4-BE49-F238E27FC236}">
                  <a16:creationId xmlns:a16="http://schemas.microsoft.com/office/drawing/2014/main" id="{33332E01-DBD2-4203-A75E-5C493C9169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058900" y="988440"/>
              <a:ext cx="76200" cy="762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3E8167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252" name="legend-line-LLM-side">
              <a:extLst xmlns:a="http://schemas.openxmlformats.org/drawingml/2006/main">
                <a:ext uri="{FF2B5EF4-FFF2-40B4-BE49-F238E27FC236}">
                  <a16:creationId xmlns:a16="http://schemas.microsoft.com/office/drawing/2014/main" id="{65FA743A-F1C7-4456-A161-ACE11AC718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09750" y="1257300"/>
              <a:ext cx="4191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058A6"/>
              </a:solidFill>
              <a:prstDash val="solid"/>
            </a:ln>
          </p:spPr>
        </p:sp>
        <p:sp>
          <p:nvSpPr>
            <p:cNvPr id="253" name="legend-text-LLM-side">
              <a:extLst xmlns:a="http://schemas.openxmlformats.org/drawingml/2006/main">
                <a:ext uri="{FF2B5EF4-FFF2-40B4-BE49-F238E27FC236}">
                  <a16:creationId xmlns:a16="http://schemas.microsoft.com/office/drawing/2014/main" id="{ADD1AD55-286E-43A5-A765-6F25EEDE54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24100" y="1143000"/>
              <a:ext cx="20955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l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l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LLM-side</a:t>
              </a:r>
            </a:p>
          </p:txBody>
        </p:sp>
        <p:sp>
          <p:nvSpPr>
            <p:cNvPr id="254" name="legend-line-General Harness">
              <a:extLst xmlns:a="http://schemas.openxmlformats.org/drawingml/2006/main">
                <a:ext uri="{FF2B5EF4-FFF2-40B4-BE49-F238E27FC236}">
                  <a16:creationId xmlns:a16="http://schemas.microsoft.com/office/drawing/2014/main" id="{D7E023EE-7DC1-41EC-A8FD-9862DB541A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57625" y="1257300"/>
              <a:ext cx="4191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D567D"/>
              </a:solidFill>
              <a:prstDash val="dash"/>
            </a:ln>
          </p:spPr>
        </p:sp>
        <p:sp>
          <p:nvSpPr>
            <p:cNvPr id="255" name="legend-text-General Harness">
              <a:extLst xmlns:a="http://schemas.openxmlformats.org/drawingml/2006/main">
                <a:ext uri="{FF2B5EF4-FFF2-40B4-BE49-F238E27FC236}">
                  <a16:creationId xmlns:a16="http://schemas.microsoft.com/office/drawing/2014/main" id="{200A1C82-89F1-4C28-AC97-73EC476782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71975" y="1143000"/>
              <a:ext cx="20955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l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l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General Harness</a:t>
              </a:r>
            </a:p>
          </p:txBody>
        </p:sp>
        <p:sp>
          <p:nvSpPr>
            <p:cNvPr id="256" name="legend-line-General Time-Series Harness">
              <a:extLst xmlns:a="http://schemas.openxmlformats.org/drawingml/2006/main">
                <a:ext uri="{FF2B5EF4-FFF2-40B4-BE49-F238E27FC236}">
                  <a16:creationId xmlns:a16="http://schemas.microsoft.com/office/drawing/2014/main" id="{EEC1AA6D-6696-44F0-8250-A49B304FA2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05500" y="1257300"/>
              <a:ext cx="4191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B78324"/>
              </a:solidFill>
              <a:prstDash val="solid"/>
            </a:ln>
          </p:spPr>
        </p:sp>
        <p:sp>
          <p:nvSpPr>
            <p:cNvPr id="257" name="legend-text-General Time-Series Harness">
              <a:extLst xmlns:a="http://schemas.openxmlformats.org/drawingml/2006/main">
                <a:ext uri="{FF2B5EF4-FFF2-40B4-BE49-F238E27FC236}">
                  <a16:creationId xmlns:a16="http://schemas.microsoft.com/office/drawing/2014/main" id="{7AE35D91-F299-4D9D-A389-78DD461DE5E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19850" y="1143000"/>
              <a:ext cx="20955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l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l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General Time-Series Harness</a:t>
              </a:r>
            </a:p>
          </p:txBody>
        </p:sp>
        <p:sp>
          <p:nvSpPr>
            <p:cNvPr id="258" name="legend-line-Task-Specific Harness">
              <a:extLst xmlns:a="http://schemas.openxmlformats.org/drawingml/2006/main">
                <a:ext uri="{FF2B5EF4-FFF2-40B4-BE49-F238E27FC236}">
                  <a16:creationId xmlns:a16="http://schemas.microsoft.com/office/drawing/2014/main" id="{1BD07B10-2CDA-47A4-BFCE-E2A33F6851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620125" y="1257300"/>
              <a:ext cx="4191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E8167"/>
              </a:solidFill>
              <a:prstDash val="solid"/>
            </a:ln>
          </p:spPr>
        </p:sp>
        <p:sp>
          <p:nvSpPr>
            <p:cNvPr id="259" name="legend-text-Task-Specific Harness">
              <a:extLst xmlns:a="http://schemas.openxmlformats.org/drawingml/2006/main">
                <a:ext uri="{FF2B5EF4-FFF2-40B4-BE49-F238E27FC236}">
                  <a16:creationId xmlns:a16="http://schemas.microsoft.com/office/drawing/2014/main" id="{EE0E7049-C4B1-4806-978B-7BD30841B1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34475" y="1143000"/>
              <a:ext cx="209550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l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l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Task-Specific Harness</a:t>
              </a:r>
            </a:p>
          </p:txBody>
        </p:sp>
        <p:sp>
          <p:nvSpPr>
            <p:cNvPr id="260" name="counting-note">
              <a:extLst xmlns:a="http://schemas.openxmlformats.org/drawingml/2006/main">
                <a:ext uri="{FF2B5EF4-FFF2-40B4-BE49-F238E27FC236}">
                  <a16:creationId xmlns:a16="http://schemas.microsoft.com/office/drawing/2014/main" id="{C77F7766-B44F-45C0-AB71-7CBC00A2A7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7658100"/>
              <a:ext cx="12668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 algn="ctr">
                <a:def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 xmlns:a="http://schemas.openxmlformats.org/drawingml/2006/main">
              <a:pPr algn="ctr">
                <a:def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Module-level counting rule: one paper may contribute several components, and each component is counted at its deepest applicable Harness layer.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70071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2026-10-09T00:37:59.6570000Z</dcterms:created>
  <dcterms:modified xsi:type="dcterms:W3CDTF">2026-10-09T00:37:59.6570000Z</dcterms:modified>
</coreProperties>
</file>