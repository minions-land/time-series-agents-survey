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xml version='1.0' encoding='UTF-8' standalone='yes'?>
<Relationships xmlns="http://schemas.openxmlformats.org/package/2006/relationships"><Relationship Type="http://schemas.openxmlformats.org/package/2006/relationships/metadata/core-properties" Target="/docProps/core.xml" Id="Rc304602e1e8f4d95"/><Relationship Type="http://schemas.openxmlformats.org/officeDocument/2006/relationships/extended-properties" Target="/docProps/app.xml" Id="R0f1a6154ed4f44a9"/><Relationship Type="http://schemas.openxmlformats.org/officeDocument/2006/relationships/officeDocument" Target="/ppt/presentation.xml" Id="R977e65e6a6094ab2"/></Relationships>
</file>

<file path=ppt/presentation.xml><?xml version="1.0" encoding="utf-8"?>
<p:presentation xmlns:p="http://schemas.openxmlformats.org/presentationml/2006/main">
  <p:sldMasterIdLst>
    <p:sldMasterId xmlns:r="http://schemas.openxmlformats.org/officeDocument/2006/relationships" id="2147483648" r:id="Rddfde1abdc364b65"/>
  </p:sldMasterIdLst>
  <p:notesMasterIdLst>
    <p:notesMasterId xmlns:r="http://schemas.openxmlformats.org/officeDocument/2006/relationships" r:id="Rae99d21fc5a04209"/>
  </p:notesMasterIdLst>
  <p:sldIdLst>
    <p:sldId xmlns:r="http://schemas.openxmlformats.org/officeDocument/2006/relationships" id="256" r:id="R76527e4715d9471f"/>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3cdb88abd2064164"/><Relationship Type="http://schemas.openxmlformats.org/officeDocument/2006/relationships/slideMaster" Target="/ppt/slideMasters/slideMaster1.xml" Id="Rddfde1abdc364b65"/><Relationship Type="http://schemas.openxmlformats.org/officeDocument/2006/relationships/notesMaster" Target="/ppt/notesMasters/notesMaster1.xml" Id="Rae99d21fc5a04209"/><Relationship Type="http://schemas.openxmlformats.org/officeDocument/2006/relationships/presProps" Target="/ppt/presProps.xml" Id="R2ba310d159444c40"/><Relationship Type="http://schemas.openxmlformats.org/officeDocument/2006/relationships/tableStyles" Target="/ppt/tableStyles.xml" Id="Ra23b42c3878a4876"/><Relationship Type="http://schemas.openxmlformats.org/officeDocument/2006/relationships/slide" Target="/ppt/slides/slide1.xml" Id="R76527e4715d9471f"/></Relationships>
</file>

<file path=ppt/notesMasters/_rels/notesMaster1.xml.rels><?xml version='1.0' encoding='UTF-8' standalone='yes'?>
<Relationships xmlns="http://schemas.openxmlformats.org/package/2006/relationships"><Relationship Type="http://schemas.openxmlformats.org/officeDocument/2006/relationships/theme" Target="/ppt/notesMasters/theme/theme3.xml" Id="Re7fc8d130e094b65"/></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0d48a4a727d4429d"/><Relationship Type="http://schemas.openxmlformats.org/officeDocument/2006/relationships/notesMaster" Target="/ppt/notesMasters/notesMaster1.xml" Id="R4b53e48800414e08"/></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Infrastructure and benchmark map. The three evaluation layers follow the construction hierarchy. The episode record makes temporal availability, tool execution, evidence, revision, and cost explicit. Representative resources are ModernTSF, TimeClaw, AION, and TimeSeriesGym.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ppt/slideMasters/slideMaster1.xml" Id="Re30e9c42fe234cd8"/></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Type="http://schemas.openxmlformats.org/officeDocument/2006/relationships/theme" Target="/ppt/slideMasters/theme/theme2.xml" Id="R68a966ebdbfa4044"/><Relationship Type="http://schemas.openxmlformats.org/officeDocument/2006/relationships/slideLayout" Target="/ppt/slideLayouts/slideLayout1.xml" Id="Rbc5eb172aca940ae"/></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c5eb172aca940a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77d1a89058f9485b"/><Relationship Type="http://schemas.openxmlformats.org/officeDocument/2006/relationships/notesSlide" Target="/ppt/notesSlides/notesSlide1.xml" Id="R583599b3da044ec8"/></Relationships>
</file>

<file path=ppt/slides/slide1.xml><?xml version="1.0" encoding="utf-8"?>
<p:sld xmlns:p="http://schemas.openxmlformats.org/presentationml/2006/main">
  <p:cSld>
    <p:bg>
      <p:bgPr>
        <a:solidFill xmlns:a="http://schemas.openxmlformats.org/drawingml/2006/main">
          <a:srgbClr val="FBFBF8"/>
        </a:solidFill>
      </p:bgPr>
    </p:bg>
    <p:spTree>
      <p:nvGrpSpPr>
        <p:cNvPr id="1" name=""/>
        <p:cNvGrpSpPr/>
        <p:nvPr/>
      </p:nvGrpSpPr>
      <p:grpSpPr>
        <a:xfrm xmlns:a="http://schemas.openxmlformats.org/drawingml/2006/main"/>
      </p:grpSpPr>
      <p:grpSp>
        <p:nvGrpSpPr>
          <p:cNvPr id="67" name="group-figure-title"/>
          <p:cNvGrpSpPr/>
          <p:nvPr/>
        </p:nvGrpSpPr>
        <p:grpSpPr>
          <ns1:xfrm xmlns:ns1="http://schemas.openxmlformats.org/drawingml/2006/main">
            <ns1:off x="0" y="0"/>
            <ns1:ext cx="15240000" cy="8572500"/>
            <ns1:chOff x="0" y="0"/>
            <ns1:chExt cx="15240000" cy="8572500"/>
          </ns1:xfrm>
        </p:grpSpPr>
        <p:sp>
          <p:nvSpPr>
            <p:cNvPr id="66" name="figure-title">
              <a:extLst xmlns:a="http://schemas.openxmlformats.org/drawingml/2006/main">
                <a:ext uri="{FF2B5EF4-FFF2-40B4-BE49-F238E27FC236}">
                  <a16:creationId xmlns:a16="http://schemas.microsoft.com/office/drawing/2014/main" id="{33E12BE9-A7B6-4BBF-921F-C22703889058}"/>
                </a:ext>
              </a:extLst>
            </p:cNvPr>
            <p:cNvSpPr>
              <a:spLocks xmlns:a="http://schemas.openxmlformats.org/drawingml/2006/main" noGrp="1"/>
            </p:cNvSpPr>
            <p:nvPr/>
          </p:nvSpPr>
          <p:spPr>
            <a:xfrm xmlns:a="http://schemas.openxmlformats.org/drawingml/2006/main">
              <a:off x="685800" y="400050"/>
              <a:ext cx="1381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i="0">
                  <a:solidFill>
                    <a:srgbClr val="1E2F47"/>
                  </a:solidFill>
                  <a:latin typeface="Times New Roman"/>
                  <a:ea typeface="Times New Roman"/>
                  <a:cs typeface="Times New Roman"/>
                </a:defRPr>
              </a:pPr>
              <a:r>
                <a:rPr sz="2550" b="1" i="0">
                  <a:solidFill>
                    <a:srgbClr val="1E2F47"/>
                  </a:solidFill>
                  <a:latin typeface="Times New Roman"/>
                  <a:ea typeface="Times New Roman"/>
                  <a:cs typeface="Times New Roman"/>
                </a:rPr>
                <a:t>Infrastructure and Benchmarks</a:t>
              </a:r>
            </a:p>
          </p:txBody>
        </p:sp>
        <p:sp>
          <p:nvSpPr>
            <p:cNvPr id="2" name="figure-subtitle">
              <a:extLst xmlns:a="http://schemas.openxmlformats.org/drawingml/2006/main">
                <a:ext uri="{FF2B5EF4-FFF2-40B4-BE49-F238E27FC236}">
                  <a16:creationId xmlns:a16="http://schemas.microsoft.com/office/drawing/2014/main" id="{FDF8F8B2-FD00-42BC-93EC-2A361896557D}"/>
                </a:ext>
              </a:extLst>
            </p:cNvPr>
            <p:cNvSpPr>
              <a:spLocks xmlns:a="http://schemas.openxmlformats.org/drawingml/2006/main" noGrp="1"/>
            </p:cNvSpPr>
            <p:nvPr/>
          </p:nvSpPr>
          <p:spPr>
            <a:xfrm xmlns:a="http://schemas.openxmlformats.org/drawingml/2006/main">
              <a:off x="704850" y="828675"/>
              <a:ext cx="1381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i="1">
                  <a:solidFill>
                    <a:srgbClr val="6B7280"/>
                  </a:solidFill>
                  <a:latin typeface="Times New Roman"/>
                  <a:ea typeface="Times New Roman"/>
                  <a:cs typeface="Times New Roman"/>
                </a:defRPr>
              </a:pPr>
              <a:r>
                <a:rPr sz="1275" b="0" i="1">
                  <a:solidFill>
                    <a:srgbClr val="6B7280"/>
                  </a:solidFill>
                  <a:latin typeface="Times New Roman"/>
                  <a:ea typeface="Times New Roman"/>
                  <a:cs typeface="Times New Roman"/>
                </a:rPr>
                <a:t>A complete evaluation follows the same hierarchy as the Agent itself.</a:t>
              </a:r>
            </a:p>
          </p:txBody>
        </p:sp>
      </p:grpSp>
      <p:grpSp>
        <p:nvGrpSpPr>
          <p:cNvPr id="68" name="group-evaluation-layers"/>
          <p:cNvGrpSpPr/>
          <p:nvPr/>
        </p:nvGrpSpPr>
        <p:grpSpPr>
          <ns1:xfrm xmlns:ns1="http://schemas.openxmlformats.org/drawingml/2006/main">
            <ns1:off x="0" y="0"/>
            <ns1:ext cx="15240000" cy="8572500"/>
            <ns1:chOff x="0" y="0"/>
            <ns1:chExt cx="15240000" cy="8572500"/>
          </ns1:xfrm>
        </p:grpSpPr>
        <p:sp>
          <p:nvSpPr>
            <p:cNvPr id="3" name="evaluation-layers">
              <a:extLst xmlns:a="http://schemas.openxmlformats.org/drawingml/2006/main">
                <a:ext uri="{FF2B5EF4-FFF2-40B4-BE49-F238E27FC236}">
                  <a16:creationId xmlns:a16="http://schemas.microsoft.com/office/drawing/2014/main" id="{AB38FEFE-C670-47D5-8B69-B30F19153EE9}"/>
                </a:ext>
              </a:extLst>
            </p:cNvPr>
            <p:cNvSpPr>
              <a:spLocks xmlns:a="http://schemas.openxmlformats.org/drawingml/2006/main" noGrp="1"/>
            </p:cNvSpPr>
            <p:nvPr/>
          </p:nvSpPr>
          <p:spPr>
            <a:xfrm xmlns:a="http://schemas.openxmlformats.org/drawingml/2006/main">
              <a:off x="647700" y="1466850"/>
              <a:ext cx="4057650" cy="5219700"/>
            </a:xfrm>
            <a:prstGeom xmlns:a="http://schemas.openxmlformats.org/drawingml/2006/main" prst="roundRect">
              <a:avLst>
                <a:gd name="adj" fmla="val 5164"/>
              </a:avLst>
            </a:prstGeom>
            <a:solidFill xmlns:a="http://schemas.openxmlformats.org/drawingml/2006/main">
              <a:srgbClr val="FFFFFF"/>
            </a:solidFill>
            <a:ln xmlns:a="http://schemas.openxmlformats.org/drawingml/2006/main" w="19050">
              <a:solidFill>
                <a:srgbClr val="2D6E8F"/>
              </a:solidFill>
              <a:prstDash val="solid"/>
            </a:ln>
          </p:spPr>
        </p:sp>
        <p:sp>
          <p:nvSpPr>
            <p:cNvPr id="4" name="evaluation-layers-title">
              <a:extLst xmlns:a="http://schemas.openxmlformats.org/drawingml/2006/main">
                <a:ext uri="{FF2B5EF4-FFF2-40B4-BE49-F238E27FC236}">
                  <a16:creationId xmlns:a16="http://schemas.microsoft.com/office/drawing/2014/main" id="{A07D36C3-EBED-4470-B08F-746C3F248C0A}"/>
                </a:ext>
              </a:extLst>
            </p:cNvPr>
            <p:cNvSpPr>
              <a:spLocks xmlns:a="http://schemas.openxmlformats.org/drawingml/2006/main" noGrp="1"/>
            </p:cNvSpPr>
            <p:nvPr/>
          </p:nvSpPr>
          <p:spPr>
            <a:xfrm xmlns:a="http://schemas.openxmlformats.org/drawingml/2006/main">
              <a:off x="895350" y="1714500"/>
              <a:ext cx="3562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i="0">
                  <a:solidFill>
                    <a:srgbClr val="2D6E8F"/>
                  </a:solidFill>
                  <a:latin typeface="Times New Roman"/>
                  <a:ea typeface="Times New Roman"/>
                  <a:cs typeface="Times New Roman"/>
                </a:defRPr>
              </a:pPr>
              <a:r>
                <a:rPr sz="1725" b="1" i="0">
                  <a:solidFill>
                    <a:srgbClr val="2D6E8F"/>
                  </a:solidFill>
                  <a:latin typeface="Times New Roman"/>
                  <a:ea typeface="Times New Roman"/>
                  <a:cs typeface="Times New Roman"/>
                </a:rPr>
                <a:t>Evaluation layers</a:t>
              </a:r>
            </a:p>
          </p:txBody>
        </p:sp>
        <p:sp>
          <p:nvSpPr>
            <p:cNvPr id="5" name="evaluation-layers-subtitle">
              <a:extLst xmlns:a="http://schemas.openxmlformats.org/drawingml/2006/main">
                <a:ext uri="{FF2B5EF4-FFF2-40B4-BE49-F238E27FC236}">
                  <a16:creationId xmlns:a16="http://schemas.microsoft.com/office/drawing/2014/main" id="{DCF8060D-D6EA-45AC-9A91-041CA12E48D8}"/>
                </a:ext>
              </a:extLst>
            </p:cNvPr>
            <p:cNvSpPr>
              <a:spLocks xmlns:a="http://schemas.openxmlformats.org/drawingml/2006/main" noGrp="1"/>
            </p:cNvSpPr>
            <p:nvPr/>
          </p:nvSpPr>
          <p:spPr>
            <a:xfrm xmlns:a="http://schemas.openxmlformats.org/drawingml/2006/main">
              <a:off x="914400" y="2038350"/>
              <a:ext cx="3524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0" i="1">
                  <a:solidFill>
                    <a:srgbClr val="6B7280"/>
                  </a:solidFill>
                  <a:latin typeface="Times New Roman"/>
                  <a:ea typeface="Times New Roman"/>
                  <a:cs typeface="Times New Roman"/>
                </a:defRPr>
              </a:pPr>
              <a:r>
                <a:rPr sz="1125" b="0" i="1">
                  <a:solidFill>
                    <a:srgbClr val="6B7280"/>
                  </a:solidFill>
                  <a:latin typeface="Times New Roman"/>
                  <a:ea typeface="Times New Roman"/>
                  <a:cs typeface="Times New Roman"/>
                </a:rPr>
                <a:t>Each layer answers a different question.</a:t>
              </a:r>
            </a:p>
          </p:txBody>
        </p:sp>
      </p:grpSp>
      <p:grpSp>
        <p:nvGrpSpPr>
          <p:cNvPr id="69" name="group-layer-1"/>
          <p:cNvGrpSpPr/>
          <p:nvPr/>
        </p:nvGrpSpPr>
        <p:grpSpPr>
          <ns1:xfrm xmlns:ns1="http://schemas.openxmlformats.org/drawingml/2006/main">
            <ns1:off x="0" y="0"/>
            <ns1:ext cx="15240000" cy="8572500"/>
            <ns1:chOff x="0" y="0"/>
            <ns1:chExt cx="15240000" cy="8572500"/>
          </ns1:xfrm>
        </p:grpSpPr>
        <p:sp>
          <p:nvSpPr>
            <p:cNvPr id="6" name="layer-1">
              <a:extLst xmlns:a="http://schemas.openxmlformats.org/drawingml/2006/main">
                <a:ext uri="{FF2B5EF4-FFF2-40B4-BE49-F238E27FC236}">
                  <a16:creationId xmlns:a16="http://schemas.microsoft.com/office/drawing/2014/main" id="{8389EAD0-7111-4929-88B5-9C737DDC4427}"/>
                </a:ext>
              </a:extLst>
            </p:cNvPr>
            <p:cNvSpPr>
              <a:spLocks xmlns:a="http://schemas.openxmlformats.org/drawingml/2006/main" noGrp="1"/>
            </p:cNvSpPr>
            <p:nvPr/>
          </p:nvSpPr>
          <p:spPr>
            <a:xfrm xmlns:a="http://schemas.openxmlformats.org/drawingml/2006/main">
              <a:off x="914400" y="2571750"/>
              <a:ext cx="3524250" cy="914400"/>
            </a:xfrm>
            <a:prstGeom xmlns:a="http://schemas.openxmlformats.org/drawingml/2006/main" prst="roundRect">
              <a:avLst>
                <a:gd name="adj" fmla="val 15625"/>
              </a:avLst>
            </a:prstGeom>
            <a:solidFill xmlns:a="http://schemas.openxmlformats.org/drawingml/2006/main">
              <a:srgbClr val="E4EFF4"/>
            </a:solidFill>
            <a:ln xmlns:a="http://schemas.openxmlformats.org/drawingml/2006/main" w="16193">
              <a:solidFill>
                <a:srgbClr val="2D6E8F"/>
              </a:solidFill>
              <a:prstDash val="solid"/>
            </a:ln>
          </p:spPr>
        </p:sp>
        <p:sp>
          <p:nvSpPr>
            <p:cNvPr id="7" name="layer-title-1">
              <a:extLst xmlns:a="http://schemas.openxmlformats.org/drawingml/2006/main">
                <a:ext uri="{FF2B5EF4-FFF2-40B4-BE49-F238E27FC236}">
                  <a16:creationId xmlns:a16="http://schemas.microsoft.com/office/drawing/2014/main" id="{F034CAA1-EBF1-4C9C-A805-315B3BEBB7C8}"/>
                </a:ext>
              </a:extLst>
            </p:cNvPr>
            <p:cNvSpPr>
              <a:spLocks xmlns:a="http://schemas.openxmlformats.org/drawingml/2006/main" noGrp="1"/>
            </p:cNvSpPr>
            <p:nvPr/>
          </p:nvSpPr>
          <p:spPr>
            <a:xfrm xmlns:a="http://schemas.openxmlformats.org/drawingml/2006/main">
              <a:off x="1085850" y="2705100"/>
              <a:ext cx="3181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i="0">
                  <a:solidFill>
                    <a:srgbClr val="2D6E8F"/>
                  </a:solidFill>
                  <a:latin typeface="Times New Roman"/>
                  <a:ea typeface="Times New Roman"/>
                  <a:cs typeface="Times New Roman"/>
                </a:defRPr>
              </a:pPr>
              <a:r>
                <a:rPr sz="1275" b="1" i="0">
                  <a:solidFill>
                    <a:srgbClr val="2D6E8F"/>
                  </a:solidFill>
                  <a:latin typeface="Times New Roman"/>
                  <a:ea typeface="Times New Roman"/>
                  <a:cs typeface="Times New Roman"/>
                </a:rPr>
                <a:t>General Harness</a:t>
              </a:r>
            </a:p>
          </p:txBody>
        </p:sp>
        <p:sp>
          <p:nvSpPr>
            <p:cNvPr id="8" name="layer-body-1">
              <a:extLst xmlns:a="http://schemas.openxmlformats.org/drawingml/2006/main">
                <a:ext uri="{FF2B5EF4-FFF2-40B4-BE49-F238E27FC236}">
                  <a16:creationId xmlns:a16="http://schemas.microsoft.com/office/drawing/2014/main" id="{6F77E6FF-7A1E-4698-9719-207D812C1FC9}"/>
                </a:ext>
              </a:extLst>
            </p:cNvPr>
            <p:cNvSpPr>
              <a:spLocks xmlns:a="http://schemas.openxmlformats.org/drawingml/2006/main" noGrp="1"/>
            </p:cNvSpPr>
            <p:nvPr/>
          </p:nvSpPr>
          <p:spPr>
            <a:xfrm xmlns:a="http://schemas.openxmlformats.org/drawingml/2006/main">
              <a:off x="1123950" y="2990850"/>
              <a:ext cx="31051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13" b="0" i="0">
                  <a:solidFill>
                    <a:srgbClr val="1E2F47"/>
                  </a:solidFill>
                  <a:latin typeface="Times New Roman"/>
                  <a:ea typeface="Times New Roman"/>
                  <a:cs typeface="Times New Roman"/>
                </a:defRPr>
              </a:pPr>
              <a:r>
                <a:rPr sz="1013" b="0" i="0">
                  <a:solidFill>
                    <a:srgbClr val="1E2F47"/>
                  </a:solidFill>
                  <a:latin typeface="Times New Roman"/>
                  <a:ea typeface="Times New Roman"/>
                  <a:cs typeface="Times New Roman"/>
                </a:rPr>
                <a:t>Can the runtime plan, call tools, preserve state, and recover?</a:t>
              </a:r>
            </a:p>
          </p:txBody>
        </p:sp>
        <p:sp>
          <p:nvSpPr>
            <p:cNvPr id="9" name="layer-connector-1">
              <a:extLst xmlns:a="http://schemas.openxmlformats.org/drawingml/2006/main">
                <a:ext uri="{FF2B5EF4-FFF2-40B4-BE49-F238E27FC236}">
                  <a16:creationId xmlns:a16="http://schemas.microsoft.com/office/drawing/2014/main" id="{4700BD21-BFE2-4426-A135-185DB913152E}"/>
                </a:ext>
              </a:extLst>
            </p:cNvPr>
            <p:cNvSpPr>
              <a:spLocks xmlns:a="http://schemas.openxmlformats.org/drawingml/2006/main" noGrp="1"/>
            </p:cNvSpPr>
            <p:nvPr/>
          </p:nvSpPr>
          <p:spPr>
            <a:xfrm xmlns:a="http://schemas.openxmlformats.org/drawingml/2006/main" flipH="0" flipV="0">
              <a:off x="2676525" y="3486150"/>
              <a:ext cx="0" cy="323850"/>
            </a:xfrm>
            <a:prstGeom xmlns:a="http://schemas.openxmlformats.org/drawingml/2006/main" prst="line">
              <a:avLst/>
            </a:prstGeom>
            <a:noFill xmlns:a="http://schemas.openxmlformats.org/drawingml/2006/main"/>
            <a:ln xmlns:a="http://schemas.openxmlformats.org/drawingml/2006/main" w="19050">
              <a:solidFill>
                <a:srgbClr val="2D6E8F"/>
              </a:solidFill>
              <a:prstDash val="solid"/>
            </a:ln>
          </p:spPr>
        </p:sp>
      </p:grpSp>
      <p:grpSp>
        <p:nvGrpSpPr>
          <p:cNvPr id="70" name="group-layer-2"/>
          <p:cNvGrpSpPr/>
          <p:nvPr/>
        </p:nvGrpSpPr>
        <p:grpSpPr>
          <ns1:xfrm xmlns:ns1="http://schemas.openxmlformats.org/drawingml/2006/main">
            <ns1:off x="0" y="0"/>
            <ns1:ext cx="15240000" cy="8572500"/>
            <ns1:chOff x="0" y="0"/>
            <ns1:chExt cx="15240000" cy="8572500"/>
          </ns1:xfrm>
        </p:grpSpPr>
        <p:sp>
          <p:nvSpPr>
            <p:cNvPr id="10" name="layer-2">
              <a:extLst xmlns:a="http://schemas.openxmlformats.org/drawingml/2006/main">
                <a:ext uri="{FF2B5EF4-FFF2-40B4-BE49-F238E27FC236}">
                  <a16:creationId xmlns:a16="http://schemas.microsoft.com/office/drawing/2014/main" id="{32727031-0781-40B7-B003-BD7F701411A1}"/>
                </a:ext>
              </a:extLst>
            </p:cNvPr>
            <p:cNvSpPr>
              <a:spLocks xmlns:a="http://schemas.openxmlformats.org/drawingml/2006/main" noGrp="1"/>
            </p:cNvSpPr>
            <p:nvPr/>
          </p:nvSpPr>
          <p:spPr>
            <a:xfrm xmlns:a="http://schemas.openxmlformats.org/drawingml/2006/main">
              <a:off x="914400" y="3810000"/>
              <a:ext cx="3524250" cy="914400"/>
            </a:xfrm>
            <a:prstGeom xmlns:a="http://schemas.openxmlformats.org/drawingml/2006/main" prst="roundRect">
              <a:avLst>
                <a:gd name="adj" fmla="val 15625"/>
              </a:avLst>
            </a:prstGeom>
            <a:solidFill xmlns:a="http://schemas.openxmlformats.org/drawingml/2006/main">
              <a:srgbClr val="E8F2EA"/>
            </a:solidFill>
            <a:ln xmlns:a="http://schemas.openxmlformats.org/drawingml/2006/main" w="16193">
              <a:solidFill>
                <a:srgbClr val="3E8167"/>
              </a:solidFill>
              <a:prstDash val="solid"/>
            </a:ln>
          </p:spPr>
        </p:sp>
        <p:sp>
          <p:nvSpPr>
            <p:cNvPr id="11" name="layer-title-2">
              <a:extLst xmlns:a="http://schemas.openxmlformats.org/drawingml/2006/main">
                <a:ext uri="{FF2B5EF4-FFF2-40B4-BE49-F238E27FC236}">
                  <a16:creationId xmlns:a16="http://schemas.microsoft.com/office/drawing/2014/main" id="{C9711057-3B38-4380-A1A1-0835FEE66B60}"/>
                </a:ext>
              </a:extLst>
            </p:cNvPr>
            <p:cNvSpPr>
              <a:spLocks xmlns:a="http://schemas.openxmlformats.org/drawingml/2006/main" noGrp="1"/>
            </p:cNvSpPr>
            <p:nvPr/>
          </p:nvSpPr>
          <p:spPr>
            <a:xfrm xmlns:a="http://schemas.openxmlformats.org/drawingml/2006/main">
              <a:off x="1085850" y="3943350"/>
              <a:ext cx="3181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i="0">
                  <a:solidFill>
                    <a:srgbClr val="3E8167"/>
                  </a:solidFill>
                  <a:latin typeface="Times New Roman"/>
                  <a:ea typeface="Times New Roman"/>
                  <a:cs typeface="Times New Roman"/>
                </a:defRPr>
              </a:pPr>
              <a:r>
                <a:rPr sz="1275" b="1" i="0">
                  <a:solidFill>
                    <a:srgbClr val="3E8167"/>
                  </a:solidFill>
                  <a:latin typeface="Times New Roman"/>
                  <a:ea typeface="Times New Roman"/>
                  <a:cs typeface="Times New Roman"/>
                </a:rPr>
                <a:t>General Time-Series Harness</a:t>
              </a:r>
            </a:p>
          </p:txBody>
        </p:sp>
        <p:sp>
          <p:nvSpPr>
            <p:cNvPr id="12" name="layer-body-2">
              <a:extLst xmlns:a="http://schemas.openxmlformats.org/drawingml/2006/main">
                <a:ext uri="{FF2B5EF4-FFF2-40B4-BE49-F238E27FC236}">
                  <a16:creationId xmlns:a16="http://schemas.microsoft.com/office/drawing/2014/main" id="{E224BD29-45B2-4A16-BFFB-6CCB0F6382A7}"/>
                </a:ext>
              </a:extLst>
            </p:cNvPr>
            <p:cNvSpPr>
              <a:spLocks xmlns:a="http://schemas.openxmlformats.org/drawingml/2006/main" noGrp="1"/>
            </p:cNvSpPr>
            <p:nvPr/>
          </p:nvSpPr>
          <p:spPr>
            <a:xfrm xmlns:a="http://schemas.openxmlformats.org/drawingml/2006/main">
              <a:off x="1123950" y="4229100"/>
              <a:ext cx="31051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13" b="0" i="0">
                  <a:solidFill>
                    <a:srgbClr val="1E2F47"/>
                  </a:solidFill>
                  <a:latin typeface="Times New Roman"/>
                  <a:ea typeface="Times New Roman"/>
                  <a:cs typeface="Times New Roman"/>
                </a:defRPr>
              </a:pPr>
              <a:r>
                <a:rPr sz="1013" b="0" i="0">
                  <a:solidFill>
                    <a:srgbClr val="1E2F47"/>
                  </a:solidFill>
                  <a:latin typeface="Times New Roman"/>
                  <a:ea typeface="Times New Roman"/>
                  <a:cs typeface="Times New Roman"/>
                </a:rPr>
                <a:t>Does it preserve time, units, availability, and numerical fidelity?</a:t>
              </a:r>
            </a:p>
          </p:txBody>
        </p:sp>
        <p:sp>
          <p:nvSpPr>
            <p:cNvPr id="13" name="layer-connector-2">
              <a:extLst xmlns:a="http://schemas.openxmlformats.org/drawingml/2006/main">
                <a:ext uri="{FF2B5EF4-FFF2-40B4-BE49-F238E27FC236}">
                  <a16:creationId xmlns:a16="http://schemas.microsoft.com/office/drawing/2014/main" id="{B448ECE2-DC58-47D4-A504-463D33D140F4}"/>
                </a:ext>
              </a:extLst>
            </p:cNvPr>
            <p:cNvSpPr>
              <a:spLocks xmlns:a="http://schemas.openxmlformats.org/drawingml/2006/main" noGrp="1"/>
            </p:cNvSpPr>
            <p:nvPr/>
          </p:nvSpPr>
          <p:spPr>
            <a:xfrm xmlns:a="http://schemas.openxmlformats.org/drawingml/2006/main" flipH="0" flipV="0">
              <a:off x="2676525" y="4724400"/>
              <a:ext cx="0" cy="323850"/>
            </a:xfrm>
            <a:prstGeom xmlns:a="http://schemas.openxmlformats.org/drawingml/2006/main" prst="line">
              <a:avLst/>
            </a:prstGeom>
            <a:noFill xmlns:a="http://schemas.openxmlformats.org/drawingml/2006/main"/>
            <a:ln xmlns:a="http://schemas.openxmlformats.org/drawingml/2006/main" w="19050">
              <a:solidFill>
                <a:srgbClr val="3E8167"/>
              </a:solidFill>
              <a:prstDash val="solid"/>
            </a:ln>
          </p:spPr>
        </p:sp>
      </p:grpSp>
      <p:grpSp>
        <p:nvGrpSpPr>
          <p:cNvPr id="71" name="group-layer-3"/>
          <p:cNvGrpSpPr/>
          <p:nvPr/>
        </p:nvGrpSpPr>
        <p:grpSpPr>
          <ns1:xfrm xmlns:ns1="http://schemas.openxmlformats.org/drawingml/2006/main">
            <ns1:off x="0" y="0"/>
            <ns1:ext cx="15240000" cy="8572500"/>
            <ns1:chOff x="0" y="0"/>
            <ns1:chExt cx="15240000" cy="8572500"/>
          </ns1:xfrm>
        </p:grpSpPr>
        <p:sp>
          <p:nvSpPr>
            <p:cNvPr id="14" name="layer-3">
              <a:extLst xmlns:a="http://schemas.openxmlformats.org/drawingml/2006/main">
                <a:ext uri="{FF2B5EF4-FFF2-40B4-BE49-F238E27FC236}">
                  <a16:creationId xmlns:a16="http://schemas.microsoft.com/office/drawing/2014/main" id="{B0C4CFF4-0776-4CDC-BCA5-05766246DF2E}"/>
                </a:ext>
              </a:extLst>
            </p:cNvPr>
            <p:cNvSpPr>
              <a:spLocks xmlns:a="http://schemas.openxmlformats.org/drawingml/2006/main" noGrp="1"/>
            </p:cNvSpPr>
            <p:nvPr/>
          </p:nvSpPr>
          <p:spPr>
            <a:xfrm xmlns:a="http://schemas.openxmlformats.org/drawingml/2006/main">
              <a:off x="914400" y="5048250"/>
              <a:ext cx="3524250" cy="914400"/>
            </a:xfrm>
            <a:prstGeom xmlns:a="http://schemas.openxmlformats.org/drawingml/2006/main" prst="roundRect">
              <a:avLst>
                <a:gd name="adj" fmla="val 15625"/>
              </a:avLst>
            </a:prstGeom>
            <a:solidFill xmlns:a="http://schemas.openxmlformats.org/drawingml/2006/main">
              <a:srgbClr val="F8F1DF"/>
            </a:solidFill>
            <a:ln xmlns:a="http://schemas.openxmlformats.org/drawingml/2006/main" w="16193">
              <a:solidFill>
                <a:srgbClr val="B78324"/>
              </a:solidFill>
              <a:prstDash val="solid"/>
            </a:ln>
          </p:spPr>
        </p:sp>
        <p:sp>
          <p:nvSpPr>
            <p:cNvPr id="15" name="layer-title-3">
              <a:extLst xmlns:a="http://schemas.openxmlformats.org/drawingml/2006/main">
                <a:ext uri="{FF2B5EF4-FFF2-40B4-BE49-F238E27FC236}">
                  <a16:creationId xmlns:a16="http://schemas.microsoft.com/office/drawing/2014/main" id="{AC8AC5BA-9B30-4CE7-8ABD-B9FD406E4805}"/>
                </a:ext>
              </a:extLst>
            </p:cNvPr>
            <p:cNvSpPr>
              <a:spLocks xmlns:a="http://schemas.openxmlformats.org/drawingml/2006/main" noGrp="1"/>
            </p:cNvSpPr>
            <p:nvPr/>
          </p:nvSpPr>
          <p:spPr>
            <a:xfrm xmlns:a="http://schemas.openxmlformats.org/drawingml/2006/main">
              <a:off x="1085850" y="5181600"/>
              <a:ext cx="3181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i="0">
                  <a:solidFill>
                    <a:srgbClr val="B78324"/>
                  </a:solidFill>
                  <a:latin typeface="Times New Roman"/>
                  <a:ea typeface="Times New Roman"/>
                  <a:cs typeface="Times New Roman"/>
                </a:defRPr>
              </a:pPr>
              <a:r>
                <a:rPr sz="1275" b="1" i="0">
                  <a:solidFill>
                    <a:srgbClr val="B78324"/>
                  </a:solidFill>
                  <a:latin typeface="Times New Roman"/>
                  <a:ea typeface="Times New Roman"/>
                  <a:cs typeface="Times New Roman"/>
                </a:rPr>
                <a:t>Task-specific outcome</a:t>
              </a:r>
            </a:p>
          </p:txBody>
        </p:sp>
        <p:sp>
          <p:nvSpPr>
            <p:cNvPr id="16" name="layer-body-3">
              <a:extLst xmlns:a="http://schemas.openxmlformats.org/drawingml/2006/main">
                <a:ext uri="{FF2B5EF4-FFF2-40B4-BE49-F238E27FC236}">
                  <a16:creationId xmlns:a16="http://schemas.microsoft.com/office/drawing/2014/main" id="{36813264-900E-4582-8B46-21AD5085E8E0}"/>
                </a:ext>
              </a:extLst>
            </p:cNvPr>
            <p:cNvSpPr>
              <a:spLocks xmlns:a="http://schemas.openxmlformats.org/drawingml/2006/main" noGrp="1"/>
            </p:cNvSpPr>
            <p:nvPr/>
          </p:nvSpPr>
          <p:spPr>
            <a:xfrm xmlns:a="http://schemas.openxmlformats.org/drawingml/2006/main">
              <a:off x="1123950" y="5467350"/>
              <a:ext cx="31051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13" b="0" i="0">
                  <a:solidFill>
                    <a:srgbClr val="1E2F47"/>
                  </a:solidFill>
                  <a:latin typeface="Times New Roman"/>
                  <a:ea typeface="Times New Roman"/>
                  <a:cs typeface="Times New Roman"/>
                </a:defRPr>
              </a:pPr>
              <a:r>
                <a:rPr sz="1013" b="0" i="0">
                  <a:solidFill>
                    <a:srgbClr val="1E2F47"/>
                  </a:solidFill>
                  <a:latin typeface="Times New Roman"/>
                  <a:ea typeface="Times New Roman"/>
                  <a:cs typeface="Times New Roman"/>
                </a:rPr>
                <a:t>Does the final forecast, diagnosis, augmentation, or action satisfy its contract?</a:t>
              </a:r>
            </a:p>
          </p:txBody>
        </p:sp>
      </p:grpSp>
      <p:grpSp>
        <p:nvGrpSpPr>
          <p:cNvPr id="72" name="group-episode-record"/>
          <p:cNvGrpSpPr/>
          <p:nvPr/>
        </p:nvGrpSpPr>
        <p:grpSpPr>
          <ns1:xfrm xmlns:ns1="http://schemas.openxmlformats.org/drawingml/2006/main">
            <ns1:off x="0" y="0"/>
            <ns1:ext cx="15240000" cy="8572500"/>
            <ns1:chOff x="0" y="0"/>
            <ns1:chExt cx="15240000" cy="8572500"/>
          </ns1:xfrm>
        </p:grpSpPr>
        <p:sp>
          <p:nvSpPr>
            <p:cNvPr id="17" name="episode-record">
              <a:extLst xmlns:a="http://schemas.openxmlformats.org/drawingml/2006/main">
                <a:ext uri="{FF2B5EF4-FFF2-40B4-BE49-F238E27FC236}">
                  <a16:creationId xmlns:a16="http://schemas.microsoft.com/office/drawing/2014/main" id="{E1036836-B90B-4050-8919-971FB86D9A00}"/>
                </a:ext>
              </a:extLst>
            </p:cNvPr>
            <p:cNvSpPr>
              <a:spLocks xmlns:a="http://schemas.openxmlformats.org/drawingml/2006/main" noGrp="1"/>
            </p:cNvSpPr>
            <p:nvPr/>
          </p:nvSpPr>
          <p:spPr>
            <a:xfrm xmlns:a="http://schemas.openxmlformats.org/drawingml/2006/main">
              <a:off x="5067300" y="1466850"/>
              <a:ext cx="9525000" cy="5219700"/>
            </a:xfrm>
            <a:prstGeom xmlns:a="http://schemas.openxmlformats.org/drawingml/2006/main" prst="roundRect">
              <a:avLst>
                <a:gd name="adj" fmla="val 4015"/>
              </a:avLst>
            </a:prstGeom>
            <a:solidFill xmlns:a="http://schemas.openxmlformats.org/drawingml/2006/main">
              <a:srgbClr val="FFFFFF"/>
            </a:solidFill>
            <a:ln xmlns:a="http://schemas.openxmlformats.org/drawingml/2006/main" w="19050">
              <a:solidFill>
                <a:srgbClr val="467A92"/>
              </a:solidFill>
              <a:prstDash val="solid"/>
            </a:ln>
          </p:spPr>
        </p:sp>
        <p:sp>
          <p:nvSpPr>
            <p:cNvPr id="18" name="episode-title">
              <a:extLst xmlns:a="http://schemas.openxmlformats.org/drawingml/2006/main">
                <a:ext uri="{FF2B5EF4-FFF2-40B4-BE49-F238E27FC236}">
                  <a16:creationId xmlns:a16="http://schemas.microsoft.com/office/drawing/2014/main" id="{7BBAC37B-A545-40AB-8507-E3F9BEFAAB8A}"/>
                </a:ext>
              </a:extLst>
            </p:cNvPr>
            <p:cNvSpPr>
              <a:spLocks xmlns:a="http://schemas.openxmlformats.org/drawingml/2006/main" noGrp="1"/>
            </p:cNvSpPr>
            <p:nvPr/>
          </p:nvSpPr>
          <p:spPr>
            <a:xfrm xmlns:a="http://schemas.openxmlformats.org/drawingml/2006/main">
              <a:off x="5353050" y="1714500"/>
              <a:ext cx="895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i="0">
                  <a:solidFill>
                    <a:srgbClr val="467A92"/>
                  </a:solidFill>
                  <a:latin typeface="Times New Roman"/>
                  <a:ea typeface="Times New Roman"/>
                  <a:cs typeface="Times New Roman"/>
                </a:defRPr>
              </a:pPr>
              <a:r>
                <a:rPr sz="1725" b="1" i="0">
                  <a:solidFill>
                    <a:srgbClr val="467A92"/>
                  </a:solidFill>
                  <a:latin typeface="Times New Roman"/>
                  <a:ea typeface="Times New Roman"/>
                  <a:cs typeface="Times New Roman"/>
                </a:rPr>
                <a:t>Episode record</a:t>
              </a:r>
            </a:p>
          </p:txBody>
        </p:sp>
        <p:sp>
          <p:nvSpPr>
            <p:cNvPr id="19" name="episode-subtitle">
              <a:extLst xmlns:a="http://schemas.openxmlformats.org/drawingml/2006/main">
                <a:ext uri="{FF2B5EF4-FFF2-40B4-BE49-F238E27FC236}">
                  <a16:creationId xmlns:a16="http://schemas.microsoft.com/office/drawing/2014/main" id="{CB44A81F-9F66-43FB-8991-5541546F243A}"/>
                </a:ext>
              </a:extLst>
            </p:cNvPr>
            <p:cNvSpPr>
              <a:spLocks xmlns:a="http://schemas.openxmlformats.org/drawingml/2006/main" noGrp="1"/>
            </p:cNvSpPr>
            <p:nvPr/>
          </p:nvSpPr>
          <p:spPr>
            <a:xfrm xmlns:a="http://schemas.openxmlformats.org/drawingml/2006/main">
              <a:off x="5353050" y="2038350"/>
              <a:ext cx="895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0" i="1">
                  <a:solidFill>
                    <a:srgbClr val="6B7280"/>
                  </a:solidFill>
                  <a:latin typeface="Times New Roman"/>
                  <a:ea typeface="Times New Roman"/>
                  <a:cs typeface="Times New Roman"/>
                </a:defRPr>
              </a:pPr>
              <a:r>
                <a:rPr sz="1125" b="0" i="1">
                  <a:solidFill>
                    <a:srgbClr val="6B7280"/>
                  </a:solidFill>
                  <a:latin typeface="Times New Roman"/>
                  <a:ea typeface="Times New Roman"/>
                  <a:cs typeface="Times New Roman"/>
                </a:rPr>
                <a:t>The benchmark stores the evidence needed to explain a score.</a:t>
              </a:r>
            </a:p>
          </p:txBody>
        </p:sp>
      </p:grpSp>
      <p:grpSp>
        <p:nvGrpSpPr>
          <p:cNvPr id="73" name="group-episode-step-1"/>
          <p:cNvGrpSpPr/>
          <p:nvPr/>
        </p:nvGrpSpPr>
        <p:grpSpPr>
          <ns1:xfrm xmlns:ns1="http://schemas.openxmlformats.org/drawingml/2006/main">
            <ns1:off x="0" y="0"/>
            <ns1:ext cx="15240000" cy="8572500"/>
            <ns1:chOff x="0" y="0"/>
            <ns1:chExt cx="15240000" cy="8572500"/>
          </ns1:xfrm>
        </p:grpSpPr>
        <p:sp>
          <p:nvSpPr>
            <p:cNvPr id="20" name="episode-step-1">
              <a:extLst xmlns:a="http://schemas.openxmlformats.org/drawingml/2006/main">
                <a:ext uri="{FF2B5EF4-FFF2-40B4-BE49-F238E27FC236}">
                  <a16:creationId xmlns:a16="http://schemas.microsoft.com/office/drawing/2014/main" id="{137111C8-B295-452C-9B33-0B71DC9F750E}"/>
                </a:ext>
              </a:extLst>
            </p:cNvPr>
            <p:cNvSpPr>
              <a:spLocks xmlns:a="http://schemas.openxmlformats.org/drawingml/2006/main" noGrp="1"/>
            </p:cNvSpPr>
            <p:nvPr/>
          </p:nvSpPr>
          <p:spPr>
            <a:xfrm xmlns:a="http://schemas.openxmlformats.org/drawingml/2006/main">
              <a:off x="5391150" y="2724150"/>
              <a:ext cx="1600200" cy="1371600"/>
            </a:xfrm>
            <a:prstGeom xmlns:a="http://schemas.openxmlformats.org/drawingml/2006/main" prst="roundRect">
              <a:avLst>
                <a:gd name="adj" fmla="val 10417"/>
              </a:avLst>
            </a:prstGeom>
            <a:solidFill xmlns:a="http://schemas.openxmlformats.org/drawingml/2006/main">
              <a:srgbClr val="EEEAF7"/>
            </a:solidFill>
            <a:ln xmlns:a="http://schemas.openxmlformats.org/drawingml/2006/main" w="16193">
              <a:solidFill>
                <a:srgbClr val="7058A6"/>
              </a:solidFill>
              <a:prstDash val="solid"/>
            </a:ln>
          </p:spPr>
        </p:sp>
        <p:sp>
          <p:nvSpPr>
            <p:cNvPr id="21" name="episode-step-title-1">
              <a:extLst xmlns:a="http://schemas.openxmlformats.org/drawingml/2006/main">
                <a:ext uri="{FF2B5EF4-FFF2-40B4-BE49-F238E27FC236}">
                  <a16:creationId xmlns:a16="http://schemas.microsoft.com/office/drawing/2014/main" id="{65ADD894-63A0-4C9D-AF3D-A878CF6E77BE}"/>
                </a:ext>
              </a:extLst>
            </p:cNvPr>
            <p:cNvSpPr>
              <a:spLocks xmlns:a="http://schemas.openxmlformats.org/drawingml/2006/main" noGrp="1"/>
            </p:cNvSpPr>
            <p:nvPr/>
          </p:nvSpPr>
          <p:spPr>
            <a:xfrm xmlns:a="http://schemas.openxmlformats.org/drawingml/2006/main">
              <a:off x="5505450" y="2914650"/>
              <a:ext cx="1371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i="0">
                  <a:solidFill>
                    <a:srgbClr val="7058A6"/>
                  </a:solidFill>
                  <a:latin typeface="Times New Roman"/>
                  <a:ea typeface="Times New Roman"/>
                  <a:cs typeface="Times New Roman"/>
                </a:defRPr>
              </a:pPr>
              <a:r>
                <a:rPr sz="1200" b="1" i="0">
                  <a:solidFill>
                    <a:srgbClr val="7058A6"/>
                  </a:solidFill>
                  <a:latin typeface="Times New Roman"/>
                  <a:ea typeface="Times New Roman"/>
                  <a:cs typeface="Times New Roman"/>
                </a:rPr>
                <a:t>Task specification</a:t>
              </a:r>
            </a:p>
          </p:txBody>
        </p:sp>
        <p:sp>
          <p:nvSpPr>
            <p:cNvPr id="22" name="episode-step-body-1">
              <a:extLst xmlns:a="http://schemas.openxmlformats.org/drawingml/2006/main">
                <a:ext uri="{FF2B5EF4-FFF2-40B4-BE49-F238E27FC236}">
                  <a16:creationId xmlns:a16="http://schemas.microsoft.com/office/drawing/2014/main" id="{624A8C58-1C4C-40AE-A60D-6F1A2990A138}"/>
                </a:ext>
              </a:extLst>
            </p:cNvPr>
            <p:cNvSpPr>
              <a:spLocks xmlns:a="http://schemas.openxmlformats.org/drawingml/2006/main" noGrp="1"/>
            </p:cNvSpPr>
            <p:nvPr/>
          </p:nvSpPr>
          <p:spPr>
            <a:xfrm xmlns:a="http://schemas.openxmlformats.org/drawingml/2006/main">
              <a:off x="5524500" y="3448050"/>
              <a:ext cx="133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E2F47"/>
                  </a:solidFill>
                  <a:latin typeface="Times New Roman"/>
                  <a:ea typeface="Times New Roman"/>
                  <a:cs typeface="Times New Roman"/>
                </a:defRPr>
              </a:pPr>
              <a:r>
                <a:rPr sz="975" b="0" i="0">
                  <a:solidFill>
                    <a:srgbClr val="1E2F47"/>
                  </a:solidFill>
                  <a:latin typeface="Times New Roman"/>
                  <a:ea typeface="Times New Roman"/>
                  <a:cs typeface="Times New Roman"/>
                </a:rPr>
                <a:t>task, horizon, authority</a:t>
              </a:r>
            </a:p>
          </p:txBody>
        </p:sp>
        <p:sp>
          <p:nvSpPr>
            <p:cNvPr id="23" name="episode-connector-1">
              <a:extLst xmlns:a="http://schemas.openxmlformats.org/drawingml/2006/main">
                <a:ext uri="{FF2B5EF4-FFF2-40B4-BE49-F238E27FC236}">
                  <a16:creationId xmlns:a16="http://schemas.microsoft.com/office/drawing/2014/main" id="{BB9FB8C4-19AB-4637-8CD3-5509FA402CE3}"/>
                </a:ext>
              </a:extLst>
            </p:cNvPr>
            <p:cNvSpPr>
              <a:spLocks xmlns:a="http://schemas.openxmlformats.org/drawingml/2006/main" noGrp="1"/>
            </p:cNvSpPr>
            <p:nvPr/>
          </p:nvSpPr>
          <p:spPr>
            <a:xfrm xmlns:a="http://schemas.openxmlformats.org/drawingml/2006/main" flipH="0" flipV="0">
              <a:off x="6991350" y="3409950"/>
              <a:ext cx="190500" cy="0"/>
            </a:xfrm>
            <a:prstGeom xmlns:a="http://schemas.openxmlformats.org/drawingml/2006/main" prst="line">
              <a:avLst/>
            </a:prstGeom>
            <a:noFill xmlns:a="http://schemas.openxmlformats.org/drawingml/2006/main"/>
            <a:ln xmlns:a="http://schemas.openxmlformats.org/drawingml/2006/main" w="19050">
              <a:solidFill>
                <a:srgbClr val="467A92"/>
              </a:solidFill>
              <a:prstDash val="solid"/>
            </a:ln>
          </p:spPr>
        </p:sp>
      </p:grpSp>
      <p:grpSp>
        <p:nvGrpSpPr>
          <p:cNvPr id="74" name="group-episode-step-2"/>
          <p:cNvGrpSpPr/>
          <p:nvPr/>
        </p:nvGrpSpPr>
        <p:grpSpPr>
          <ns1:xfrm xmlns:ns1="http://schemas.openxmlformats.org/drawingml/2006/main">
            <ns1:off x="0" y="0"/>
            <ns1:ext cx="15240000" cy="8572500"/>
            <ns1:chOff x="0" y="0"/>
            <ns1:chExt cx="15240000" cy="8572500"/>
          </ns1:xfrm>
        </p:grpSpPr>
        <p:sp>
          <p:nvSpPr>
            <p:cNvPr id="24" name="episode-step-2">
              <a:extLst xmlns:a="http://schemas.openxmlformats.org/drawingml/2006/main">
                <a:ext uri="{FF2B5EF4-FFF2-40B4-BE49-F238E27FC236}">
                  <a16:creationId xmlns:a16="http://schemas.microsoft.com/office/drawing/2014/main" id="{6B226A8A-C278-4047-8313-D652DCC3BB06}"/>
                </a:ext>
              </a:extLst>
            </p:cNvPr>
            <p:cNvSpPr>
              <a:spLocks xmlns:a="http://schemas.openxmlformats.org/drawingml/2006/main" noGrp="1"/>
            </p:cNvSpPr>
            <p:nvPr/>
          </p:nvSpPr>
          <p:spPr>
            <a:xfrm xmlns:a="http://schemas.openxmlformats.org/drawingml/2006/main">
              <a:off x="7181850" y="2724150"/>
              <a:ext cx="1600200" cy="1371600"/>
            </a:xfrm>
            <a:prstGeom xmlns:a="http://schemas.openxmlformats.org/drawingml/2006/main" prst="roundRect">
              <a:avLst>
                <a:gd name="adj" fmla="val 10417"/>
              </a:avLst>
            </a:prstGeom>
            <a:solidFill xmlns:a="http://schemas.openxmlformats.org/drawingml/2006/main">
              <a:srgbClr val="E8F2EA"/>
            </a:solidFill>
            <a:ln xmlns:a="http://schemas.openxmlformats.org/drawingml/2006/main" w="16193">
              <a:solidFill>
                <a:srgbClr val="3E8167"/>
              </a:solidFill>
              <a:prstDash val="solid"/>
            </a:ln>
          </p:spPr>
        </p:sp>
        <p:sp>
          <p:nvSpPr>
            <p:cNvPr id="25" name="episode-step-title-2">
              <a:extLst xmlns:a="http://schemas.openxmlformats.org/drawingml/2006/main">
                <a:ext uri="{FF2B5EF4-FFF2-40B4-BE49-F238E27FC236}">
                  <a16:creationId xmlns:a16="http://schemas.microsoft.com/office/drawing/2014/main" id="{3D7C9121-A558-4FAB-9211-0342CEC87212}"/>
                </a:ext>
              </a:extLst>
            </p:cNvPr>
            <p:cNvSpPr>
              <a:spLocks xmlns:a="http://schemas.openxmlformats.org/drawingml/2006/main" noGrp="1"/>
            </p:cNvSpPr>
            <p:nvPr/>
          </p:nvSpPr>
          <p:spPr>
            <a:xfrm xmlns:a="http://schemas.openxmlformats.org/drawingml/2006/main">
              <a:off x="7296150" y="2914650"/>
              <a:ext cx="1371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i="0">
                  <a:solidFill>
                    <a:srgbClr val="3E8167"/>
                  </a:solidFill>
                  <a:latin typeface="Times New Roman"/>
                  <a:ea typeface="Times New Roman"/>
                  <a:cs typeface="Times New Roman"/>
                </a:defRPr>
              </a:pPr>
              <a:r>
                <a:rPr sz="1050" b="1" i="0">
                  <a:solidFill>
                    <a:srgbClr val="3E8167"/>
                  </a:solidFill>
                  <a:latin typeface="Times New Roman"/>
                  <a:ea typeface="Times New Roman"/>
                  <a:cs typeface="Times New Roman"/>
                </a:rPr>
                <a:t>Time-indexed workspace</a:t>
              </a:r>
            </a:p>
          </p:txBody>
        </p:sp>
        <p:sp>
          <p:nvSpPr>
            <p:cNvPr id="26" name="episode-step-body-2">
              <a:extLst xmlns:a="http://schemas.openxmlformats.org/drawingml/2006/main">
                <a:ext uri="{FF2B5EF4-FFF2-40B4-BE49-F238E27FC236}">
                  <a16:creationId xmlns:a16="http://schemas.microsoft.com/office/drawing/2014/main" id="{1449FCFA-9851-4193-8709-2FF7F6315487}"/>
                </a:ext>
              </a:extLst>
            </p:cNvPr>
            <p:cNvSpPr>
              <a:spLocks xmlns:a="http://schemas.openxmlformats.org/drawingml/2006/main" noGrp="1"/>
            </p:cNvSpPr>
            <p:nvPr/>
          </p:nvSpPr>
          <p:spPr>
            <a:xfrm xmlns:a="http://schemas.openxmlformats.org/drawingml/2006/main">
              <a:off x="7315200" y="3448050"/>
              <a:ext cx="133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E2F47"/>
                  </a:solidFill>
                  <a:latin typeface="Times New Roman"/>
                  <a:ea typeface="Times New Roman"/>
                  <a:cs typeface="Times New Roman"/>
                </a:defRPr>
              </a:pPr>
              <a:r>
                <a:rPr sz="975" b="0" i="0">
                  <a:solidFill>
                    <a:srgbClr val="1E2F47"/>
                  </a:solidFill>
                  <a:latin typeface="Times New Roman"/>
                  <a:ea typeface="Times New Roman"/>
                  <a:cs typeface="Times New Roman"/>
                </a:rPr>
                <a:t>as-of time, visible context</a:t>
              </a:r>
            </a:p>
          </p:txBody>
        </p:sp>
        <p:sp>
          <p:nvSpPr>
            <p:cNvPr id="27" name="episode-connector-2">
              <a:extLst xmlns:a="http://schemas.openxmlformats.org/drawingml/2006/main">
                <a:ext uri="{FF2B5EF4-FFF2-40B4-BE49-F238E27FC236}">
                  <a16:creationId xmlns:a16="http://schemas.microsoft.com/office/drawing/2014/main" id="{BB388756-2087-4964-8CB9-971B1F38E1D0}"/>
                </a:ext>
              </a:extLst>
            </p:cNvPr>
            <p:cNvSpPr>
              <a:spLocks xmlns:a="http://schemas.openxmlformats.org/drawingml/2006/main" noGrp="1"/>
            </p:cNvSpPr>
            <p:nvPr/>
          </p:nvSpPr>
          <p:spPr>
            <a:xfrm xmlns:a="http://schemas.openxmlformats.org/drawingml/2006/main" flipH="0" flipV="0">
              <a:off x="8782050" y="3409950"/>
              <a:ext cx="190500" cy="0"/>
            </a:xfrm>
            <a:prstGeom xmlns:a="http://schemas.openxmlformats.org/drawingml/2006/main" prst="line">
              <a:avLst/>
            </a:prstGeom>
            <a:noFill xmlns:a="http://schemas.openxmlformats.org/drawingml/2006/main"/>
            <a:ln xmlns:a="http://schemas.openxmlformats.org/drawingml/2006/main" w="19050">
              <a:solidFill>
                <a:srgbClr val="467A92"/>
              </a:solidFill>
              <a:prstDash val="solid"/>
            </a:ln>
          </p:spPr>
        </p:sp>
      </p:grpSp>
      <p:grpSp>
        <p:nvGrpSpPr>
          <p:cNvPr id="75" name="group-episode-step-3"/>
          <p:cNvGrpSpPr/>
          <p:nvPr/>
        </p:nvGrpSpPr>
        <p:grpSpPr>
          <ns1:xfrm xmlns:ns1="http://schemas.openxmlformats.org/drawingml/2006/main">
            <ns1:off x="0" y="0"/>
            <ns1:ext cx="15240000" cy="8572500"/>
            <ns1:chOff x="0" y="0"/>
            <ns1:chExt cx="15240000" cy="8572500"/>
          </ns1:xfrm>
        </p:grpSpPr>
        <p:sp>
          <p:nvSpPr>
            <p:cNvPr id="28" name="episode-step-3">
              <a:extLst xmlns:a="http://schemas.openxmlformats.org/drawingml/2006/main">
                <a:ext uri="{FF2B5EF4-FFF2-40B4-BE49-F238E27FC236}">
                  <a16:creationId xmlns:a16="http://schemas.microsoft.com/office/drawing/2014/main" id="{BEEB928C-C524-476E-A830-1F471AF353A1}"/>
                </a:ext>
              </a:extLst>
            </p:cNvPr>
            <p:cNvSpPr>
              <a:spLocks xmlns:a="http://schemas.openxmlformats.org/drawingml/2006/main" noGrp="1"/>
            </p:cNvSpPr>
            <p:nvPr/>
          </p:nvSpPr>
          <p:spPr>
            <a:xfrm xmlns:a="http://schemas.openxmlformats.org/drawingml/2006/main">
              <a:off x="8972550" y="2724150"/>
              <a:ext cx="1600200" cy="1371600"/>
            </a:xfrm>
            <a:prstGeom xmlns:a="http://schemas.openxmlformats.org/drawingml/2006/main" prst="roundRect">
              <a:avLst>
                <a:gd name="adj" fmla="val 10417"/>
              </a:avLst>
            </a:prstGeom>
            <a:solidFill xmlns:a="http://schemas.openxmlformats.org/drawingml/2006/main">
              <a:srgbClr val="E4EFF4"/>
            </a:solidFill>
            <a:ln xmlns:a="http://schemas.openxmlformats.org/drawingml/2006/main" w="16193">
              <a:solidFill>
                <a:srgbClr val="2D6E8F"/>
              </a:solidFill>
              <a:prstDash val="solid"/>
            </a:ln>
          </p:spPr>
        </p:sp>
        <p:sp>
          <p:nvSpPr>
            <p:cNvPr id="29" name="episode-step-title-3">
              <a:extLst xmlns:a="http://schemas.openxmlformats.org/drawingml/2006/main">
                <a:ext uri="{FF2B5EF4-FFF2-40B4-BE49-F238E27FC236}">
                  <a16:creationId xmlns:a16="http://schemas.microsoft.com/office/drawing/2014/main" id="{DE59ECAB-2B73-4006-9E41-719401DC40FC}"/>
                </a:ext>
              </a:extLst>
            </p:cNvPr>
            <p:cNvSpPr>
              <a:spLocks xmlns:a="http://schemas.openxmlformats.org/drawingml/2006/main" noGrp="1"/>
            </p:cNvSpPr>
            <p:nvPr/>
          </p:nvSpPr>
          <p:spPr>
            <a:xfrm xmlns:a="http://schemas.openxmlformats.org/drawingml/2006/main">
              <a:off x="9086850" y="2914650"/>
              <a:ext cx="1371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i="0">
                  <a:solidFill>
                    <a:srgbClr val="2D6E8F"/>
                  </a:solidFill>
                  <a:latin typeface="Times New Roman"/>
                  <a:ea typeface="Times New Roman"/>
                  <a:cs typeface="Times New Roman"/>
                </a:defRPr>
              </a:pPr>
              <a:r>
                <a:rPr sz="1200" b="1" i="0">
                  <a:solidFill>
                    <a:srgbClr val="2D6E8F"/>
                  </a:solidFill>
                  <a:latin typeface="Times New Roman"/>
                  <a:ea typeface="Times New Roman"/>
                  <a:cs typeface="Times New Roman"/>
                </a:rPr>
                <a:t>Tool trace</a:t>
              </a:r>
            </a:p>
          </p:txBody>
        </p:sp>
        <p:sp>
          <p:nvSpPr>
            <p:cNvPr id="30" name="episode-step-body-3">
              <a:extLst xmlns:a="http://schemas.openxmlformats.org/drawingml/2006/main">
                <a:ext uri="{FF2B5EF4-FFF2-40B4-BE49-F238E27FC236}">
                  <a16:creationId xmlns:a16="http://schemas.microsoft.com/office/drawing/2014/main" id="{A9A7B97D-24F6-4563-81F6-CE5AD37BF9F2}"/>
                </a:ext>
              </a:extLst>
            </p:cNvPr>
            <p:cNvSpPr>
              <a:spLocks xmlns:a="http://schemas.openxmlformats.org/drawingml/2006/main" noGrp="1"/>
            </p:cNvSpPr>
            <p:nvPr/>
          </p:nvSpPr>
          <p:spPr>
            <a:xfrm xmlns:a="http://schemas.openxmlformats.org/drawingml/2006/main">
              <a:off x="9105900" y="3448050"/>
              <a:ext cx="133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E2F47"/>
                  </a:solidFill>
                  <a:latin typeface="Times New Roman"/>
                  <a:ea typeface="Times New Roman"/>
                  <a:cs typeface="Times New Roman"/>
                </a:defRPr>
              </a:pPr>
              <a:r>
                <a:rPr sz="975" b="0" i="0">
                  <a:solidFill>
                    <a:srgbClr val="1E2F47"/>
                  </a:solidFill>
                  <a:latin typeface="Times New Roman"/>
                  <a:ea typeface="Times New Roman"/>
                  <a:cs typeface="Times New Roman"/>
                </a:rPr>
                <a:t>calls, artifacts, failures</a:t>
              </a:r>
            </a:p>
          </p:txBody>
        </p:sp>
        <p:sp>
          <p:nvSpPr>
            <p:cNvPr id="31" name="episode-connector-3">
              <a:extLst xmlns:a="http://schemas.openxmlformats.org/drawingml/2006/main">
                <a:ext uri="{FF2B5EF4-FFF2-40B4-BE49-F238E27FC236}">
                  <a16:creationId xmlns:a16="http://schemas.microsoft.com/office/drawing/2014/main" id="{2F0A3BCA-E97A-4ED3-A833-E7D04E134D7D}"/>
                </a:ext>
              </a:extLst>
            </p:cNvPr>
            <p:cNvSpPr>
              <a:spLocks xmlns:a="http://schemas.openxmlformats.org/drawingml/2006/main" noGrp="1"/>
            </p:cNvSpPr>
            <p:nvPr/>
          </p:nvSpPr>
          <p:spPr>
            <a:xfrm xmlns:a="http://schemas.openxmlformats.org/drawingml/2006/main" flipH="0" flipV="0">
              <a:off x="10572750" y="3409950"/>
              <a:ext cx="190500" cy="0"/>
            </a:xfrm>
            <a:prstGeom xmlns:a="http://schemas.openxmlformats.org/drawingml/2006/main" prst="line">
              <a:avLst/>
            </a:prstGeom>
            <a:noFill xmlns:a="http://schemas.openxmlformats.org/drawingml/2006/main"/>
            <a:ln xmlns:a="http://schemas.openxmlformats.org/drawingml/2006/main" w="19050">
              <a:solidFill>
                <a:srgbClr val="467A92"/>
              </a:solidFill>
              <a:prstDash val="solid"/>
            </a:ln>
          </p:spPr>
        </p:sp>
      </p:grpSp>
      <p:grpSp>
        <p:nvGrpSpPr>
          <p:cNvPr id="76" name="group-episode-step-4"/>
          <p:cNvGrpSpPr/>
          <p:nvPr/>
        </p:nvGrpSpPr>
        <p:grpSpPr>
          <ns1:xfrm xmlns:ns1="http://schemas.openxmlformats.org/drawingml/2006/main">
            <ns1:off x="0" y="0"/>
            <ns1:ext cx="15240000" cy="8572500"/>
            <ns1:chOff x="0" y="0"/>
            <ns1:chExt cx="15240000" cy="8572500"/>
          </ns1:xfrm>
        </p:grpSpPr>
        <p:sp>
          <p:nvSpPr>
            <p:cNvPr id="32" name="episode-step-4">
              <a:extLst xmlns:a="http://schemas.openxmlformats.org/drawingml/2006/main">
                <a:ext uri="{FF2B5EF4-FFF2-40B4-BE49-F238E27FC236}">
                  <a16:creationId xmlns:a16="http://schemas.microsoft.com/office/drawing/2014/main" id="{615FBE10-8262-482F-AC78-12C1D946EFD7}"/>
                </a:ext>
              </a:extLst>
            </p:cNvPr>
            <p:cNvSpPr>
              <a:spLocks xmlns:a="http://schemas.openxmlformats.org/drawingml/2006/main" noGrp="1"/>
            </p:cNvSpPr>
            <p:nvPr/>
          </p:nvSpPr>
          <p:spPr>
            <a:xfrm xmlns:a="http://schemas.openxmlformats.org/drawingml/2006/main">
              <a:off x="10763250" y="2724150"/>
              <a:ext cx="1600200" cy="1371600"/>
            </a:xfrm>
            <a:prstGeom xmlns:a="http://schemas.openxmlformats.org/drawingml/2006/main" prst="roundRect">
              <a:avLst>
                <a:gd name="adj" fmla="val 10417"/>
              </a:avLst>
            </a:prstGeom>
            <a:solidFill xmlns:a="http://schemas.openxmlformats.org/drawingml/2006/main">
              <a:srgbClr val="E9F0F4"/>
            </a:solidFill>
            <a:ln xmlns:a="http://schemas.openxmlformats.org/drawingml/2006/main" w="16193">
              <a:solidFill>
                <a:srgbClr val="467A92"/>
              </a:solidFill>
              <a:prstDash val="solid"/>
            </a:ln>
          </p:spPr>
        </p:sp>
        <p:sp>
          <p:nvSpPr>
            <p:cNvPr id="33" name="episode-step-title-4">
              <a:extLst xmlns:a="http://schemas.openxmlformats.org/drawingml/2006/main">
                <a:ext uri="{FF2B5EF4-FFF2-40B4-BE49-F238E27FC236}">
                  <a16:creationId xmlns:a16="http://schemas.microsoft.com/office/drawing/2014/main" id="{C1046C93-A7B5-4567-BD1B-5ED4EF1F6645}"/>
                </a:ext>
              </a:extLst>
            </p:cNvPr>
            <p:cNvSpPr>
              <a:spLocks xmlns:a="http://schemas.openxmlformats.org/drawingml/2006/main" noGrp="1"/>
            </p:cNvSpPr>
            <p:nvPr/>
          </p:nvSpPr>
          <p:spPr>
            <a:xfrm xmlns:a="http://schemas.openxmlformats.org/drawingml/2006/main">
              <a:off x="10877550" y="2914650"/>
              <a:ext cx="1371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i="0">
                  <a:solidFill>
                    <a:srgbClr val="467A92"/>
                  </a:solidFill>
                  <a:latin typeface="Times New Roman"/>
                  <a:ea typeface="Times New Roman"/>
                  <a:cs typeface="Times New Roman"/>
                </a:defRPr>
              </a:pPr>
              <a:r>
                <a:rPr sz="1050" b="1" i="0">
                  <a:solidFill>
                    <a:srgbClr val="467A92"/>
                  </a:solidFill>
                  <a:latin typeface="Times New Roman"/>
                  <a:ea typeface="Times New Roman"/>
                  <a:cs typeface="Times New Roman"/>
                </a:rPr>
                <a:t>Evidence and validator</a:t>
              </a:r>
            </a:p>
          </p:txBody>
        </p:sp>
        <p:sp>
          <p:nvSpPr>
            <p:cNvPr id="34" name="episode-step-body-4">
              <a:extLst xmlns:a="http://schemas.openxmlformats.org/drawingml/2006/main">
                <a:ext uri="{FF2B5EF4-FFF2-40B4-BE49-F238E27FC236}">
                  <a16:creationId xmlns:a16="http://schemas.microsoft.com/office/drawing/2014/main" id="{2E017601-94C0-4621-A8D8-3D1DC135C882}"/>
                </a:ext>
              </a:extLst>
            </p:cNvPr>
            <p:cNvSpPr>
              <a:spLocks xmlns:a="http://schemas.openxmlformats.org/drawingml/2006/main" noGrp="1"/>
            </p:cNvSpPr>
            <p:nvPr/>
          </p:nvSpPr>
          <p:spPr>
            <a:xfrm xmlns:a="http://schemas.openxmlformats.org/drawingml/2006/main">
              <a:off x="10896600" y="3448050"/>
              <a:ext cx="133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E2F47"/>
                  </a:solidFill>
                  <a:latin typeface="Times New Roman"/>
                  <a:ea typeface="Times New Roman"/>
                  <a:cs typeface="Times New Roman"/>
                </a:defRPr>
              </a:pPr>
              <a:r>
                <a:rPr sz="975" b="0" i="0">
                  <a:solidFill>
                    <a:srgbClr val="1E2F47"/>
                  </a:solidFill>
                  <a:latin typeface="Times New Roman"/>
                  <a:ea typeface="Times New Roman"/>
                  <a:cs typeface="Times New Roman"/>
                </a:rPr>
                <a:t>checks, revisions, provenance</a:t>
              </a:r>
            </a:p>
          </p:txBody>
        </p:sp>
        <p:sp>
          <p:nvSpPr>
            <p:cNvPr id="35" name="episode-connector-4">
              <a:extLst xmlns:a="http://schemas.openxmlformats.org/drawingml/2006/main">
                <a:ext uri="{FF2B5EF4-FFF2-40B4-BE49-F238E27FC236}">
                  <a16:creationId xmlns:a16="http://schemas.microsoft.com/office/drawing/2014/main" id="{09899851-6DCD-4375-96D6-D415FC870A8B}"/>
                </a:ext>
              </a:extLst>
            </p:cNvPr>
            <p:cNvSpPr>
              <a:spLocks xmlns:a="http://schemas.openxmlformats.org/drawingml/2006/main" noGrp="1"/>
            </p:cNvSpPr>
            <p:nvPr/>
          </p:nvSpPr>
          <p:spPr>
            <a:xfrm xmlns:a="http://schemas.openxmlformats.org/drawingml/2006/main" flipH="0" flipV="0">
              <a:off x="12363450" y="3409950"/>
              <a:ext cx="190500" cy="0"/>
            </a:xfrm>
            <a:prstGeom xmlns:a="http://schemas.openxmlformats.org/drawingml/2006/main" prst="line">
              <a:avLst/>
            </a:prstGeom>
            <a:noFill xmlns:a="http://schemas.openxmlformats.org/drawingml/2006/main"/>
            <a:ln xmlns:a="http://schemas.openxmlformats.org/drawingml/2006/main" w="19050">
              <a:solidFill>
                <a:srgbClr val="467A92"/>
              </a:solidFill>
              <a:prstDash val="solid"/>
            </a:ln>
          </p:spPr>
        </p:sp>
      </p:grpSp>
      <p:grpSp>
        <p:nvGrpSpPr>
          <p:cNvPr id="77" name="group-episode-step-5"/>
          <p:cNvGrpSpPr/>
          <p:nvPr/>
        </p:nvGrpSpPr>
        <p:grpSpPr>
          <ns1:xfrm xmlns:ns1="http://schemas.openxmlformats.org/drawingml/2006/main">
            <ns1:off x="0" y="0"/>
            <ns1:ext cx="15240000" cy="8572500"/>
            <ns1:chOff x="0" y="0"/>
            <ns1:chExt cx="15240000" cy="8572500"/>
          </ns1:xfrm>
        </p:grpSpPr>
        <p:sp>
          <p:nvSpPr>
            <p:cNvPr id="36" name="episode-step-5">
              <a:extLst xmlns:a="http://schemas.openxmlformats.org/drawingml/2006/main">
                <a:ext uri="{FF2B5EF4-FFF2-40B4-BE49-F238E27FC236}">
                  <a16:creationId xmlns:a16="http://schemas.microsoft.com/office/drawing/2014/main" id="{18F4F14D-B7B2-462E-84E1-5ADDFB697EE2}"/>
                </a:ext>
              </a:extLst>
            </p:cNvPr>
            <p:cNvSpPr>
              <a:spLocks xmlns:a="http://schemas.openxmlformats.org/drawingml/2006/main" noGrp="1"/>
            </p:cNvSpPr>
            <p:nvPr/>
          </p:nvSpPr>
          <p:spPr>
            <a:xfrm xmlns:a="http://schemas.openxmlformats.org/drawingml/2006/main">
              <a:off x="12553950" y="2724150"/>
              <a:ext cx="1600200" cy="1371600"/>
            </a:xfrm>
            <a:prstGeom xmlns:a="http://schemas.openxmlformats.org/drawingml/2006/main" prst="roundRect">
              <a:avLst>
                <a:gd name="adj" fmla="val 10417"/>
              </a:avLst>
            </a:prstGeom>
            <a:solidFill xmlns:a="http://schemas.openxmlformats.org/drawingml/2006/main">
              <a:srgbClr val="F8F1DF"/>
            </a:solidFill>
            <a:ln xmlns:a="http://schemas.openxmlformats.org/drawingml/2006/main" w="16193">
              <a:solidFill>
                <a:srgbClr val="B78324"/>
              </a:solidFill>
              <a:prstDash val="solid"/>
            </a:ln>
          </p:spPr>
        </p:sp>
        <p:sp>
          <p:nvSpPr>
            <p:cNvPr id="37" name="episode-step-title-5">
              <a:extLst xmlns:a="http://schemas.openxmlformats.org/drawingml/2006/main">
                <a:ext uri="{FF2B5EF4-FFF2-40B4-BE49-F238E27FC236}">
                  <a16:creationId xmlns:a16="http://schemas.microsoft.com/office/drawing/2014/main" id="{8282B8DE-C44C-4250-A36E-BB67FCE9C4A3}"/>
                </a:ext>
              </a:extLst>
            </p:cNvPr>
            <p:cNvSpPr>
              <a:spLocks xmlns:a="http://schemas.openxmlformats.org/drawingml/2006/main" noGrp="1"/>
            </p:cNvSpPr>
            <p:nvPr/>
          </p:nvSpPr>
          <p:spPr>
            <a:xfrm xmlns:a="http://schemas.openxmlformats.org/drawingml/2006/main">
              <a:off x="12668250" y="2914650"/>
              <a:ext cx="1371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i="0">
                  <a:solidFill>
                    <a:srgbClr val="B78324"/>
                  </a:solidFill>
                  <a:latin typeface="Times New Roman"/>
                  <a:ea typeface="Times New Roman"/>
                  <a:cs typeface="Times New Roman"/>
                </a:defRPr>
              </a:pPr>
              <a:r>
                <a:rPr sz="1200" b="1" i="0">
                  <a:solidFill>
                    <a:srgbClr val="B78324"/>
                  </a:solidFill>
                  <a:latin typeface="Times New Roman"/>
                  <a:ea typeface="Times New Roman"/>
                  <a:cs typeface="Times New Roman"/>
                </a:rPr>
                <a:t>Outcome and cost</a:t>
              </a:r>
            </a:p>
          </p:txBody>
        </p:sp>
        <p:sp>
          <p:nvSpPr>
            <p:cNvPr id="38" name="episode-step-body-5">
              <a:extLst xmlns:a="http://schemas.openxmlformats.org/drawingml/2006/main">
                <a:ext uri="{FF2B5EF4-FFF2-40B4-BE49-F238E27FC236}">
                  <a16:creationId xmlns:a16="http://schemas.microsoft.com/office/drawing/2014/main" id="{B5CD662B-4705-4E76-82B1-198054B161CC}"/>
                </a:ext>
              </a:extLst>
            </p:cNvPr>
            <p:cNvSpPr>
              <a:spLocks xmlns:a="http://schemas.openxmlformats.org/drawingml/2006/main" noGrp="1"/>
            </p:cNvSpPr>
            <p:nvPr/>
          </p:nvSpPr>
          <p:spPr>
            <a:xfrm xmlns:a="http://schemas.openxmlformats.org/drawingml/2006/main">
              <a:off x="12687300" y="3448050"/>
              <a:ext cx="133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E2F47"/>
                  </a:solidFill>
                  <a:latin typeface="Times New Roman"/>
                  <a:ea typeface="Times New Roman"/>
                  <a:cs typeface="Times New Roman"/>
                </a:defRPr>
              </a:pPr>
              <a:r>
                <a:rPr sz="975" b="0" i="0">
                  <a:solidFill>
                    <a:srgbClr val="1E2F47"/>
                  </a:solidFill>
                  <a:latin typeface="Times New Roman"/>
                  <a:ea typeface="Times New Roman"/>
                  <a:cs typeface="Times New Roman"/>
                </a:rPr>
                <a:t>metric, utility, budget</a:t>
              </a:r>
            </a:p>
          </p:txBody>
        </p:sp>
      </p:grpSp>
      <p:grpSp>
        <p:nvGrpSpPr>
          <p:cNvPr id="78" name="group-evidence-field-1"/>
          <p:cNvGrpSpPr/>
          <p:nvPr/>
        </p:nvGrpSpPr>
        <p:grpSpPr>
          <ns1:xfrm xmlns:ns1="http://schemas.openxmlformats.org/drawingml/2006/main">
            <ns1:off x="0" y="0"/>
            <ns1:ext cx="15240000" cy="8572500"/>
            <ns1:chOff x="0" y="0"/>
            <ns1:chExt cx="15240000" cy="8572500"/>
          </ns1:xfrm>
        </p:grpSpPr>
        <p:sp>
          <p:nvSpPr>
            <p:cNvPr id="39" name="evidence-field-1">
              <a:extLst xmlns:a="http://schemas.openxmlformats.org/drawingml/2006/main">
                <a:ext uri="{FF2B5EF4-FFF2-40B4-BE49-F238E27FC236}">
                  <a16:creationId xmlns:a16="http://schemas.microsoft.com/office/drawing/2014/main" id="{6E7EE6B3-3AAA-42FB-AB1E-93F64C405F1F}"/>
                </a:ext>
              </a:extLst>
            </p:cNvPr>
            <p:cNvSpPr>
              <a:spLocks xmlns:a="http://schemas.openxmlformats.org/drawingml/2006/main" noGrp="1"/>
            </p:cNvSpPr>
            <p:nvPr/>
          </p:nvSpPr>
          <p:spPr>
            <a:xfrm xmlns:a="http://schemas.openxmlformats.org/drawingml/2006/main">
              <a:off x="5391150" y="4686300"/>
              <a:ext cx="2019300" cy="838200"/>
            </a:xfrm>
            <a:prstGeom xmlns:a="http://schemas.openxmlformats.org/drawingml/2006/main" prst="roundRect">
              <a:avLst>
                <a:gd name="adj" fmla="val 13636"/>
              </a:avLst>
            </a:prstGeom>
            <a:solidFill xmlns:a="http://schemas.openxmlformats.org/drawingml/2006/main">
              <a:srgbClr val="FBFBF8"/>
            </a:solidFill>
            <a:ln xmlns:a="http://schemas.openxmlformats.org/drawingml/2006/main" w="11430">
              <a:solidFill>
                <a:srgbClr val="467A92"/>
              </a:solidFill>
              <a:prstDash val="solid"/>
            </a:ln>
          </p:spPr>
        </p:sp>
        <p:sp>
          <p:nvSpPr>
            <p:cNvPr id="40" name="evidence-field-title-1">
              <a:extLst xmlns:a="http://schemas.openxmlformats.org/drawingml/2006/main">
                <a:ext uri="{FF2B5EF4-FFF2-40B4-BE49-F238E27FC236}">
                  <a16:creationId xmlns:a16="http://schemas.microsoft.com/office/drawing/2014/main" id="{7090BE60-A6CB-4BA3-8A50-366D7C7E44D5}"/>
                </a:ext>
              </a:extLst>
            </p:cNvPr>
            <p:cNvSpPr>
              <a:spLocks xmlns:a="http://schemas.openxmlformats.org/drawingml/2006/main" noGrp="1"/>
            </p:cNvSpPr>
            <p:nvPr/>
          </p:nvSpPr>
          <p:spPr>
            <a:xfrm xmlns:a="http://schemas.openxmlformats.org/drawingml/2006/main">
              <a:off x="5486400" y="4838700"/>
              <a:ext cx="1828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i="0">
                  <a:solidFill>
                    <a:srgbClr val="467A92"/>
                  </a:solidFill>
                  <a:latin typeface="Times New Roman"/>
                  <a:ea typeface="Times New Roman"/>
                  <a:cs typeface="Times New Roman"/>
                </a:defRPr>
              </a:pPr>
              <a:r>
                <a:rPr sz="1125" b="1" i="0">
                  <a:solidFill>
                    <a:srgbClr val="467A92"/>
                  </a:solidFill>
                  <a:latin typeface="Times New Roman"/>
                  <a:ea typeface="Times New Roman"/>
                  <a:cs typeface="Times New Roman"/>
                </a:rPr>
                <a:t>availability</a:t>
              </a:r>
            </a:p>
          </p:txBody>
        </p:sp>
        <p:sp>
          <p:nvSpPr>
            <p:cNvPr id="41" name="evidence-field-body-1">
              <a:extLst xmlns:a="http://schemas.openxmlformats.org/drawingml/2006/main">
                <a:ext uri="{FF2B5EF4-FFF2-40B4-BE49-F238E27FC236}">
                  <a16:creationId xmlns:a16="http://schemas.microsoft.com/office/drawing/2014/main" id="{A3326B11-60BD-4ECB-A66E-FD4AABF3A6DF}"/>
                </a:ext>
              </a:extLst>
            </p:cNvPr>
            <p:cNvSpPr>
              <a:spLocks xmlns:a="http://schemas.openxmlformats.org/drawingml/2006/main" noGrp="1"/>
            </p:cNvSpPr>
            <p:nvPr/>
          </p:nvSpPr>
          <p:spPr>
            <a:xfrm xmlns:a="http://schemas.openxmlformats.org/drawingml/2006/main">
              <a:off x="5505450" y="5105400"/>
              <a:ext cx="1790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38" b="0" i="0">
                  <a:solidFill>
                    <a:srgbClr val="6B7280"/>
                  </a:solidFill>
                  <a:latin typeface="Times New Roman"/>
                  <a:ea typeface="Times New Roman"/>
                  <a:cs typeface="Times New Roman"/>
                </a:defRPr>
              </a:pPr>
              <a:r>
                <a:rPr sz="938" b="0" i="0">
                  <a:solidFill>
                    <a:srgbClr val="6B7280"/>
                  </a:solidFill>
                  <a:latin typeface="Times New Roman"/>
                  <a:ea typeface="Times New Roman"/>
                  <a:cs typeface="Times New Roman"/>
                </a:rPr>
                <a:t>what was visible at the declared time</a:t>
              </a:r>
            </a:p>
          </p:txBody>
        </p:sp>
      </p:grpSp>
      <p:grpSp>
        <p:nvGrpSpPr>
          <p:cNvPr id="79" name="group-evidence-field-2"/>
          <p:cNvGrpSpPr/>
          <p:nvPr/>
        </p:nvGrpSpPr>
        <p:grpSpPr>
          <ns1:xfrm xmlns:ns1="http://schemas.openxmlformats.org/drawingml/2006/main">
            <ns1:off x="0" y="0"/>
            <ns1:ext cx="15240000" cy="8572500"/>
            <ns1:chOff x="0" y="0"/>
            <ns1:chExt cx="15240000" cy="8572500"/>
          </ns1:xfrm>
        </p:grpSpPr>
        <p:sp>
          <p:nvSpPr>
            <p:cNvPr id="42" name="evidence-field-2">
              <a:extLst xmlns:a="http://schemas.openxmlformats.org/drawingml/2006/main">
                <a:ext uri="{FF2B5EF4-FFF2-40B4-BE49-F238E27FC236}">
                  <a16:creationId xmlns:a16="http://schemas.microsoft.com/office/drawing/2014/main" id="{5D1980C4-E92E-4B96-A861-4F2D2954BAA7}"/>
                </a:ext>
              </a:extLst>
            </p:cNvPr>
            <p:cNvSpPr>
              <a:spLocks xmlns:a="http://schemas.openxmlformats.org/drawingml/2006/main" noGrp="1"/>
            </p:cNvSpPr>
            <p:nvPr/>
          </p:nvSpPr>
          <p:spPr>
            <a:xfrm xmlns:a="http://schemas.openxmlformats.org/drawingml/2006/main">
              <a:off x="7639050" y="4686300"/>
              <a:ext cx="2019300" cy="838200"/>
            </a:xfrm>
            <a:prstGeom xmlns:a="http://schemas.openxmlformats.org/drawingml/2006/main" prst="roundRect">
              <a:avLst>
                <a:gd name="adj" fmla="val 13636"/>
              </a:avLst>
            </a:prstGeom>
            <a:solidFill xmlns:a="http://schemas.openxmlformats.org/drawingml/2006/main">
              <a:srgbClr val="FBFBF8"/>
            </a:solidFill>
            <a:ln xmlns:a="http://schemas.openxmlformats.org/drawingml/2006/main" w="11430">
              <a:solidFill>
                <a:srgbClr val="467A92"/>
              </a:solidFill>
              <a:prstDash val="solid"/>
            </a:ln>
          </p:spPr>
        </p:sp>
        <p:sp>
          <p:nvSpPr>
            <p:cNvPr id="43" name="evidence-field-title-2">
              <a:extLst xmlns:a="http://schemas.openxmlformats.org/drawingml/2006/main">
                <a:ext uri="{FF2B5EF4-FFF2-40B4-BE49-F238E27FC236}">
                  <a16:creationId xmlns:a16="http://schemas.microsoft.com/office/drawing/2014/main" id="{77AA3CAE-08F2-43D2-9B2D-C0B40424F7F0}"/>
                </a:ext>
              </a:extLst>
            </p:cNvPr>
            <p:cNvSpPr>
              <a:spLocks xmlns:a="http://schemas.openxmlformats.org/drawingml/2006/main" noGrp="1"/>
            </p:cNvSpPr>
            <p:nvPr/>
          </p:nvSpPr>
          <p:spPr>
            <a:xfrm xmlns:a="http://schemas.openxmlformats.org/drawingml/2006/main">
              <a:off x="7734300" y="4838700"/>
              <a:ext cx="1828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i="0">
                  <a:solidFill>
                    <a:srgbClr val="467A92"/>
                  </a:solidFill>
                  <a:latin typeface="Times New Roman"/>
                  <a:ea typeface="Times New Roman"/>
                  <a:cs typeface="Times New Roman"/>
                </a:defRPr>
              </a:pPr>
              <a:r>
                <a:rPr sz="1125" b="1" i="0">
                  <a:solidFill>
                    <a:srgbClr val="467A92"/>
                  </a:solidFill>
                  <a:latin typeface="Times New Roman"/>
                  <a:ea typeface="Times New Roman"/>
                  <a:cs typeface="Times New Roman"/>
                </a:rPr>
                <a:t>execution</a:t>
              </a:r>
            </a:p>
          </p:txBody>
        </p:sp>
        <p:sp>
          <p:nvSpPr>
            <p:cNvPr id="44" name="evidence-field-body-2">
              <a:extLst xmlns:a="http://schemas.openxmlformats.org/drawingml/2006/main">
                <a:ext uri="{FF2B5EF4-FFF2-40B4-BE49-F238E27FC236}">
                  <a16:creationId xmlns:a16="http://schemas.microsoft.com/office/drawing/2014/main" id="{200856EE-F3BE-48E8-B71F-74797B5B1413}"/>
                </a:ext>
              </a:extLst>
            </p:cNvPr>
            <p:cNvSpPr>
              <a:spLocks xmlns:a="http://schemas.openxmlformats.org/drawingml/2006/main" noGrp="1"/>
            </p:cNvSpPr>
            <p:nvPr/>
          </p:nvSpPr>
          <p:spPr>
            <a:xfrm xmlns:a="http://schemas.openxmlformats.org/drawingml/2006/main">
              <a:off x="7753350" y="5105400"/>
              <a:ext cx="1790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38" b="0" i="0">
                  <a:solidFill>
                    <a:srgbClr val="6B7280"/>
                  </a:solidFill>
                  <a:latin typeface="Times New Roman"/>
                  <a:ea typeface="Times New Roman"/>
                  <a:cs typeface="Times New Roman"/>
                </a:defRPr>
              </a:pPr>
              <a:r>
                <a:rPr sz="938" b="0" i="0">
                  <a:solidFill>
                    <a:srgbClr val="6B7280"/>
                  </a:solidFill>
                  <a:latin typeface="Times New Roman"/>
                  <a:ea typeface="Times New Roman"/>
                  <a:cs typeface="Times New Roman"/>
                </a:rPr>
                <a:t>which tool and model versions ran</a:t>
              </a:r>
            </a:p>
          </p:txBody>
        </p:sp>
      </p:grpSp>
      <p:grpSp>
        <p:nvGrpSpPr>
          <p:cNvPr id="80" name="group-evidence-field-3"/>
          <p:cNvGrpSpPr/>
          <p:nvPr/>
        </p:nvGrpSpPr>
        <p:grpSpPr>
          <ns1:xfrm xmlns:ns1="http://schemas.openxmlformats.org/drawingml/2006/main">
            <ns1:off x="0" y="0"/>
            <ns1:ext cx="15240000" cy="8572500"/>
            <ns1:chOff x="0" y="0"/>
            <ns1:chExt cx="15240000" cy="8572500"/>
          </ns1:xfrm>
        </p:grpSpPr>
        <p:sp>
          <p:nvSpPr>
            <p:cNvPr id="45" name="evidence-field-3">
              <a:extLst xmlns:a="http://schemas.openxmlformats.org/drawingml/2006/main">
                <a:ext uri="{FF2B5EF4-FFF2-40B4-BE49-F238E27FC236}">
                  <a16:creationId xmlns:a16="http://schemas.microsoft.com/office/drawing/2014/main" id="{93E4AF68-8E05-47C2-8AE8-271D45ED546D}"/>
                </a:ext>
              </a:extLst>
            </p:cNvPr>
            <p:cNvSpPr>
              <a:spLocks xmlns:a="http://schemas.openxmlformats.org/drawingml/2006/main" noGrp="1"/>
            </p:cNvSpPr>
            <p:nvPr/>
          </p:nvSpPr>
          <p:spPr>
            <a:xfrm xmlns:a="http://schemas.openxmlformats.org/drawingml/2006/main">
              <a:off x="9886950" y="4686300"/>
              <a:ext cx="2019300" cy="838200"/>
            </a:xfrm>
            <a:prstGeom xmlns:a="http://schemas.openxmlformats.org/drawingml/2006/main" prst="roundRect">
              <a:avLst>
                <a:gd name="adj" fmla="val 13636"/>
              </a:avLst>
            </a:prstGeom>
            <a:solidFill xmlns:a="http://schemas.openxmlformats.org/drawingml/2006/main">
              <a:srgbClr val="FBFBF8"/>
            </a:solidFill>
            <a:ln xmlns:a="http://schemas.openxmlformats.org/drawingml/2006/main" w="11430">
              <a:solidFill>
                <a:srgbClr val="467A92"/>
              </a:solidFill>
              <a:prstDash val="solid"/>
            </a:ln>
          </p:spPr>
        </p:sp>
        <p:sp>
          <p:nvSpPr>
            <p:cNvPr id="46" name="evidence-field-title-3">
              <a:extLst xmlns:a="http://schemas.openxmlformats.org/drawingml/2006/main">
                <a:ext uri="{FF2B5EF4-FFF2-40B4-BE49-F238E27FC236}">
                  <a16:creationId xmlns:a16="http://schemas.microsoft.com/office/drawing/2014/main" id="{D26D4BAB-802C-4DCE-A64B-E0F2E715897E}"/>
                </a:ext>
              </a:extLst>
            </p:cNvPr>
            <p:cNvSpPr>
              <a:spLocks xmlns:a="http://schemas.openxmlformats.org/drawingml/2006/main" noGrp="1"/>
            </p:cNvSpPr>
            <p:nvPr/>
          </p:nvSpPr>
          <p:spPr>
            <a:xfrm xmlns:a="http://schemas.openxmlformats.org/drawingml/2006/main">
              <a:off x="9982200" y="4838700"/>
              <a:ext cx="1828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i="0">
                  <a:solidFill>
                    <a:srgbClr val="467A92"/>
                  </a:solidFill>
                  <a:latin typeface="Times New Roman"/>
                  <a:ea typeface="Times New Roman"/>
                  <a:cs typeface="Times New Roman"/>
                </a:defRPr>
              </a:pPr>
              <a:r>
                <a:rPr sz="1125" b="1" i="0">
                  <a:solidFill>
                    <a:srgbClr val="467A92"/>
                  </a:solidFill>
                  <a:latin typeface="Times New Roman"/>
                  <a:ea typeface="Times New Roman"/>
                  <a:cs typeface="Times New Roman"/>
                </a:rPr>
                <a:t>revision</a:t>
              </a:r>
            </a:p>
          </p:txBody>
        </p:sp>
        <p:sp>
          <p:nvSpPr>
            <p:cNvPr id="47" name="evidence-field-body-3">
              <a:extLst xmlns:a="http://schemas.openxmlformats.org/drawingml/2006/main">
                <a:ext uri="{FF2B5EF4-FFF2-40B4-BE49-F238E27FC236}">
                  <a16:creationId xmlns:a16="http://schemas.microsoft.com/office/drawing/2014/main" id="{7413549A-45B9-424C-BB76-9F7303985BC5}"/>
                </a:ext>
              </a:extLst>
            </p:cNvPr>
            <p:cNvSpPr>
              <a:spLocks xmlns:a="http://schemas.openxmlformats.org/drawingml/2006/main" noGrp="1"/>
            </p:cNvSpPr>
            <p:nvPr/>
          </p:nvSpPr>
          <p:spPr>
            <a:xfrm xmlns:a="http://schemas.openxmlformats.org/drawingml/2006/main">
              <a:off x="10001250" y="5105400"/>
              <a:ext cx="1790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38" b="0" i="0">
                  <a:solidFill>
                    <a:srgbClr val="6B7280"/>
                  </a:solidFill>
                  <a:latin typeface="Times New Roman"/>
                  <a:ea typeface="Times New Roman"/>
                  <a:cs typeface="Times New Roman"/>
                </a:defRPr>
              </a:pPr>
              <a:r>
                <a:rPr sz="938" b="0" i="0">
                  <a:solidFill>
                    <a:srgbClr val="6B7280"/>
                  </a:solidFill>
                  <a:latin typeface="Times New Roman"/>
                  <a:ea typeface="Times New Roman"/>
                  <a:cs typeface="Times New Roman"/>
                </a:rPr>
                <a:t>what changed after feedback</a:t>
              </a:r>
            </a:p>
          </p:txBody>
        </p:sp>
      </p:grpSp>
      <p:grpSp>
        <p:nvGrpSpPr>
          <p:cNvPr id="81" name="group-evidence-field-4"/>
          <p:cNvGrpSpPr/>
          <p:nvPr/>
        </p:nvGrpSpPr>
        <p:grpSpPr>
          <ns1:xfrm xmlns:ns1="http://schemas.openxmlformats.org/drawingml/2006/main">
            <ns1:off x="0" y="0"/>
            <ns1:ext cx="15240000" cy="8572500"/>
            <ns1:chOff x="0" y="0"/>
            <ns1:chExt cx="15240000" cy="8572500"/>
          </ns1:xfrm>
        </p:grpSpPr>
        <p:sp>
          <p:nvSpPr>
            <p:cNvPr id="48" name="evidence-field-4">
              <a:extLst xmlns:a="http://schemas.openxmlformats.org/drawingml/2006/main">
                <a:ext uri="{FF2B5EF4-FFF2-40B4-BE49-F238E27FC236}">
                  <a16:creationId xmlns:a16="http://schemas.microsoft.com/office/drawing/2014/main" id="{4F88B6A6-B6E5-45F8-9766-470126D13562}"/>
                </a:ext>
              </a:extLst>
            </p:cNvPr>
            <p:cNvSpPr>
              <a:spLocks xmlns:a="http://schemas.openxmlformats.org/drawingml/2006/main" noGrp="1"/>
            </p:cNvSpPr>
            <p:nvPr/>
          </p:nvSpPr>
          <p:spPr>
            <a:xfrm xmlns:a="http://schemas.openxmlformats.org/drawingml/2006/main">
              <a:off x="12134850" y="4686300"/>
              <a:ext cx="2019300" cy="838200"/>
            </a:xfrm>
            <a:prstGeom xmlns:a="http://schemas.openxmlformats.org/drawingml/2006/main" prst="roundRect">
              <a:avLst>
                <a:gd name="adj" fmla="val 13636"/>
              </a:avLst>
            </a:prstGeom>
            <a:solidFill xmlns:a="http://schemas.openxmlformats.org/drawingml/2006/main">
              <a:srgbClr val="FBFBF8"/>
            </a:solidFill>
            <a:ln xmlns:a="http://schemas.openxmlformats.org/drawingml/2006/main" w="11430">
              <a:solidFill>
                <a:srgbClr val="467A92"/>
              </a:solidFill>
              <a:prstDash val="solid"/>
            </a:ln>
          </p:spPr>
        </p:sp>
        <p:sp>
          <p:nvSpPr>
            <p:cNvPr id="49" name="evidence-field-title-4">
              <a:extLst xmlns:a="http://schemas.openxmlformats.org/drawingml/2006/main">
                <a:ext uri="{FF2B5EF4-FFF2-40B4-BE49-F238E27FC236}">
                  <a16:creationId xmlns:a16="http://schemas.microsoft.com/office/drawing/2014/main" id="{56A99999-3922-4D4B-9460-672E777E3599}"/>
                </a:ext>
              </a:extLst>
            </p:cNvPr>
            <p:cNvSpPr>
              <a:spLocks xmlns:a="http://schemas.openxmlformats.org/drawingml/2006/main" noGrp="1"/>
            </p:cNvSpPr>
            <p:nvPr/>
          </p:nvSpPr>
          <p:spPr>
            <a:xfrm xmlns:a="http://schemas.openxmlformats.org/drawingml/2006/main">
              <a:off x="12230100" y="4838700"/>
              <a:ext cx="1828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i="0">
                  <a:solidFill>
                    <a:srgbClr val="467A92"/>
                  </a:solidFill>
                  <a:latin typeface="Times New Roman"/>
                  <a:ea typeface="Times New Roman"/>
                  <a:cs typeface="Times New Roman"/>
                </a:defRPr>
              </a:pPr>
              <a:r>
                <a:rPr sz="1125" b="1" i="0">
                  <a:solidFill>
                    <a:srgbClr val="467A92"/>
                  </a:solidFill>
                  <a:latin typeface="Times New Roman"/>
                  <a:ea typeface="Times New Roman"/>
                  <a:cs typeface="Times New Roman"/>
                </a:rPr>
                <a:t>reproducibility</a:t>
              </a:r>
            </a:p>
          </p:txBody>
        </p:sp>
        <p:sp>
          <p:nvSpPr>
            <p:cNvPr id="50" name="evidence-field-body-4">
              <a:extLst xmlns:a="http://schemas.openxmlformats.org/drawingml/2006/main">
                <a:ext uri="{FF2B5EF4-FFF2-40B4-BE49-F238E27FC236}">
                  <a16:creationId xmlns:a16="http://schemas.microsoft.com/office/drawing/2014/main" id="{720A677E-C456-4108-905C-F3129375A2EE}"/>
                </a:ext>
              </a:extLst>
            </p:cNvPr>
            <p:cNvSpPr>
              <a:spLocks xmlns:a="http://schemas.openxmlformats.org/drawingml/2006/main" noGrp="1"/>
            </p:cNvSpPr>
            <p:nvPr/>
          </p:nvSpPr>
          <p:spPr>
            <a:xfrm xmlns:a="http://schemas.openxmlformats.org/drawingml/2006/main">
              <a:off x="12249150" y="5105400"/>
              <a:ext cx="1790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38" b="0" i="0">
                  <a:solidFill>
                    <a:srgbClr val="6B7280"/>
                  </a:solidFill>
                  <a:latin typeface="Times New Roman"/>
                  <a:ea typeface="Times New Roman"/>
                  <a:cs typeface="Times New Roman"/>
                </a:defRPr>
              </a:pPr>
              <a:r>
                <a:rPr sz="938" b="0" i="0">
                  <a:solidFill>
                    <a:srgbClr val="6B7280"/>
                  </a:solidFill>
                  <a:latin typeface="Times New Roman"/>
                  <a:ea typeface="Times New Roman"/>
                  <a:cs typeface="Times New Roman"/>
                </a:rPr>
                <a:t>what another evaluator can replay</a:t>
              </a:r>
            </a:p>
          </p:txBody>
        </p:sp>
      </p:grpSp>
      <p:grpSp>
        <p:nvGrpSpPr>
          <p:cNvPr id="82" name="group-remaining-components"/>
          <p:cNvGrpSpPr/>
          <p:nvPr/>
        </p:nvGrpSpPr>
        <p:grpSpPr>
          <ns1:xfrm xmlns:ns1="http://schemas.openxmlformats.org/drawingml/2006/main">
            <ns1:off x="0" y="0"/>
            <ns1:ext cx="15240000" cy="8572500"/>
            <ns1:chOff x="0" y="0"/>
            <ns1:chExt cx="15240000" cy="8572500"/>
          </ns1:xfrm>
        </p:grpSpPr>
        <p:sp>
          <p:nvSpPr>
            <p:cNvPr id="51" name="episode-rule">
              <a:extLst xmlns:a="http://schemas.openxmlformats.org/drawingml/2006/main">
                <a:ext uri="{FF2B5EF4-FFF2-40B4-BE49-F238E27FC236}">
                  <a16:creationId xmlns:a16="http://schemas.microsoft.com/office/drawing/2014/main" id="{6E9377B6-E2B5-4F51-987D-B743579228D1}"/>
                </a:ext>
              </a:extLst>
            </p:cNvPr>
            <p:cNvSpPr>
              <a:spLocks xmlns:a="http://schemas.openxmlformats.org/drawingml/2006/main" noGrp="1"/>
            </p:cNvSpPr>
            <p:nvPr/>
          </p:nvSpPr>
          <p:spPr>
            <a:xfrm xmlns:a="http://schemas.openxmlformats.org/drawingml/2006/main">
              <a:off x="5391150" y="5886450"/>
              <a:ext cx="895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i="0">
                  <a:solidFill>
                    <a:srgbClr val="1E2F47"/>
                  </a:solidFill>
                  <a:latin typeface="Times New Roman"/>
                  <a:ea typeface="Times New Roman"/>
                  <a:cs typeface="Times New Roman"/>
                </a:defRPr>
              </a:pPr>
              <a:r>
                <a:rPr sz="1125" b="1" i="0">
                  <a:solidFill>
                    <a:srgbClr val="1E2F47"/>
                  </a:solidFill>
                  <a:latin typeface="Times New Roman"/>
                  <a:ea typeface="Times New Roman"/>
                  <a:cs typeface="Times New Roman"/>
                </a:rPr>
                <a:t>A benchmark result is interpretable only when the episode record preserves its temporal and operational evidence.</a:t>
              </a:r>
            </a:p>
          </p:txBody>
        </p:sp>
        <p:sp>
          <p:nvSpPr>
            <p:cNvPr id="52" name="resource-strip">
              <a:extLst xmlns:a="http://schemas.openxmlformats.org/drawingml/2006/main">
                <a:ext uri="{FF2B5EF4-FFF2-40B4-BE49-F238E27FC236}">
                  <a16:creationId xmlns:a16="http://schemas.microsoft.com/office/drawing/2014/main" id="{2644E696-3514-4681-AA11-88B168E048EA}"/>
                </a:ext>
              </a:extLst>
            </p:cNvPr>
            <p:cNvSpPr>
              <a:spLocks xmlns:a="http://schemas.openxmlformats.org/drawingml/2006/main" noGrp="1"/>
            </p:cNvSpPr>
            <p:nvPr/>
          </p:nvSpPr>
          <p:spPr>
            <a:xfrm xmlns:a="http://schemas.openxmlformats.org/drawingml/2006/main">
              <a:off x="647700" y="7086600"/>
              <a:ext cx="13944600" cy="914400"/>
            </a:xfrm>
            <a:prstGeom xmlns:a="http://schemas.openxmlformats.org/drawingml/2006/main" prst="roundRect">
              <a:avLst>
                <a:gd name="adj" fmla="val 17708"/>
              </a:avLst>
            </a:prstGeom>
            <a:solidFill xmlns:a="http://schemas.openxmlformats.org/drawingml/2006/main">
              <a:srgbClr val="E9F0F4"/>
            </a:solidFill>
            <a:ln xmlns:a="http://schemas.openxmlformats.org/drawingml/2006/main" w="17145">
              <a:solidFill>
                <a:srgbClr val="467A92"/>
              </a:solidFill>
              <a:prstDash val="solid"/>
            </a:ln>
          </p:spPr>
        </p:sp>
        <p:sp>
          <p:nvSpPr>
            <p:cNvPr id="53" name="resource-strip-title">
              <a:extLst xmlns:a="http://schemas.openxmlformats.org/drawingml/2006/main">
                <a:ext uri="{FF2B5EF4-FFF2-40B4-BE49-F238E27FC236}">
                  <a16:creationId xmlns:a16="http://schemas.microsoft.com/office/drawing/2014/main" id="{EB5FB552-7876-4835-AB38-EE3EFBF953ED}"/>
                </a:ext>
              </a:extLst>
            </p:cNvPr>
            <p:cNvSpPr>
              <a:spLocks xmlns:a="http://schemas.openxmlformats.org/drawingml/2006/main" noGrp="1"/>
            </p:cNvSpPr>
            <p:nvPr/>
          </p:nvSpPr>
          <p:spPr>
            <a:xfrm xmlns:a="http://schemas.openxmlformats.org/drawingml/2006/main">
              <a:off x="876300" y="72199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i="0">
                  <a:solidFill>
                    <a:srgbClr val="467A92"/>
                  </a:solidFill>
                  <a:latin typeface="Times New Roman"/>
                  <a:ea typeface="Times New Roman"/>
                  <a:cs typeface="Times New Roman"/>
                </a:defRPr>
              </a:pPr>
              <a:r>
                <a:rPr sz="1275" b="1" i="0">
                  <a:solidFill>
                    <a:srgbClr val="467A92"/>
                  </a:solidFill>
                  <a:latin typeface="Times New Roman"/>
                  <a:ea typeface="Times New Roman"/>
                  <a:cs typeface="Times New Roman"/>
                </a:rPr>
                <a:t>Infrastructure</a:t>
              </a:r>
            </a:p>
          </p:txBody>
        </p:sp>
        <p:sp>
          <p:nvSpPr>
            <p:cNvPr id="54" name="resource-1">
              <a:extLst xmlns:a="http://schemas.openxmlformats.org/drawingml/2006/main">
                <a:ext uri="{FF2B5EF4-FFF2-40B4-BE49-F238E27FC236}">
                  <a16:creationId xmlns:a16="http://schemas.microsoft.com/office/drawing/2014/main" id="{237F2395-0AFF-4AB9-9DC1-53991C08576F}"/>
                </a:ext>
              </a:extLst>
            </p:cNvPr>
            <p:cNvSpPr>
              <a:spLocks xmlns:a="http://schemas.openxmlformats.org/drawingml/2006/main" noGrp="1"/>
            </p:cNvSpPr>
            <p:nvPr/>
          </p:nvSpPr>
          <p:spPr>
            <a:xfrm xmlns:a="http://schemas.openxmlformats.org/drawingml/2006/main">
              <a:off x="2724150" y="7210425"/>
              <a:ext cx="2571750" cy="590550"/>
            </a:xfrm>
            <a:prstGeom xmlns:a="http://schemas.openxmlformats.org/drawingml/2006/main" prst="roundRect">
              <a:avLst>
                <a:gd name="adj" fmla="val 17742"/>
              </a:avLst>
            </a:prstGeom>
            <a:solidFill xmlns:a="http://schemas.openxmlformats.org/drawingml/2006/main">
              <a:srgbClr val="FFFFFF"/>
            </a:solidFill>
            <a:ln xmlns:a="http://schemas.openxmlformats.org/drawingml/2006/main" w="10478">
              <a:solidFill>
                <a:srgbClr val="467A92"/>
              </a:solidFill>
              <a:prstDash val="solid"/>
            </a:ln>
          </p:spPr>
        </p:sp>
        <p:sp>
          <p:nvSpPr>
            <p:cNvPr id="55" name="resource-title-1">
              <a:extLst xmlns:a="http://schemas.openxmlformats.org/drawingml/2006/main">
                <a:ext uri="{FF2B5EF4-FFF2-40B4-BE49-F238E27FC236}">
                  <a16:creationId xmlns:a16="http://schemas.microsoft.com/office/drawing/2014/main" id="{1C82134D-ABFF-4FC2-8D32-F7995DF811F5}"/>
                </a:ext>
              </a:extLst>
            </p:cNvPr>
            <p:cNvSpPr>
              <a:spLocks xmlns:a="http://schemas.openxmlformats.org/drawingml/2006/main" noGrp="1"/>
            </p:cNvSpPr>
            <p:nvPr/>
          </p:nvSpPr>
          <p:spPr>
            <a:xfrm xmlns:a="http://schemas.openxmlformats.org/drawingml/2006/main">
              <a:off x="2819400" y="7305675"/>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i="0">
                  <a:solidFill>
                    <a:srgbClr val="1E2F47"/>
                  </a:solidFill>
                  <a:latin typeface="Times New Roman"/>
                  <a:ea typeface="Times New Roman"/>
                  <a:cs typeface="Times New Roman"/>
                </a:defRPr>
              </a:pPr>
              <a:r>
                <a:rPr sz="1125" b="1" i="0">
                  <a:solidFill>
                    <a:srgbClr val="1E2F47"/>
                  </a:solidFill>
                  <a:latin typeface="Times New Roman"/>
                  <a:ea typeface="Times New Roman"/>
                  <a:cs typeface="Times New Roman"/>
                </a:rPr>
                <a:t>ModernTSF</a:t>
              </a:r>
            </a:p>
          </p:txBody>
        </p:sp>
        <p:sp>
          <p:nvSpPr>
            <p:cNvPr id="56" name="resource-body-1">
              <a:extLst xmlns:a="http://schemas.openxmlformats.org/drawingml/2006/main">
                <a:ext uri="{FF2B5EF4-FFF2-40B4-BE49-F238E27FC236}">
                  <a16:creationId xmlns:a16="http://schemas.microsoft.com/office/drawing/2014/main" id="{89F38C91-55B0-42EB-BBBF-F62BDF149AB6}"/>
                </a:ext>
              </a:extLst>
            </p:cNvPr>
            <p:cNvSpPr>
              <a:spLocks xmlns:a="http://schemas.openxmlformats.org/drawingml/2006/main" noGrp="1"/>
            </p:cNvSpPr>
            <p:nvPr/>
          </p:nvSpPr>
          <p:spPr>
            <a:xfrm xmlns:a="http://schemas.openxmlformats.org/drawingml/2006/main">
              <a:off x="2819400" y="7543800"/>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38" b="0" i="0">
                  <a:solidFill>
                    <a:srgbClr val="6B7280"/>
                  </a:solidFill>
                  <a:latin typeface="Times New Roman"/>
                  <a:ea typeface="Times New Roman"/>
                  <a:cs typeface="Times New Roman"/>
                </a:defRPr>
              </a:pPr>
              <a:r>
                <a:rPr sz="938" b="0" i="0">
                  <a:solidFill>
                    <a:srgbClr val="6B7280"/>
                  </a:solidFill>
                  <a:latin typeface="Times New Roman"/>
                  <a:ea typeface="Times New Roman"/>
                  <a:cs typeface="Times New Roman"/>
                </a:rPr>
                <a:t>models, datasets, artifacts</a:t>
              </a:r>
            </a:p>
          </p:txBody>
        </p:sp>
        <p:sp>
          <p:nvSpPr>
            <p:cNvPr id="57" name="resource-2">
              <a:extLst xmlns:a="http://schemas.openxmlformats.org/drawingml/2006/main">
                <a:ext uri="{FF2B5EF4-FFF2-40B4-BE49-F238E27FC236}">
                  <a16:creationId xmlns:a16="http://schemas.microsoft.com/office/drawing/2014/main" id="{EB4C66D9-565B-4549-83BF-4790CDFF93EE}"/>
                </a:ext>
              </a:extLst>
            </p:cNvPr>
            <p:cNvSpPr>
              <a:spLocks xmlns:a="http://schemas.openxmlformats.org/drawingml/2006/main" noGrp="1"/>
            </p:cNvSpPr>
            <p:nvPr/>
          </p:nvSpPr>
          <p:spPr>
            <a:xfrm xmlns:a="http://schemas.openxmlformats.org/drawingml/2006/main">
              <a:off x="5581650" y="7210425"/>
              <a:ext cx="2571750" cy="590550"/>
            </a:xfrm>
            <a:prstGeom xmlns:a="http://schemas.openxmlformats.org/drawingml/2006/main" prst="roundRect">
              <a:avLst>
                <a:gd name="adj" fmla="val 17742"/>
              </a:avLst>
            </a:prstGeom>
            <a:solidFill xmlns:a="http://schemas.openxmlformats.org/drawingml/2006/main">
              <a:srgbClr val="FFFFFF"/>
            </a:solidFill>
            <a:ln xmlns:a="http://schemas.openxmlformats.org/drawingml/2006/main" w="10478">
              <a:solidFill>
                <a:srgbClr val="467A92"/>
              </a:solidFill>
              <a:prstDash val="solid"/>
            </a:ln>
          </p:spPr>
        </p:sp>
        <p:sp>
          <p:nvSpPr>
            <p:cNvPr id="58" name="resource-title-2">
              <a:extLst xmlns:a="http://schemas.openxmlformats.org/drawingml/2006/main">
                <a:ext uri="{FF2B5EF4-FFF2-40B4-BE49-F238E27FC236}">
                  <a16:creationId xmlns:a16="http://schemas.microsoft.com/office/drawing/2014/main" id="{37959440-E18D-4BD7-98B0-BBC2EBD0C531}"/>
                </a:ext>
              </a:extLst>
            </p:cNvPr>
            <p:cNvSpPr>
              <a:spLocks xmlns:a="http://schemas.openxmlformats.org/drawingml/2006/main" noGrp="1"/>
            </p:cNvSpPr>
            <p:nvPr/>
          </p:nvSpPr>
          <p:spPr>
            <a:xfrm xmlns:a="http://schemas.openxmlformats.org/drawingml/2006/main">
              <a:off x="5676900" y="7305675"/>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i="0">
                  <a:solidFill>
                    <a:srgbClr val="1E2F47"/>
                  </a:solidFill>
                  <a:latin typeface="Times New Roman"/>
                  <a:ea typeface="Times New Roman"/>
                  <a:cs typeface="Times New Roman"/>
                </a:defRPr>
              </a:pPr>
              <a:r>
                <a:rPr sz="1125" b="1" i="0">
                  <a:solidFill>
                    <a:srgbClr val="1E2F47"/>
                  </a:solidFill>
                  <a:latin typeface="Times New Roman"/>
                  <a:ea typeface="Times New Roman"/>
                  <a:cs typeface="Times New Roman"/>
                </a:rPr>
                <a:t>TimeClaw</a:t>
              </a:r>
            </a:p>
          </p:txBody>
        </p:sp>
        <p:sp>
          <p:nvSpPr>
            <p:cNvPr id="59" name="resource-body-2">
              <a:extLst xmlns:a="http://schemas.openxmlformats.org/drawingml/2006/main">
                <a:ext uri="{FF2B5EF4-FFF2-40B4-BE49-F238E27FC236}">
                  <a16:creationId xmlns:a16="http://schemas.microsoft.com/office/drawing/2014/main" id="{E3C71058-6560-4F4F-8A28-142335F2D685}"/>
                </a:ext>
              </a:extLst>
            </p:cNvPr>
            <p:cNvSpPr>
              <a:spLocks xmlns:a="http://schemas.openxmlformats.org/drawingml/2006/main" noGrp="1"/>
            </p:cNvSpPr>
            <p:nvPr/>
          </p:nvSpPr>
          <p:spPr>
            <a:xfrm xmlns:a="http://schemas.openxmlformats.org/drawingml/2006/main">
              <a:off x="5676900" y="7543800"/>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38" b="0" i="0">
                  <a:solidFill>
                    <a:srgbClr val="6B7280"/>
                  </a:solidFill>
                  <a:latin typeface="Times New Roman"/>
                  <a:ea typeface="Times New Roman"/>
                  <a:cs typeface="Times New Roman"/>
                </a:defRPr>
              </a:pPr>
              <a:r>
                <a:rPr sz="938" b="0" i="0">
                  <a:solidFill>
                    <a:srgbClr val="6B7280"/>
                  </a:solidFill>
                  <a:latin typeface="Times New Roman"/>
                  <a:ea typeface="Times New Roman"/>
                  <a:cs typeface="Times New Roman"/>
                </a:rPr>
                <a:t>temporal tools and traces</a:t>
              </a:r>
            </a:p>
          </p:txBody>
        </p:sp>
        <p:sp>
          <p:nvSpPr>
            <p:cNvPr id="60" name="resource-3">
              <a:extLst xmlns:a="http://schemas.openxmlformats.org/drawingml/2006/main">
                <a:ext uri="{FF2B5EF4-FFF2-40B4-BE49-F238E27FC236}">
                  <a16:creationId xmlns:a16="http://schemas.microsoft.com/office/drawing/2014/main" id="{88B2D861-1D60-48AD-AD54-74634D967094}"/>
                </a:ext>
              </a:extLst>
            </p:cNvPr>
            <p:cNvSpPr>
              <a:spLocks xmlns:a="http://schemas.openxmlformats.org/drawingml/2006/main" noGrp="1"/>
            </p:cNvSpPr>
            <p:nvPr/>
          </p:nvSpPr>
          <p:spPr>
            <a:xfrm xmlns:a="http://schemas.openxmlformats.org/drawingml/2006/main">
              <a:off x="8439150" y="7210425"/>
              <a:ext cx="2571750" cy="590550"/>
            </a:xfrm>
            <a:prstGeom xmlns:a="http://schemas.openxmlformats.org/drawingml/2006/main" prst="roundRect">
              <a:avLst>
                <a:gd name="adj" fmla="val 17742"/>
              </a:avLst>
            </a:prstGeom>
            <a:solidFill xmlns:a="http://schemas.openxmlformats.org/drawingml/2006/main">
              <a:srgbClr val="FFFFFF"/>
            </a:solidFill>
            <a:ln xmlns:a="http://schemas.openxmlformats.org/drawingml/2006/main" w="10478">
              <a:solidFill>
                <a:srgbClr val="467A92"/>
              </a:solidFill>
              <a:prstDash val="solid"/>
            </a:ln>
          </p:spPr>
        </p:sp>
        <p:sp>
          <p:nvSpPr>
            <p:cNvPr id="61" name="resource-title-3">
              <a:extLst xmlns:a="http://schemas.openxmlformats.org/drawingml/2006/main">
                <a:ext uri="{FF2B5EF4-FFF2-40B4-BE49-F238E27FC236}">
                  <a16:creationId xmlns:a16="http://schemas.microsoft.com/office/drawing/2014/main" id="{CC126B01-0E07-4BAF-88CA-217124D2ED26}"/>
                </a:ext>
              </a:extLst>
            </p:cNvPr>
            <p:cNvSpPr>
              <a:spLocks xmlns:a="http://schemas.openxmlformats.org/drawingml/2006/main" noGrp="1"/>
            </p:cNvSpPr>
            <p:nvPr/>
          </p:nvSpPr>
          <p:spPr>
            <a:xfrm xmlns:a="http://schemas.openxmlformats.org/drawingml/2006/main">
              <a:off x="8534400" y="7305675"/>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i="0">
                  <a:solidFill>
                    <a:srgbClr val="1E2F47"/>
                  </a:solidFill>
                  <a:latin typeface="Times New Roman"/>
                  <a:ea typeface="Times New Roman"/>
                  <a:cs typeface="Times New Roman"/>
                </a:defRPr>
              </a:pPr>
              <a:r>
                <a:rPr sz="1125" b="1" i="0">
                  <a:solidFill>
                    <a:srgbClr val="1E2F47"/>
                  </a:solidFill>
                  <a:latin typeface="Times New Roman"/>
                  <a:ea typeface="Times New Roman"/>
                  <a:cs typeface="Times New Roman"/>
                </a:rPr>
                <a:t>AION</a:t>
              </a:r>
            </a:p>
          </p:txBody>
        </p:sp>
        <p:sp>
          <p:nvSpPr>
            <p:cNvPr id="62" name="resource-body-3">
              <a:extLst xmlns:a="http://schemas.openxmlformats.org/drawingml/2006/main">
                <a:ext uri="{FF2B5EF4-FFF2-40B4-BE49-F238E27FC236}">
                  <a16:creationId xmlns:a16="http://schemas.microsoft.com/office/drawing/2014/main" id="{A08AE783-8C76-4956-B237-4D09423203A3}"/>
                </a:ext>
              </a:extLst>
            </p:cNvPr>
            <p:cNvSpPr>
              <a:spLocks xmlns:a="http://schemas.openxmlformats.org/drawingml/2006/main" noGrp="1"/>
            </p:cNvSpPr>
            <p:nvPr/>
          </p:nvSpPr>
          <p:spPr>
            <a:xfrm xmlns:a="http://schemas.openxmlformats.org/drawingml/2006/main">
              <a:off x="8534400" y="7543800"/>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38" b="0" i="0">
                  <a:solidFill>
                    <a:srgbClr val="6B7280"/>
                  </a:solidFill>
                  <a:latin typeface="Times New Roman"/>
                  <a:ea typeface="Times New Roman"/>
                  <a:cs typeface="Times New Roman"/>
                </a:defRPr>
              </a:pPr>
              <a:r>
                <a:rPr sz="938" b="0" i="0">
                  <a:solidFill>
                    <a:srgbClr val="6B7280"/>
                  </a:solidFill>
                  <a:latin typeface="Times New Roman"/>
                  <a:ea typeface="Times New Roman"/>
                  <a:cs typeface="Times New Roman"/>
                </a:rPr>
                <a:t>agent runtime components</a:t>
              </a:r>
            </a:p>
          </p:txBody>
        </p:sp>
        <p:sp>
          <p:nvSpPr>
            <p:cNvPr id="63" name="resource-4">
              <a:extLst xmlns:a="http://schemas.openxmlformats.org/drawingml/2006/main">
                <a:ext uri="{FF2B5EF4-FFF2-40B4-BE49-F238E27FC236}">
                  <a16:creationId xmlns:a16="http://schemas.microsoft.com/office/drawing/2014/main" id="{DBE8D71C-4442-4F24-B32E-8E930A20752E}"/>
                </a:ext>
              </a:extLst>
            </p:cNvPr>
            <p:cNvSpPr>
              <a:spLocks xmlns:a="http://schemas.openxmlformats.org/drawingml/2006/main" noGrp="1"/>
            </p:cNvSpPr>
            <p:nvPr/>
          </p:nvSpPr>
          <p:spPr>
            <a:xfrm xmlns:a="http://schemas.openxmlformats.org/drawingml/2006/main">
              <a:off x="11296650" y="7210425"/>
              <a:ext cx="2571750" cy="590550"/>
            </a:xfrm>
            <a:prstGeom xmlns:a="http://schemas.openxmlformats.org/drawingml/2006/main" prst="roundRect">
              <a:avLst>
                <a:gd name="adj" fmla="val 17742"/>
              </a:avLst>
            </a:prstGeom>
            <a:solidFill xmlns:a="http://schemas.openxmlformats.org/drawingml/2006/main">
              <a:srgbClr val="FFFFFF"/>
            </a:solidFill>
            <a:ln xmlns:a="http://schemas.openxmlformats.org/drawingml/2006/main" w="10478">
              <a:solidFill>
                <a:srgbClr val="467A92"/>
              </a:solidFill>
              <a:prstDash val="solid"/>
            </a:ln>
          </p:spPr>
        </p:sp>
        <p:sp>
          <p:nvSpPr>
            <p:cNvPr id="64" name="resource-title-4">
              <a:extLst xmlns:a="http://schemas.openxmlformats.org/drawingml/2006/main">
                <a:ext uri="{FF2B5EF4-FFF2-40B4-BE49-F238E27FC236}">
                  <a16:creationId xmlns:a16="http://schemas.microsoft.com/office/drawing/2014/main" id="{BBFA262F-82A0-4CB9-972A-AD2BB2903AD1}"/>
                </a:ext>
              </a:extLst>
            </p:cNvPr>
            <p:cNvSpPr>
              <a:spLocks xmlns:a="http://schemas.openxmlformats.org/drawingml/2006/main" noGrp="1"/>
            </p:cNvSpPr>
            <p:nvPr/>
          </p:nvSpPr>
          <p:spPr>
            <a:xfrm xmlns:a="http://schemas.openxmlformats.org/drawingml/2006/main">
              <a:off x="11391900" y="7305675"/>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i="0">
                  <a:solidFill>
                    <a:srgbClr val="1E2F47"/>
                  </a:solidFill>
                  <a:latin typeface="Times New Roman"/>
                  <a:ea typeface="Times New Roman"/>
                  <a:cs typeface="Times New Roman"/>
                </a:defRPr>
              </a:pPr>
              <a:r>
                <a:rPr sz="1125" b="1" i="0">
                  <a:solidFill>
                    <a:srgbClr val="1E2F47"/>
                  </a:solidFill>
                  <a:latin typeface="Times New Roman"/>
                  <a:ea typeface="Times New Roman"/>
                  <a:cs typeface="Times New Roman"/>
                </a:rPr>
                <a:t>TimeSeriesGym</a:t>
              </a:r>
            </a:p>
          </p:txBody>
        </p:sp>
        <p:sp>
          <p:nvSpPr>
            <p:cNvPr id="65" name="resource-body-4">
              <a:extLst xmlns:a="http://schemas.openxmlformats.org/drawingml/2006/main">
                <a:ext uri="{FF2B5EF4-FFF2-40B4-BE49-F238E27FC236}">
                  <a16:creationId xmlns:a16="http://schemas.microsoft.com/office/drawing/2014/main" id="{D7DAEDCA-76C1-4EC1-9DA2-865C4C65D060}"/>
                </a:ext>
              </a:extLst>
            </p:cNvPr>
            <p:cNvSpPr>
              <a:spLocks xmlns:a="http://schemas.openxmlformats.org/drawingml/2006/main" noGrp="1"/>
            </p:cNvSpPr>
            <p:nvPr/>
          </p:nvSpPr>
          <p:spPr>
            <a:xfrm xmlns:a="http://schemas.openxmlformats.org/drawingml/2006/main">
              <a:off x="11391900" y="7543800"/>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38" b="0" i="0">
                  <a:solidFill>
                    <a:srgbClr val="6B7280"/>
                  </a:solidFill>
                  <a:latin typeface="Times New Roman"/>
                  <a:ea typeface="Times New Roman"/>
                  <a:cs typeface="Times New Roman"/>
                </a:defRPr>
              </a:pPr>
              <a:r>
                <a:rPr sz="938" b="0" i="0">
                  <a:solidFill>
                    <a:srgbClr val="6B7280"/>
                  </a:solidFill>
                  <a:latin typeface="Times New Roman"/>
                  <a:ea typeface="Times New Roman"/>
                  <a:cs typeface="Times New Roman"/>
                </a:rPr>
                <a:t>executable ML tasks</a:t>
              </a:r>
            </a:p>
          </p:txBody>
        </p:sp>
      </p:grpSp>
    </p:spTree>
    <p:extLst>
      <p:ext uri="{BB962C8B-B14F-4D97-AF65-F5344CB8AC3E}">
        <p14:creationId xmlns:p14="http://schemas.microsoft.com/office/powerpoint/2010/main" val="54093784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1</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2026-10-02T08:38:28.9980000Z</dcterms:created>
  <dcterms:modified xsi:type="dcterms:W3CDTF">2026-10-02T08:38:28.9980000Z</dcterms:modified>
</coreProperties>
</file>