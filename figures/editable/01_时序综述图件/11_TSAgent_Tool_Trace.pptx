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62" r:id="Rca86d5457666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7.xml" Id="Rca86d54576664dd9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5fd4fb6041704cbe"/><Relationship Type="http://schemas.openxmlformats.org/officeDocument/2006/relationships/notesMaster" Target="/ppt/notesMasters/notesMaster1.xml" Id="R7fd49c8f8afb4935"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980ca34047e4c7e"/><Relationship Type="http://schemas.openxmlformats.org/officeDocument/2006/relationships/notesSlide" Target="/ppt/notesSlides/notesSlide7.xml" Id="Ref4d66a35d704261"/></Relationships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BFEEC2A0-665D-4D75-865B-DE4A27BA77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9A21EFE-E32B-45C5-9B9B-2968A23C7F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data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E5B374E5-13F3-455A-ABF0-3AAE30175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FA0031C-29C5-4139-B260-7475D0F5EF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DC859DC-1FA4-4DE4-B13C-4ECC013F2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BD0BC69-5A35-4C64-997B-AF68219BE1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1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provenance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27D9B795-DB2A-451C-8A78-5D11E8DBFA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2190750"/>
              <a:ext cx="228600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38FFE31E-F153-440D-A9C6-269BE6AB14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28600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Temporal tools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C240EB-EE81-410A-95E5-371BFA061E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4425" y="2590800"/>
              <a:ext cx="205740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trend · anomaly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correlation · forecast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71DB098-0DAE-47B5-93F0-DEEE4200E0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C4E97D1-E286-41E6-8BB1-65B21E37A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LLM critic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1F082071-FE1A-457E-BD2C-147FFCFBE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34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check and revise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6BA83F5D-8727-422F-BB86-42BA929C3C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312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273F7764-0007-4A4E-AA4C-64A559484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5837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Final answer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2FDB27E7-BFB8-4B73-9E62-24FB3C887B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742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evidence-backed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143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4286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7096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9239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>
              <a:off x="2667000" y="3000375"/>
              <a:ext cx="6572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2011238D-80BC-4BEA-9BD9-7B472C1D5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1428750"/>
              <a:ext cx="71437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observe  →  execute  →  critique  →  verify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91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