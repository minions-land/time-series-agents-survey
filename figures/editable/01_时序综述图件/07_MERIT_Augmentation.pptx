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3784023e04a451e"/><Relationship Type="http://schemas.openxmlformats.org/officeDocument/2006/relationships/extended-properties" Target="/docProps/app.xml" Id="Reb4123275c4c4745"/><Relationship Type="http://schemas.openxmlformats.org/officeDocument/2006/relationships/officeDocument" Target="/ppt/presentation.xml" Id="Rf0ce2a38e42f424f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b885dc477b4b4b"/>
  </p:sldMasterIdLst>
  <p:notesMasterIdLst>
    <p:notesMasterId xmlns:r="http://schemas.openxmlformats.org/officeDocument/2006/relationships" r:id="R3057d2ddd8a74048"/>
  </p:notesMasterIdLst>
  <p:sldIdLst>
    <p:sldId xmlns:r="http://schemas.openxmlformats.org/officeDocument/2006/relationships" id="258" r:id="R902aab6081964f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370973d64ed4496"/><Relationship Type="http://schemas.openxmlformats.org/officeDocument/2006/relationships/slideMaster" Target="/ppt/slideMasters/slideMaster1.xml" Id="Rf6b885dc477b4b4b"/><Relationship Type="http://schemas.openxmlformats.org/officeDocument/2006/relationships/notesMaster" Target="/ppt/notesMasters/notesMaster1.xml" Id="R3057d2ddd8a74048"/><Relationship Type="http://schemas.openxmlformats.org/officeDocument/2006/relationships/presProps" Target="/ppt/presProps.xml" Id="R96037460a2744a7e"/><Relationship Type="http://schemas.openxmlformats.org/officeDocument/2006/relationships/tableStyles" Target="/ppt/tableStyles.xml" Id="Rebc202c8e2c54268"/><Relationship Type="http://schemas.openxmlformats.org/officeDocument/2006/relationships/slide" Target="/ppt/slides/slide3.xml" Id="R902aab6081964fb3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7b5a3cd93dbb459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2696685cbc104568"/><Relationship Type="http://schemas.openxmlformats.org/officeDocument/2006/relationships/notesMaster" Target="/ppt/notesMasters/notesMaster1.xml" Id="R9f78db03d7d04fe2"/></Relationship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MERIT,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28c680c6efd4bb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eb4c2e13b8834b06"/><Relationship Type="http://schemas.openxmlformats.org/officeDocument/2006/relationships/slideLayout" Target="/ppt/slideLayouts/slideLayout1.xml" Id="R22619ecc912b469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619ecc912b46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d00954a361c449f1"/><Relationship Type="http://schemas.openxmlformats.org/officeDocument/2006/relationships/notesSlide" Target="/ppt/notesSlides/notesSlide3.xml" Id="Reb97953297a74164"/></Relationships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5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B19D1328-A266-45F2-93ED-7FEE1A354B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00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ED41BC84-DEF8-4828-A22F-4A7D5674FC2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725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Retrieval agent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DDC16A42-BE3B-43E0-B610-F48AC84091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7630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finds similar temporal samples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D2768537-3B1E-49A7-BC1D-FA34482B20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857625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FEE4111A-FEFD-434F-BD85-C0AE413445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52875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Augmentation agent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5A7BD6D4-F657-4221-905C-AD5D73B664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71925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selects suitable augmentation strategies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BC35CF88-5244-4303-A02D-C0537BFBBE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5325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E8FCF032-60EB-4BD6-99B7-DFACD49B560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4850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Review agent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1894E27-57D3-47D8-A1DE-827A8DF1E9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6755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semantic quality of positive views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B969227C-5486-4FB7-A652-50DF8F8FD60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67875" y="2381250"/>
              <a:ext cx="16192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5375CEE7-3CA5-483F-87ED-9834C7A049B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63125" y="247650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Accepted set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B3B84A4A-B0CD-4F4F-AE42-F1B8BFE84F3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82175" y="2781300"/>
              <a:ext cx="13906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positive views for contrastive learning</a:t>
              </a:r>
            </a:p>
          </p:txBody>
        </p:sp>
        <p:cxnSp>
          <p:nvCxnSpPr>
            <p:cNvPr id="31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952750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tailEnd type="arrow" w="sm" len="sm"/>
            </a:ln>
          </p:spPr>
        </p:cxnSp>
        <p:cxnSp>
          <p:nvCxnSpPr>
            <p:cNvPr id="32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6048375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tailEnd type="arrow" w="sm" len="sm"/>
            </a:ln>
          </p:spPr>
        </p:cxnSp>
        <p:cxnSp>
          <p:nvCxnSpPr>
            <p:cNvPr id="33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9144000" y="2881313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tailEnd type="arrow" w="sm" len="sm"/>
            </a:ln>
          </p:spPr>
        </p:cxnSp>
        <p:sp>
          <p:nvSpPr>
            <p:cNvPr id="34" name=""/>
            <p:cNvSpPr/>
            <p:nvPr/>
          </p:nvSpPr>
          <p:spPr>
            <a:xfrm xmlns:a="http://schemas.openxmlformats.org/drawingml/2006/main">
              <a:off x="1857375" y="3381375"/>
              <a:ext cx="6191250" cy="571500"/>
            </a:xfrm>
            <ns0:custGeom xmlns:ns0="http://schemas.openxmlformats.org/drawingml/2006/main">
              <ns0:avLst/>
              <ns0:gdLst/>
              <ns0:ahLst/>
              <ns0:cxnLst/>
              <ns0:pathLst>
                <ns0:path w="6191250" h="571500" fill="none" stroke="1">
                  <ns0:moveTo>
                    <ns0:pt x="6191250" y="0"/>
                  </ns0:moveTo>
                  <ns0:lnTo>
                    <ns0:pt x="6191250" y="571500"/>
                  </ns0:lnTo>
                  <ns0:lnTo>
                    <ns0:pt x="0" y="571500"/>
                  </ns0:lnTo>
                  <ns0:lnTo>
                    <ns0:pt x="0" y="0"/>
                  </ns0:lnTo>
                </ns0:path>
              </ns0:pathLst>
            </ns0:custGeom>
            <a:ln xmlns:a="http://schemas.openxmlformats.org/drawingml/2006/main" w="19050">
              <a:solidFill>
                <a:srgbClr val="B77F2B"/>
              </a:solidFill>
              <a:prstDash val="dash"/>
              <a:tailEnd type="arrow" w="sm" len="sm"/>
            </a:ln>
          </p:spPr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06ED2271-112A-45C7-8FA8-C0D5F2D03E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19250" y="1524000"/>
              <a:ext cx="88582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/>
              </a:r>
            </a:p>
          </p:txBody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221246F0-B37A-4182-B1B1-2F9503A175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04875" y="4000500"/>
              <a:ext cx="1019175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71704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2026-10-07T12:43:58.1160000Z</dcterms:created>
  <dcterms:modified xsi:type="dcterms:W3CDTF">2026-10-07T12:43:58.1160000Z</dcterms:modified>
</coreProperties>
</file>