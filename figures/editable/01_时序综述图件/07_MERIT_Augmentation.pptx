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58" r:id="R902aab6081964f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3.xml" Id="R902aab6081964fb3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2696685cbc104568"/><Relationship Type="http://schemas.openxmlformats.org/officeDocument/2006/relationships/notesMaster" Target="/ppt/notesMasters/notesMaster1.xml" Id="R9f78db03d7d04fe2"/></Relationship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MERIT,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00954a361c449f1"/><Relationship Type="http://schemas.openxmlformats.org/officeDocument/2006/relationships/notesSlide" Target="/ppt/notesSlides/notesSlide3.xml" Id="Reb97953297a74164"/></Relationships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9D1328-A266-45F2-93ED-7FEE1A354B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D41BC84-DEF8-4828-A22F-4A7D5674FC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725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Retrieval agent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DC16A42-BE3B-43E0-B610-F48AC84091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finds similar temporal samples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D2768537-3B1E-49A7-BC1D-FA34482B20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FEE4111A-FEFD-434F-BD85-C0AE413445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52875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Augmentation agent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A7BD6D4-F657-4221-905C-AD5D73B664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71925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a conditioned sample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C35CF88-5244-4303-A02D-C0537BFBBE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5325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8FCF032-60EB-4BD6-99B7-DFACD49B56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Review agent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1894E27-57D3-47D8-A1DE-827A8DF1E9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6755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checks fidelity and utility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969227C-5486-4FB7-A652-50DF8F8FD6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67875" y="2381250"/>
              <a:ext cx="16192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375CEE7-3CA5-483F-87ED-9834C7A049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3125" y="247650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Accepted set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B84A4A-B0CD-4F4F-AE42-F1B8BFE84F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82175" y="2781300"/>
              <a:ext cx="1390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keeps usable data</a:t>
              </a:r>
            </a:p>
          </p:txBody>
        </p:sp>
        <p:cxnSp>
          <p:nvCxnSpPr>
            <p:cNvPr id="31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952750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6048375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144000" y="2881313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4" name=""/>
            <p:cNvCxnSpPr>
              <a:stCxn xmlns:a="http://schemas.openxmlformats.org/drawingml/2006/main" id="7" idx="3"/>
              <a:endCxn xmlns:a="http://schemas.openxmlformats.org/drawingml/2006/main" id="1" idx="1"/>
            </p:cNvCxnSpPr>
            <p:nvPr/>
          </p:nvCxnSpPr>
          <p:spPr>
            <a:xfrm xmlns:a="http://schemas.openxmlformats.org/drawingml/2006/main" flipH="1">
              <a:off x="762000" y="2881313"/>
              <a:ext cx="838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F3E2DE"/>
              </a:solidFill>
              <a:prstDash val="dash"/>
              <a:headEnd type="arrow" w="sm" len="sm"/>
            </a:ln>
          </p:spPr>
        </p:cxn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6ED2271-112A-45C7-8FA8-C0D5F2D03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1524000"/>
              <a:ext cx="88582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retrieval  →  generation  →  review  →  downstream use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221246F0-B37A-4182-B1B1-2F9503A175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4875" y="4000500"/>
              <a:ext cx="10191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Temporal fidelity: dependence, missingness, distribution  |  Utility: downstream task performance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7170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