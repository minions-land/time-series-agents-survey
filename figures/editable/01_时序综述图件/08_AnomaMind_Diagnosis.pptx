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63784023e04a451e"/><Relationship Type="http://schemas.openxmlformats.org/officeDocument/2006/relationships/extended-properties" Target="/docProps/app.xml" Id="Reb4123275c4c4745"/><Relationship Type="http://schemas.openxmlformats.org/officeDocument/2006/relationships/officeDocument" Target="/ppt/presentation.xml" Id="Rf0ce2a38e42f424f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885dc477b4b4b"/>
  </p:sldMasterIdLst>
  <p:notesMasterIdLst>
    <p:notesMasterId xmlns:r="http://schemas.openxmlformats.org/officeDocument/2006/relationships" r:id="R3057d2ddd8a74048"/>
  </p:notesMasterIdLst>
  <p:sldIdLst>
    <p:sldId xmlns:r="http://schemas.openxmlformats.org/officeDocument/2006/relationships" id="259" r:id="R295e926074ca48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370973d64ed4496"/><Relationship Type="http://schemas.openxmlformats.org/officeDocument/2006/relationships/slideMaster" Target="/ppt/slideMasters/slideMaster1.xml" Id="Rf6b885dc477b4b4b"/><Relationship Type="http://schemas.openxmlformats.org/officeDocument/2006/relationships/notesMaster" Target="/ppt/notesMasters/notesMaster1.xml" Id="R3057d2ddd8a74048"/><Relationship Type="http://schemas.openxmlformats.org/officeDocument/2006/relationships/presProps" Target="/ppt/presProps.xml" Id="R96037460a2744a7e"/><Relationship Type="http://schemas.openxmlformats.org/officeDocument/2006/relationships/tableStyles" Target="/ppt/tableStyles.xml" Id="Rebc202c8e2c54268"/><Relationship Type="http://schemas.openxmlformats.org/officeDocument/2006/relationships/slide" Target="/ppt/slides/slide4.xml" Id="R295e926074ca4850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b5a3cd93dbb459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87d955034bd14466"/><Relationship Type="http://schemas.openxmlformats.org/officeDocument/2006/relationships/notesMaster" Target="/ppt/notesMasters/notesMaster1.xml" Id="R1abcb708d855453d"/></Relationship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AnomaMind,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28c680c6efd4bb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b4c2e13b8834b06"/><Relationship Type="http://schemas.openxmlformats.org/officeDocument/2006/relationships/slideLayout" Target="/ppt/slideLayouts/slideLayout1.xml" Id="R22619ecc912b4697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619ecc912b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0bd5696b01341d3"/><Relationship Type="http://schemas.openxmlformats.org/officeDocument/2006/relationships/notesSlide" Target="/ppt/notesSlides/notesSlide4.xml" Id="Rb4fcd4002b964987"/></Relationships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5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FEF69D22-4DA9-4F85-A9F5-CA4B993EE7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7AA180A0-1412-437F-9CD6-A0517A50EF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Evidence acquisition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0BDBACBF-9000-431A-9E70-553FF712D7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retrieve signals and context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59039F02-9D19-4BCC-A33B-3ABA2A627F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B072089-7363-4F16-B170-DD3F5F1840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Evidence construction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94BD43F2-B306-46BA-813E-82844392F2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4805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align and summarize evidence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9DC32BD0-DF1E-4736-B568-C38251B848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0B2D05D2-E533-4A70-9139-A004B57832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Anomaly detection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77169F1-06CD-4C21-A59B-02C726176C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030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score candidate events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E07E7F93-A204-49FC-BEAD-91DC6192EB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3335">
              <a:solidFill>
                <a:srgbClr val="B86659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3C44ED09-291E-4CEF-80CE-1FEFAF7C4F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rPr>
                <a:t>Diagnosis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EF429A76-4B27-43B8-A278-89A4FB920E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7255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identify cause and confidence</a:t>
              </a:r>
            </a:p>
          </p:txBody>
        </p:sp>
        <p:cxnSp>
          <p:nvCxnSpPr>
            <p:cNvPr id="32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85750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561975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4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838200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F2541FA1-FA0D-45A2-8399-FDD39A3999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8250" y="1428750"/>
              <a:ext cx="9715500" cy="571500"/>
            </a:xfrm>
            <a:prstGeom xmlns:a="http://schemas.openxmlformats.org/drawingml/2006/main" prst="roundRect">
              <a:avLst>
                <a:gd name="adj" fmla="val 13333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1430">
              <a:solidFill>
                <a:srgbClr val="78639F"/>
              </a:solidFill>
              <a:prstDash val="dash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9AC80899-19F7-46D4-BA3A-2450ABF92B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1543050"/>
              <a:ext cx="9334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training and feedback update the detector, diagnostic tools, and review policy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B4E583EF-1057-44B0-8634-1631416F13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4333875"/>
              <a:ext cx="8572500" cy="666750"/>
            </a:xfrm>
            <a:prstGeom xmlns:a="http://schemas.openxmlformats.org/drawingml/2006/main" prst="roundRect">
              <a:avLst>
                <a:gd name="adj" fmla="val 1142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24324A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83B8AADD-668D-47DB-A0DD-910EFBCC89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4476750"/>
              <a:ext cx="80962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toolkit: time-series memory · numerical diagnostics · event labels · evaluator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392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2026-10-07T12:43:58.1160000Z</dcterms:created>
  <dcterms:modified xsi:type="dcterms:W3CDTF">2026-10-07T12:43:58.1160000Z</dcterms:modified>
</coreProperties>
</file>