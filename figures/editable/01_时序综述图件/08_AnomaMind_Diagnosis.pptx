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Type="http://schemas.openxmlformats.org/package/2006/relationships/metadata/core-properties" Target="/docProps/core.xml" Id="R63784023e04a451e"/><Relationship Type="http://schemas.openxmlformats.org/officeDocument/2006/relationships/extended-properties" Target="/docProps/app.xml" Id="Reb4123275c4c4745"/><Relationship Type="http://schemas.openxmlformats.org/officeDocument/2006/relationships/officeDocument" Target="/ppt/presentation.xml" Id="Rf0ce2a38e42f424f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6b885dc477b4b4b"/>
  </p:sldMasterIdLst>
  <p:notesMasterIdLst>
    <p:notesMasterId xmlns:r="http://schemas.openxmlformats.org/officeDocument/2006/relationships" r:id="R3057d2ddd8a74048"/>
  </p:notesMasterIdLst>
  <p:sldIdLst>
    <p:sldId xmlns:r="http://schemas.openxmlformats.org/officeDocument/2006/relationships" id="259" r:id="R295e926074ca485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Type="http://schemas.openxmlformats.org/officeDocument/2006/relationships/theme" Target="/ppt/theme/theme1.xml" Id="R3370973d64ed4496"/><Relationship Type="http://schemas.openxmlformats.org/officeDocument/2006/relationships/slideMaster" Target="/ppt/slideMasters/slideMaster1.xml" Id="Rf6b885dc477b4b4b"/><Relationship Type="http://schemas.openxmlformats.org/officeDocument/2006/relationships/notesMaster" Target="/ppt/notesMasters/notesMaster1.xml" Id="R3057d2ddd8a74048"/><Relationship Type="http://schemas.openxmlformats.org/officeDocument/2006/relationships/presProps" Target="/ppt/presProps.xml" Id="R96037460a2744a7e"/><Relationship Type="http://schemas.openxmlformats.org/officeDocument/2006/relationships/tableStyles" Target="/ppt/tableStyles.xml" Id="Rebc202c8e2c54268"/><Relationship Type="http://schemas.openxmlformats.org/officeDocument/2006/relationships/slide" Target="/ppt/slides/slide4.xml" Id="R295e926074ca4850"/></Relationships>
</file>

<file path=ppt/notesMasters/_rels/notesMaster1.xml.rels><?xml version='1.0' encoding='UTF-8' standalone='yes'?>
<Relationships xmlns="http://schemas.openxmlformats.org/package/2006/relationships"><Relationship Type="http://schemas.openxmlformats.org/officeDocument/2006/relationships/theme" Target="/ppt/notesMasters/theme/theme3.xml" Id="R7b5a3cd93dbb4598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4.xml.rels><?xml version='1.0' encoding='UTF-8' standalone='yes'?>
<Relationships xmlns="http://schemas.openxmlformats.org/package/2006/relationships"><Relationship Type="http://schemas.openxmlformats.org/officeDocument/2006/relationships/slide" Target="/ppt/slides/slide4.xml" Id="R87d955034bd14466"/><Relationship Type="http://schemas.openxmlformats.org/officeDocument/2006/relationships/notesMaster" Target="/ppt/notesMasters/notesMaster1.xml" Id="R1abcb708d855453d"/></Relationship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Redrawn schematic adapted from AnomaMind, Fig. 1. Labels and geometry are normalized for this survey; the original paper remains the source of the mechanism.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528c680c6efd4bbe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Type="http://schemas.openxmlformats.org/officeDocument/2006/relationships/theme" Target="/ppt/slideMasters/theme/theme2.xml" Id="Reb4c2e13b8834b06"/><Relationship Type="http://schemas.openxmlformats.org/officeDocument/2006/relationships/slideLayout" Target="/ppt/slideLayouts/slideLayout1.xml" Id="R22619ecc912b4697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2619ecc912b469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1.xml" Id="Rd0bd5696b01341d3"/><Relationship Type="http://schemas.openxmlformats.org/officeDocument/2006/relationships/notesSlide" Target="/ppt/notesSlides/notesSlide4.xml" Id="Rb4fcd4002b964987"/></Relationships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grpSp>
        <p:nvGrpSpPr>
          <p:cNvPr id="35" name="group-remaining-components"/>
          <p:cNvGrpSpPr/>
          <p:nvPr/>
        </p:nvGrpSpPr>
        <p:grpSpPr>
          <ns1:xfrm xmlns:ns1="http://schemas.openxmlformats.org/drawingml/2006/main">
            <ns1:off x="0" y="0"/>
            <ns1:ext cx="15240000" cy="8572500"/>
            <ns1:chOff x="0" y="0"/>
            <ns1:chExt cx="15240000" cy="8572500"/>
          </ns1:xfrm>
        </p:grpSpPr>
        <p:sp>
          <p:nvSpPr>
            <p:cNvPr id="20" name="">
              <a:extLst xmlns:a="http://schemas.openxmlformats.org/drawingml/2006/main">
                <a:ext uri="{FF2B5EF4-FFF2-40B4-BE49-F238E27FC236}">
                  <a16:creationId xmlns:a16="http://schemas.microsoft.com/office/drawing/2014/main" id="{FEF69D22-4DA9-4F85-A9F5-CA4B993EE73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71500" y="2476500"/>
              <a:ext cx="2286000" cy="1095375"/>
            </a:xfrm>
            <a:prstGeom xmlns:a="http://schemas.openxmlformats.org/drawingml/2006/main" prst="roundRect">
              <a:avLst>
                <a:gd name="adj" fmla="val 6957"/>
              </a:avLst>
            </a:prstGeom>
            <a:solidFill xmlns:a="http://schemas.openxmlformats.org/drawingml/2006/main">
              <a:srgbClr val="D9EEF0"/>
            </a:solidFill>
            <a:ln xmlns:a="http://schemas.openxmlformats.org/drawingml/2006/main" w="13335">
              <a:solidFill>
                <a:srgbClr val="438B86"/>
              </a:solidFill>
              <a:prstDash val="solid"/>
            </a:ln>
          </p:spPr>
        </p:sp>
        <p:sp>
          <p:nvSpPr>
            <p:cNvPr id="2" name="">
              <a:extLst xmlns:a="http://schemas.openxmlformats.org/drawingml/2006/main">
                <a:ext uri="{FF2B5EF4-FFF2-40B4-BE49-F238E27FC236}">
                  <a16:creationId xmlns:a16="http://schemas.microsoft.com/office/drawing/2014/main" id="{7AA180A0-1412-437F-9CD6-A0517A50EF1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66750" y="2571750"/>
              <a:ext cx="209550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rPr>
                <a:t>Evidence acquisition</a:t>
              </a:r>
            </a:p>
          </p:txBody>
        </p:sp>
        <p:sp>
          <p:nvSpPr>
            <p:cNvPr id="3" name="">
              <a:extLst xmlns:a="http://schemas.openxmlformats.org/drawingml/2006/main">
                <a:ext uri="{FF2B5EF4-FFF2-40B4-BE49-F238E27FC236}">
                  <a16:creationId xmlns:a16="http://schemas.microsoft.com/office/drawing/2014/main" id="{0BDBACBF-9000-431A-9E70-553FF712D77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85800" y="2876550"/>
              <a:ext cx="2057400" cy="6191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retrieve signals and context</a:t>
              </a:r>
            </a:p>
          </p:txBody>
        </p:sp>
        <p:sp>
          <p:nvSpPr>
            <p:cNvPr id="4" name="">
              <a:extLst xmlns:a="http://schemas.openxmlformats.org/drawingml/2006/main">
                <a:ext uri="{FF2B5EF4-FFF2-40B4-BE49-F238E27FC236}">
                  <a16:creationId xmlns:a16="http://schemas.microsoft.com/office/drawing/2014/main" id="{59039F02-9D19-4BCC-A33B-3ABA2A627F4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333750" y="2476500"/>
              <a:ext cx="2286000" cy="1095375"/>
            </a:xfrm>
            <a:prstGeom xmlns:a="http://schemas.openxmlformats.org/drawingml/2006/main" prst="roundRect">
              <a:avLst>
                <a:gd name="adj" fmla="val 6957"/>
              </a:avLst>
            </a:prstGeom>
            <a:solidFill xmlns:a="http://schemas.openxmlformats.org/drawingml/2006/main">
              <a:srgbClr val="DDEEDC"/>
            </a:solidFill>
            <a:ln xmlns:a="http://schemas.openxmlformats.org/drawingml/2006/main" w="13335">
              <a:solidFill>
                <a:srgbClr val="438B86"/>
              </a:solidFill>
              <a:prstDash val="solid"/>
            </a:ln>
          </p:spPr>
        </p:sp>
        <p:sp>
          <p:nvSpPr>
            <p:cNvPr id="5" name="">
              <a:extLst xmlns:a="http://schemas.openxmlformats.org/drawingml/2006/main">
                <a:ext uri="{FF2B5EF4-FFF2-40B4-BE49-F238E27FC236}">
                  <a16:creationId xmlns:a16="http://schemas.microsoft.com/office/drawing/2014/main" id="{2B072089-7363-4F16-B170-DD3F5F1840A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429000" y="2571750"/>
              <a:ext cx="2095500" cy="4572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rPr>
                <a:t>Adaptive evidence construction</a:t>
              </a:r>
            </a:p>
          </p:txBody>
        </p:sp>
        <p:sp>
          <p:nvSpPr>
            <p:cNvPr id="6" name="">
              <a:extLst xmlns:a="http://schemas.openxmlformats.org/drawingml/2006/main">
                <a:ext uri="{FF2B5EF4-FFF2-40B4-BE49-F238E27FC236}">
                  <a16:creationId xmlns:a16="http://schemas.microsoft.com/office/drawing/2014/main" id="{94BD43F2-B306-46BA-813E-82844392F2C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448050" y="3124200"/>
              <a:ext cx="2057400" cy="37147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construct diagnostic evidence</a:t>
              </a:r>
            </a:p>
          </p:txBody>
        </p:sp>
        <p:sp>
          <p:nvSpPr>
            <p:cNvPr id="7" name="">
              <a:extLst xmlns:a="http://schemas.openxmlformats.org/drawingml/2006/main">
                <a:ext uri="{FF2B5EF4-FFF2-40B4-BE49-F238E27FC236}">
                  <a16:creationId xmlns:a16="http://schemas.microsoft.com/office/drawing/2014/main" id="{9DC32BD0-DF1E-4736-B568-C38251B848C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096000" y="2476500"/>
              <a:ext cx="2286000" cy="1095375"/>
            </a:xfrm>
            <a:prstGeom xmlns:a="http://schemas.openxmlformats.org/drawingml/2006/main" prst="roundRect">
              <a:avLst>
                <a:gd name="adj" fmla="val 6957"/>
              </a:avLst>
            </a:prstGeom>
            <a:solidFill xmlns:a="http://schemas.openxmlformats.org/drawingml/2006/main">
              <a:srgbClr val="F4F0C9"/>
            </a:solidFill>
            <a:ln xmlns:a="http://schemas.openxmlformats.org/drawingml/2006/main" w="13335">
              <a:solidFill>
                <a:srgbClr val="B77F2B"/>
              </a:solidFill>
              <a:prstDash val="solid"/>
            </a:ln>
          </p:spPr>
        </p:sp>
        <p:sp>
          <p:nvSpPr>
            <p:cNvPr id="8" name="">
              <a:extLst xmlns:a="http://schemas.openxmlformats.org/drawingml/2006/main">
                <a:ext uri="{FF2B5EF4-FFF2-40B4-BE49-F238E27FC236}">
                  <a16:creationId xmlns:a16="http://schemas.microsoft.com/office/drawing/2014/main" id="{0B2D05D2-E533-4A70-9139-A004B578320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191250" y="2571750"/>
              <a:ext cx="209550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B77F2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B77F2B"/>
                  </a:solidFill>
                  <a:latin typeface="Times New Roman"/>
                  <a:ea typeface="Times New Roman"/>
                  <a:cs typeface="Times New Roman"/>
                </a:rPr>
                <a:t>Anomaly detection</a:t>
              </a:r>
            </a:p>
          </p:txBody>
        </p:sp>
        <p:sp>
          <p:nvSpPr>
            <p:cNvPr id="9" name="">
              <a:extLst xmlns:a="http://schemas.openxmlformats.org/drawingml/2006/main">
                <a:ext uri="{FF2B5EF4-FFF2-40B4-BE49-F238E27FC236}">
                  <a16:creationId xmlns:a16="http://schemas.microsoft.com/office/drawing/2014/main" id="{F77169F1-06CD-4C21-A59B-02C726176CD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210300" y="2876550"/>
              <a:ext cx="2057400" cy="6191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score candidate events</a:t>
              </a:r>
            </a:p>
          </p:txBody>
        </p:sp>
        <p:sp>
          <p:nvSpPr>
            <p:cNvPr id="10" name="">
              <a:extLst xmlns:a="http://schemas.openxmlformats.org/drawingml/2006/main">
                <a:ext uri="{FF2B5EF4-FFF2-40B4-BE49-F238E27FC236}">
                  <a16:creationId xmlns:a16="http://schemas.microsoft.com/office/drawing/2014/main" id="{E07E7F93-A204-49FC-BEAD-91DC6192EBE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8858250" y="2476500"/>
              <a:ext cx="2286000" cy="1095375"/>
            </a:xfrm>
            <a:prstGeom xmlns:a="http://schemas.openxmlformats.org/drawingml/2006/main" prst="roundRect">
              <a:avLst>
                <a:gd name="adj" fmla="val 6957"/>
              </a:avLst>
            </a:prstGeom>
            <a:solidFill xmlns:a="http://schemas.openxmlformats.org/drawingml/2006/main">
              <a:srgbClr val="F3E2DE"/>
            </a:solidFill>
            <a:ln xmlns:a="http://schemas.openxmlformats.org/drawingml/2006/main" w="13335">
              <a:solidFill>
                <a:srgbClr val="B86659"/>
              </a:solidFill>
              <a:prstDash val="solid"/>
            </a:ln>
          </p:spPr>
        </p:sp>
        <p:sp>
          <p:nvSpPr>
            <p:cNvPr id="11" name="">
              <a:extLst xmlns:a="http://schemas.openxmlformats.org/drawingml/2006/main">
                <a:ext uri="{FF2B5EF4-FFF2-40B4-BE49-F238E27FC236}">
                  <a16:creationId xmlns:a16="http://schemas.microsoft.com/office/drawing/2014/main" id="{3C44ED09-291E-4CEF-80CE-1FEFAF7C4F4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8953500" y="2571750"/>
              <a:ext cx="209550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B86659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B86659"/>
                  </a:solidFill>
                  <a:latin typeface="Times New Roman"/>
                  <a:ea typeface="Times New Roman"/>
                  <a:cs typeface="Times New Roman"/>
                </a:rPr>
                <a:t>Iterative refinement</a:t>
              </a:r>
            </a:p>
          </p:txBody>
        </p:sp>
        <p:sp>
          <p:nvSpPr>
            <p:cNvPr id="12" name="">
              <a:extLst xmlns:a="http://schemas.openxmlformats.org/drawingml/2006/main">
                <a:ext uri="{FF2B5EF4-FFF2-40B4-BE49-F238E27FC236}">
                  <a16:creationId xmlns:a16="http://schemas.microsoft.com/office/drawing/2014/main" id="{EF429A76-4B27-43B8-A278-89A4FB920E7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8972550" y="2876550"/>
              <a:ext cx="2057400" cy="6191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refine anomaly intervals</a:t>
              </a:r>
            </a:p>
          </p:txBody>
        </p:sp>
        <p:cxnSp>
          <p:nvCxnSpPr>
            <p:cNvPr id="32" name=""/>
            <p:cNvCxnSpPr>
              <a:stCxn xmlns:a="http://schemas.openxmlformats.org/drawingml/2006/main" id="1" idx="3"/>
              <a:endCxn xmlns:a="http://schemas.openxmlformats.org/drawingml/2006/main" id="4" idx="1"/>
            </p:cNvCxnSpPr>
            <p:nvPr/>
          </p:nvCxnSpPr>
          <p:spPr>
            <a:xfrm xmlns:a="http://schemas.openxmlformats.org/drawingml/2006/main">
              <a:off x="2857500" y="3024188"/>
              <a:ext cx="476250" cy="0"/>
            </a:xfrm>
            <a:prstGeom xmlns:a="http://schemas.openxmlformats.org/drawingml/2006/main" prst="straightConnector1">
              <a:avLst/>
            </a:prstGeom>
            <a:ln xmlns:a="http://schemas.openxmlformats.org/drawingml/2006/main" w="19050">
              <a:solidFill>
                <a:srgbClr val="438B86"/>
              </a:solidFill>
              <a:prstDash val="solid"/>
              <a:tailEnd type="arrow" w="sm" len="sm"/>
            </a:ln>
          </p:spPr>
        </p:cxnSp>
        <p:cxnSp>
          <p:nvCxnSpPr>
            <p:cNvPr id="33" name=""/>
            <p:cNvCxnSpPr>
              <a:stCxn xmlns:a="http://schemas.openxmlformats.org/drawingml/2006/main" id="4" idx="3"/>
              <a:endCxn xmlns:a="http://schemas.openxmlformats.org/drawingml/2006/main" id="7" idx="1"/>
            </p:cNvCxnSpPr>
            <p:nvPr/>
          </p:nvCxnSpPr>
          <p:spPr>
            <a:xfrm xmlns:a="http://schemas.openxmlformats.org/drawingml/2006/main">
              <a:off x="5619750" y="3024188"/>
              <a:ext cx="476250" cy="0"/>
            </a:xfrm>
            <a:prstGeom xmlns:a="http://schemas.openxmlformats.org/drawingml/2006/main" prst="straightConnector1">
              <a:avLst/>
            </a:prstGeom>
            <a:ln xmlns:a="http://schemas.openxmlformats.org/drawingml/2006/main" w="19050">
              <a:solidFill>
                <a:srgbClr val="438B86"/>
              </a:solidFill>
              <a:prstDash val="solid"/>
              <a:tailEnd type="arrow" w="sm" len="sm"/>
            </a:ln>
          </p:spPr>
        </p:cxnSp>
        <p:cxnSp>
          <p:nvCxnSpPr>
            <p:cNvPr id="34" name=""/>
            <p:cNvCxnSpPr>
              <a:stCxn xmlns:a="http://schemas.openxmlformats.org/drawingml/2006/main" id="7" idx="3"/>
              <a:endCxn xmlns:a="http://schemas.openxmlformats.org/drawingml/2006/main" id="10" idx="1"/>
            </p:cNvCxnSpPr>
            <p:nvPr/>
          </p:nvCxnSpPr>
          <p:spPr>
            <a:xfrm xmlns:a="http://schemas.openxmlformats.org/drawingml/2006/main">
              <a:off x="8382000" y="3024188"/>
              <a:ext cx="476250" cy="0"/>
            </a:xfrm>
            <a:prstGeom xmlns:a="http://schemas.openxmlformats.org/drawingml/2006/main" prst="straightConnector1">
              <a:avLst/>
            </a:prstGeom>
            <a:ln xmlns:a="http://schemas.openxmlformats.org/drawingml/2006/main" w="19050">
              <a:solidFill>
                <a:srgbClr val="B77F2B"/>
              </a:solidFill>
              <a:prstDash val="solid"/>
              <a:tailEnd type="arrow" w="sm" len="sm"/>
            </a:ln>
          </p:spPr>
        </p:cxnSp>
        <p:sp>
          <p:nvSpPr>
            <p:cNvPr id="16" name="">
              <a:extLst xmlns:a="http://schemas.openxmlformats.org/drawingml/2006/main">
                <a:ext uri="{FF2B5EF4-FFF2-40B4-BE49-F238E27FC236}">
                  <a16:creationId xmlns:a16="http://schemas.microsoft.com/office/drawing/2014/main" id="{F2541FA1-FA0D-45A2-8399-FDD39A39992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38250" y="1428750"/>
              <a:ext cx="9715500" cy="571500"/>
            </a:xfrm>
            <a:prstGeom xmlns:a="http://schemas.openxmlformats.org/drawingml/2006/main" prst="roundRect">
              <a:avLst>
                <a:gd name="adj" fmla="val 13333"/>
              </a:avLst>
            </a:prstGeom>
            <a:solidFill xmlns:a="http://schemas.openxmlformats.org/drawingml/2006/main">
              <a:srgbClr val="E6E0F2"/>
            </a:solidFill>
            <a:ln xmlns:a="http://schemas.openxmlformats.org/drawingml/2006/main" w="11430">
              <a:solidFill>
                <a:srgbClr val="78639F"/>
              </a:solidFill>
              <a:prstDash val="dash"/>
            </a:ln>
          </p:spPr>
        </p:sp>
        <p:sp>
          <p:nvSpPr>
            <p:cNvPr id="17" name="">
              <a:extLst xmlns:a="http://schemas.openxmlformats.org/drawingml/2006/main">
                <a:ext uri="{FF2B5EF4-FFF2-40B4-BE49-F238E27FC236}">
                  <a16:creationId xmlns:a16="http://schemas.microsoft.com/office/drawing/2014/main" id="{9AC80899-19F7-46D4-BA3A-2450ABF92BC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28750" y="1543050"/>
              <a:ext cx="9334500" cy="2857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00" b="1" i="0">
                  <a:solidFill>
                    <a:srgbClr val="78639F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00" b="1" i="0">
                  <a:solidFill>
                    <a:srgbClr val="78639F"/>
                  </a:solidFill>
                  <a:latin typeface="Times New Roman"/>
                  <a:ea typeface="Times New Roman"/>
                  <a:cs typeface="Times New Roman"/>
                </a:rPr>
                <a:t>Detector training with rule-based rewards</a:t>
              </a:r>
            </a:p>
          </p:txBody>
        </p:sp>
        <p:sp>
          <p:nvSpPr>
            <p:cNvPr id="18" name="">
              <a:extLst xmlns:a="http://schemas.openxmlformats.org/drawingml/2006/main">
                <a:ext uri="{FF2B5EF4-FFF2-40B4-BE49-F238E27FC236}">
                  <a16:creationId xmlns:a16="http://schemas.microsoft.com/office/drawing/2014/main" id="{B4E583EF-1057-44B0-8634-1631416F13E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619250" y="4333875"/>
              <a:ext cx="8572500" cy="666750"/>
            </a:xfrm>
            <a:prstGeom xmlns:a="http://schemas.openxmlformats.org/drawingml/2006/main" prst="roundRect">
              <a:avLst>
                <a:gd name="adj" fmla="val 11429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12383">
              <a:solidFill>
                <a:srgbClr val="24324A"/>
              </a:solidFill>
              <a:prstDash val="solid"/>
            </a:ln>
          </p:spPr>
        </p:sp>
        <p:sp>
          <p:nvSpPr>
            <p:cNvPr id="19" name="">
              <a:extLst xmlns:a="http://schemas.openxmlformats.org/drawingml/2006/main">
                <a:ext uri="{FF2B5EF4-FFF2-40B4-BE49-F238E27FC236}">
                  <a16:creationId xmlns:a16="http://schemas.microsoft.com/office/drawing/2014/main" id="{83B8AADD-668D-47DB-A0DD-910EFBCC89C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857375" y="4476750"/>
              <a:ext cx="8096250" cy="2381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050" b="1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050" b="1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rPr>
                <a:t>Toolkit: knowledge memory and numerical diagnostics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2639215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1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2026-10-07T12:43:58.1160000Z</dcterms:created>
  <dcterms:modified xsi:type="dcterms:W3CDTF">2026-10-07T12:43:58.1160000Z</dcterms:modified>
</coreProperties>
</file>