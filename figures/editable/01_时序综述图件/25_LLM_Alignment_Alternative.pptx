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59a4ee438d174bb7"/><Relationship Type="http://schemas.openxmlformats.org/officeDocument/2006/relationships/extended-properties" Target="/docProps/app.xml" Id="Rfc12f5b912c74c66"/><Relationship Type="http://schemas.openxmlformats.org/officeDocument/2006/relationships/officeDocument" Target="/ppt/presentation.xml" Id="R7eabf376437d4de2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ca512d4019457d"/>
  </p:sldMasterIdLst>
  <p:notesMasterIdLst>
    <p:notesMasterId xmlns:r="http://schemas.openxmlformats.org/officeDocument/2006/relationships" r:id="Rd75503fa2f2541de"/>
  </p:notesMasterIdLst>
  <p:sldIdLst>
    <p:sldId xmlns:r="http://schemas.openxmlformats.org/officeDocument/2006/relationships" id="256" r:id="Re8408bef0d424da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6988a9f932f479f"/><Relationship Type="http://schemas.openxmlformats.org/officeDocument/2006/relationships/slideMaster" Target="/ppt/slideMasters/slideMaster1.xml" Id="R46ca512d4019457d"/><Relationship Type="http://schemas.openxmlformats.org/officeDocument/2006/relationships/notesMaster" Target="/ppt/notesMasters/notesMaster1.xml" Id="Rd75503fa2f2541de"/><Relationship Type="http://schemas.openxmlformats.org/officeDocument/2006/relationships/presProps" Target="/ppt/presProps.xml" Id="R1374b041dbf341ea"/><Relationship Type="http://schemas.openxmlformats.org/officeDocument/2006/relationships/tableStyles" Target="/ppt/tableStyles.xml" Id="R760c6f50b7ee4356"/><Relationship Type="http://schemas.openxmlformats.org/officeDocument/2006/relationships/slide" Target="/ppt/slides/slide1.xml" Id="Re8408bef0d424dab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ae5353eb93444b2a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d4cfb4ad59de42d1"/><Relationship Type="http://schemas.openxmlformats.org/officeDocument/2006/relationships/notesMaster" Target="/ppt/notesMasters/notesMaster1.xml" Id="R20c651a8c0564a1d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LLM-side contribution map adapted from the ChatTS training pipeline. Attribute selection feeds an attribute-based generator and a time-series evolution-instruction path. The generated series and language supervision support temporal alignment during model training. All nodes and connectors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aecfafd261f47f0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5055cddefa404f03"/><Relationship Type="http://schemas.openxmlformats.org/officeDocument/2006/relationships/slideLayout" Target="/ppt/slideLayouts/slideLayout1.xml" Id="R48f5ea2b803544a1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5ea2b803544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114d2074a0d47f2"/><Relationship Type="http://schemas.openxmlformats.org/officeDocument/2006/relationships/notesSlide" Target="/ppt/notesSlides/notesSlide1.xml" Id="R65b790329d404ae2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7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6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CA026B87-27AC-47D4-A1CE-2F0DB2E992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Alignment and Instruction Data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6AA8B6A0-1929-4142-84DE-7332A56BFE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28675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LLM-side contribution: numerical series enter language-model training through complementary data paths.</a:t>
              </a:r>
            </a:p>
          </p:txBody>
        </p:sp>
      </p:grpSp>
      <p:grpSp>
        <p:nvGrpSpPr>
          <p:cNvPr id="28" name="group-model-side-label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model-side-label">
              <a:extLst xmlns:a="http://schemas.openxmlformats.org/drawingml/2006/main">
                <a:ext uri="{FF2B5EF4-FFF2-40B4-BE49-F238E27FC236}">
                  <a16:creationId xmlns:a16="http://schemas.microsoft.com/office/drawing/2014/main" id="{AF0986AA-AF52-450A-9FF0-A7660F264A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1581150"/>
              <a:ext cx="6858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6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Model-side representation and reasoning</a:t>
              </a:r>
            </a:p>
          </p:txBody>
        </p:sp>
        <p:sp>
          <p:nvSpPr>
            <p:cNvPr id="24" name="llm-side-rule">
              <a:extLst xmlns:a="http://schemas.openxmlformats.org/drawingml/2006/main">
                <a:ext uri="{FF2B5EF4-FFF2-40B4-BE49-F238E27FC236}">
                  <a16:creationId xmlns:a16="http://schemas.microsoft.com/office/drawing/2014/main" id="{E9429D67-459B-469E-8A1D-9AE5FFCF1D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239000"/>
              <a:ext cx="12382500" cy="514350"/>
            </a:xfrm>
            <a:prstGeom xmlns:a="http://schemas.openxmlformats.org/drawingml/2006/main" prst="roundRect">
              <a:avLst>
                <a:gd name="adj" fmla="val 27778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7145">
              <a:solidFill>
                <a:srgbClr val="467A92"/>
              </a:solidFill>
              <a:prstDash val="solid"/>
            </a:ln>
          </p:spPr>
        </p:sp>
        <p:sp>
          <p:nvSpPr>
            <p:cNvPr id="25" name="llm-side-rule-text">
              <a:extLst xmlns:a="http://schemas.openxmlformats.org/drawingml/2006/main">
                <a:ext uri="{FF2B5EF4-FFF2-40B4-BE49-F238E27FC236}">
                  <a16:creationId xmlns:a16="http://schemas.microsoft.com/office/drawing/2014/main" id="{644BF7C3-1C7C-4106-9398-B4F20C9842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6400" y="7391400"/>
              <a:ext cx="118872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The LLM-side layer changes what temporal signals can be represented, aligned, and explained before the Harness executes a task.</a:t>
              </a:r>
            </a:p>
          </p:txBody>
        </p:sp>
      </p:grpSp>
      <p:grpSp>
        <p:nvGrpSpPr>
          <p:cNvPr id="29" name="group-node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9" name="node-1">
              <a:extLst xmlns:a="http://schemas.openxmlformats.org/drawingml/2006/main">
                <a:ext uri="{FF2B5EF4-FFF2-40B4-BE49-F238E27FC236}">
                  <a16:creationId xmlns:a16="http://schemas.microsoft.com/office/drawing/2014/main" id="{68E4BE28-7D82-448E-98C8-5F8EB57D10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4076700"/>
              <a:ext cx="2857500" cy="1066800"/>
            </a:xfrm>
            <a:prstGeom xmlns:a="http://schemas.openxmlformats.org/drawingml/2006/main" prst="roundRect">
              <a:avLst>
                <a:gd name="adj" fmla="val 16071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10" name="node-title-1">
              <a:extLst xmlns:a="http://schemas.openxmlformats.org/drawingml/2006/main">
                <a:ext uri="{FF2B5EF4-FFF2-40B4-BE49-F238E27FC236}">
                  <a16:creationId xmlns:a16="http://schemas.microsoft.com/office/drawing/2014/main" id="{6A85EED5-5B4A-46A9-9247-F900C0197F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4286250"/>
              <a:ext cx="25146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7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Attribute selector</a:t>
              </a:r>
            </a:p>
          </p:txBody>
        </p:sp>
        <p:sp>
          <p:nvSpPr>
            <p:cNvPr id="11" name="node-body-1">
              <a:extLst xmlns:a="http://schemas.openxmlformats.org/drawingml/2006/main">
                <a:ext uri="{FF2B5EF4-FFF2-40B4-BE49-F238E27FC236}">
                  <a16:creationId xmlns:a16="http://schemas.microsoft.com/office/drawing/2014/main" id="{380A8A7B-C630-4645-8D20-BD47154871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705350"/>
              <a:ext cx="24765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selects temporal attributes</a:t>
              </a:r>
            </a:p>
          </p:txBody>
        </p:sp>
      </p:grpSp>
      <p:grpSp>
        <p:nvGrpSpPr>
          <p:cNvPr id="30" name="group-node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2" name="node-2">
              <a:extLst xmlns:a="http://schemas.openxmlformats.org/drawingml/2006/main">
                <a:ext uri="{FF2B5EF4-FFF2-40B4-BE49-F238E27FC236}">
                  <a16:creationId xmlns:a16="http://schemas.microsoft.com/office/drawing/2014/main" id="{83508303-07B4-452E-ACFF-D9959536B1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1600" y="2343150"/>
              <a:ext cx="3505200" cy="1162050"/>
            </a:xfrm>
            <a:prstGeom xmlns:a="http://schemas.openxmlformats.org/drawingml/2006/main" prst="roundRect">
              <a:avLst>
                <a:gd name="adj" fmla="val 14754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3" name="node-title-2">
              <a:extLst xmlns:a="http://schemas.openxmlformats.org/drawingml/2006/main">
                <a:ext uri="{FF2B5EF4-FFF2-40B4-BE49-F238E27FC236}">
                  <a16:creationId xmlns:a16="http://schemas.microsoft.com/office/drawing/2014/main" id="{BA59F894-BE4B-4FFC-8467-533AC414E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53050" y="2552700"/>
              <a:ext cx="31623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Attribute-based generator</a:t>
              </a:r>
            </a:p>
          </p:txBody>
        </p:sp>
        <p:sp>
          <p:nvSpPr>
            <p:cNvPr id="14" name="node-body-2">
              <a:extLst xmlns:a="http://schemas.openxmlformats.org/drawingml/2006/main">
                <a:ext uri="{FF2B5EF4-FFF2-40B4-BE49-F238E27FC236}">
                  <a16:creationId xmlns:a16="http://schemas.microsoft.com/office/drawing/2014/main" id="{F7DD32FF-B2F1-4DED-9BD2-DCE2F850A8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72100" y="2971800"/>
              <a:ext cx="31242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generates series with selected attributes</a:t>
              </a:r>
            </a:p>
          </p:txBody>
        </p:sp>
      </p:grpSp>
      <p:grpSp>
        <p:nvGrpSpPr>
          <p:cNvPr id="31" name="group-node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5" name="node-3">
              <a:extLst xmlns:a="http://schemas.openxmlformats.org/drawingml/2006/main">
                <a:ext uri="{FF2B5EF4-FFF2-40B4-BE49-F238E27FC236}">
                  <a16:creationId xmlns:a16="http://schemas.microsoft.com/office/drawing/2014/main" id="{FAC11550-24A8-479E-B9EE-7BFDA836E0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1600" y="5600700"/>
              <a:ext cx="3505200" cy="1162050"/>
            </a:xfrm>
            <a:prstGeom xmlns:a="http://schemas.openxmlformats.org/drawingml/2006/main" prst="roundRect">
              <a:avLst>
                <a:gd name="adj" fmla="val 14754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16" name="node-title-3">
              <a:extLst xmlns:a="http://schemas.openxmlformats.org/drawingml/2006/main">
                <a:ext uri="{FF2B5EF4-FFF2-40B4-BE49-F238E27FC236}">
                  <a16:creationId xmlns:a16="http://schemas.microsoft.com/office/drawing/2014/main" id="{0B4C2C20-6B4B-437E-BFA4-9C1F920272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53050" y="5810250"/>
              <a:ext cx="31623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35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Time-series evolution instruction</a:t>
              </a:r>
            </a:p>
          </p:txBody>
        </p:sp>
        <p:sp>
          <p:nvSpPr>
            <p:cNvPr id="17" name="node-body-3">
              <a:extLst xmlns:a="http://schemas.openxmlformats.org/drawingml/2006/main">
                <a:ext uri="{FF2B5EF4-FFF2-40B4-BE49-F238E27FC236}">
                  <a16:creationId xmlns:a16="http://schemas.microsoft.com/office/drawing/2014/main" id="{9843A183-7377-4753-815D-2B22C4DE7B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72100" y="6229350"/>
              <a:ext cx="31242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generates temporal instruction text</a:t>
              </a:r>
            </a:p>
          </p:txBody>
        </p:sp>
      </p:grpSp>
      <p:grpSp>
        <p:nvGrpSpPr>
          <p:cNvPr id="32" name="group-node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8" name="node-4">
              <a:extLst xmlns:a="http://schemas.openxmlformats.org/drawingml/2006/main">
                <a:ext uri="{FF2B5EF4-FFF2-40B4-BE49-F238E27FC236}">
                  <a16:creationId xmlns:a16="http://schemas.microsoft.com/office/drawing/2014/main" id="{2EE906B1-C3E4-46E8-A6DE-A855EE58EF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91750" y="4076700"/>
              <a:ext cx="3333750" cy="1371600"/>
            </a:xfrm>
            <a:prstGeom xmlns:a="http://schemas.openxmlformats.org/drawingml/2006/main" prst="roundRect">
              <a:avLst>
                <a:gd name="adj" fmla="val 12500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19" name="node-title-4">
              <a:extLst xmlns:a="http://schemas.openxmlformats.org/drawingml/2006/main">
                <a:ext uri="{FF2B5EF4-FFF2-40B4-BE49-F238E27FC236}">
                  <a16:creationId xmlns:a16="http://schemas.microsoft.com/office/drawing/2014/main" id="{69931E52-0AD8-4032-AC2D-C649EA877C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63200" y="4286250"/>
              <a:ext cx="29908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Generated training data</a:t>
              </a:r>
            </a:p>
          </p:txBody>
        </p:sp>
        <p:sp>
          <p:nvSpPr>
            <p:cNvPr id="20" name="node-body-4">
              <a:extLst xmlns:a="http://schemas.openxmlformats.org/drawingml/2006/main">
                <a:ext uri="{FF2B5EF4-FFF2-40B4-BE49-F238E27FC236}">
                  <a16:creationId xmlns:a16="http://schemas.microsoft.com/office/drawing/2014/main" id="{B04D5914-46CA-49A7-B44A-AD75955BB8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82250" y="4705350"/>
              <a:ext cx="2952750" cy="628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series plus language supervision</a:t>
              </a:r>
            </a:p>
          </p:txBody>
        </p:sp>
      </p:grpSp>
      <p:grpSp>
        <p:nvGrpSpPr>
          <p:cNvPr id="33" name="group-node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1" name="node-5">
              <a:extLst xmlns:a="http://schemas.openxmlformats.org/drawingml/2006/main">
                <a:ext uri="{FF2B5EF4-FFF2-40B4-BE49-F238E27FC236}">
                  <a16:creationId xmlns:a16="http://schemas.microsoft.com/office/drawing/2014/main" id="{EA1C11BC-5E2A-4C41-B198-E2469F0187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716000" y="4076700"/>
              <a:ext cx="1428750" cy="1371600"/>
            </a:xfrm>
            <a:prstGeom xmlns:a="http://schemas.openxmlformats.org/drawingml/2006/main" prst="roundRect">
              <a:avLst>
                <a:gd name="adj" fmla="val 12500"/>
              </a:avLst>
            </a:prstGeom>
            <a:solidFill xmlns:a="http://schemas.openxmlformats.org/drawingml/2006/main">
              <a:srgbClr val="E9F0F4"/>
            </a:solidFill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  <p:sp>
          <p:nvSpPr>
            <p:cNvPr id="22" name="node-title-5">
              <a:extLst xmlns:a="http://schemas.openxmlformats.org/drawingml/2006/main">
                <a:ext uri="{FF2B5EF4-FFF2-40B4-BE49-F238E27FC236}">
                  <a16:creationId xmlns:a16="http://schemas.microsoft.com/office/drawing/2014/main" id="{700A3555-4A6B-4AFF-8E23-B11CBB9C9F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887450" y="4286250"/>
              <a:ext cx="10858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Model training</a:t>
              </a:r>
            </a:p>
          </p:txBody>
        </p:sp>
        <p:sp>
          <p:nvSpPr>
            <p:cNvPr id="23" name="node-body-5">
              <a:extLst xmlns:a="http://schemas.openxmlformats.org/drawingml/2006/main">
                <a:ext uri="{FF2B5EF4-FFF2-40B4-BE49-F238E27FC236}">
                  <a16:creationId xmlns:a16="http://schemas.microsoft.com/office/drawing/2014/main" id="{60F6F843-75EC-4CFC-9689-936A77555B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0" y="4705350"/>
              <a:ext cx="1047750" cy="628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3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alignment</a:t>
              </a:r>
            </a:p>
          </p:txBody>
        </p:sp>
      </p:grpSp>
      <p:grpSp>
        <p:nvGrpSpPr>
          <p:cNvPr id="34" name="group-selector-to-generator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" name="selector-to-generator">
              <a:extLst xmlns:a="http://schemas.openxmlformats.org/drawingml/2006/main">
                <a:ext uri="{FF2B5EF4-FFF2-40B4-BE49-F238E27FC236}">
                  <a16:creationId xmlns:a16="http://schemas.microsoft.com/office/drawing/2014/main" id="{91EDE026-23B8-4288-BECA-3F6F90B53A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1">
              <a:off x="3733800" y="3276600"/>
              <a:ext cx="1447800" cy="13144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5" name="selector-to-evol">
              <a:extLst xmlns:a="http://schemas.openxmlformats.org/drawingml/2006/main">
                <a:ext uri="{FF2B5EF4-FFF2-40B4-BE49-F238E27FC236}">
                  <a16:creationId xmlns:a16="http://schemas.microsoft.com/office/drawing/2014/main" id="{ECF25AF6-BFC1-4FF4-9B2E-BC9043B643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733800" y="4953000"/>
              <a:ext cx="1447800" cy="11811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6" name="generator-to-training-data">
              <a:extLst xmlns:a="http://schemas.openxmlformats.org/drawingml/2006/main">
                <a:ext uri="{FF2B5EF4-FFF2-40B4-BE49-F238E27FC236}">
                  <a16:creationId xmlns:a16="http://schemas.microsoft.com/office/drawing/2014/main" id="{5A779933-5BF5-456D-B57F-A3929A4851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686800" y="3371850"/>
              <a:ext cx="1790700" cy="13239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7" name="evol-to-training-data">
              <a:extLst xmlns:a="http://schemas.openxmlformats.org/drawingml/2006/main">
                <a:ext uri="{FF2B5EF4-FFF2-40B4-BE49-F238E27FC236}">
                  <a16:creationId xmlns:a16="http://schemas.microsoft.com/office/drawing/2014/main" id="{1CF0D137-DA11-4EFA-99B9-C09E8936AA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1">
              <a:off x="8686800" y="4953000"/>
              <a:ext cx="1790700" cy="12001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8" name="data-to-training">
              <a:extLst xmlns:a="http://schemas.openxmlformats.org/drawingml/2006/main">
                <a:ext uri="{FF2B5EF4-FFF2-40B4-BE49-F238E27FC236}">
                  <a16:creationId xmlns:a16="http://schemas.microsoft.com/office/drawing/2014/main" id="{24BF995B-5A1B-4006-8011-BB5CE25281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13525500" y="4762500"/>
              <a:ext cx="1905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2055335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2026-10-02T08:48:22.4540000Z</dcterms:created>
  <dcterms:modified xsi:type="dcterms:W3CDTF">2026-10-02T08:48:22.4540000Z</dcterms:modified>
</coreProperties>
</file>