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6" r:id="R54915f8901d443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1.xml" Id="R54915f8901d443b8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24ee830d0ccc4397"/><Relationship Type="http://schemas.openxmlformats.org/officeDocument/2006/relationships/notesMaster" Target="/ppt/notesMasters/notesMaster1.xml" Id="R04c57a0243a04d6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ChatTS,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0681980895e41c3"/><Relationship Type="http://schemas.openxmlformats.org/officeDocument/2006/relationships/notesSlide" Target="/ppt/notesSlides/notesSlide1.xml" Id="R484ca769fe284809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CF2C89CE-66B0-49DA-9A77-4E18D23055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0"/>
              <a:ext cx="1714500" cy="685800"/>
            </a:xfrm>
            <a:prstGeom xmlns:a="http://schemas.openxmlformats.org/drawingml/2006/main" prst="roundRect">
              <a:avLst>
                <a:gd name="adj" fmla="val 1111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061C27B-6B60-49BE-BD9C-FF4A518F75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762250"/>
              <a:ext cx="1524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Attribute selector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7AE1AAE-6DEA-46F6-98B0-C33C4388EA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3067050"/>
              <a:ext cx="1485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temporal attributes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CF9884F-6AC9-4561-8A28-901988FBF5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1666875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616D2BF-919F-4B5C-8E1F-654F525AE9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1762125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Attribute-based generator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22BDD841-E115-4A60-94CB-C257CA9D38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2066925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series with selected attributes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776DC2D5-2AB5-4808-8FDB-15EBAFA13F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3714750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50E9D9D8-A9B5-4D9F-8753-74F9626A84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38100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Time-series evol-instruct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B47E9688-1A56-4DDA-9502-67D6705F3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4114800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temporal instruction text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1C962D4-03E0-4E9A-9FE9-02C6E033A5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6670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1C92E4B-2F9A-4512-90FF-0041352FCA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27622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Generated training data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372F32-5209-4F01-A38F-E317D3C22D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86550" y="3067050"/>
              <a:ext cx="18669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series + language supervision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556E85D-FE74-4E05-83E2-B044BE6ADC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667000"/>
              <a:ext cx="1619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3031705-A295-40F6-B115-84E8F4C158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7622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2560D73-9E0F-4247-A7CF-591968B01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3067050"/>
              <a:ext cx="13906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alignment</a:t>
              </a:r>
            </a:p>
          </p:txBody>
        </p:sp>
        <p:cxnSp>
          <p:nvCxnSpPr>
            <p:cNvPr id="37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V="1">
              <a:off x="2381250" y="2143125"/>
              <a:ext cx="857250" cy="8667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1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2381250" y="3009900"/>
              <a:ext cx="857250" cy="11811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4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5429250" y="2143125"/>
              <a:ext cx="1143000" cy="10001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0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 flipV="1">
              <a:off x="5429250" y="3143250"/>
              <a:ext cx="1143000" cy="1047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10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8667750" y="3143250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E2055AAA-072A-49BB-BA14-FA9B26DD1E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238250"/>
              <a:ext cx="619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model-side representation and reasoning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6589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