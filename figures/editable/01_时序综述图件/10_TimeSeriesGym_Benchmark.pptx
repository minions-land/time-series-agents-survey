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3784023e04a451e"/><Relationship Type="http://schemas.openxmlformats.org/officeDocument/2006/relationships/extended-properties" Target="/docProps/app.xml" Id="Reb4123275c4c4745"/><Relationship Type="http://schemas.openxmlformats.org/officeDocument/2006/relationships/officeDocument" Target="/ppt/presentation.xml" Id="Rf0ce2a38e42f424f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b885dc477b4b4b"/>
  </p:sldMasterIdLst>
  <p:notesMasterIdLst>
    <p:notesMasterId xmlns:r="http://schemas.openxmlformats.org/officeDocument/2006/relationships" r:id="R3057d2ddd8a74048"/>
  </p:notesMasterIdLst>
  <p:sldIdLst>
    <p:sldId xmlns:r="http://schemas.openxmlformats.org/officeDocument/2006/relationships" id="261" r:id="R907ab7b78eea41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370973d64ed4496"/><Relationship Type="http://schemas.openxmlformats.org/officeDocument/2006/relationships/slideMaster" Target="/ppt/slideMasters/slideMaster1.xml" Id="Rf6b885dc477b4b4b"/><Relationship Type="http://schemas.openxmlformats.org/officeDocument/2006/relationships/notesMaster" Target="/ppt/notesMasters/notesMaster1.xml" Id="R3057d2ddd8a74048"/><Relationship Type="http://schemas.openxmlformats.org/officeDocument/2006/relationships/presProps" Target="/ppt/presProps.xml" Id="R96037460a2744a7e"/><Relationship Type="http://schemas.openxmlformats.org/officeDocument/2006/relationships/tableStyles" Target="/ppt/tableStyles.xml" Id="Rebc202c8e2c54268"/><Relationship Type="http://schemas.openxmlformats.org/officeDocument/2006/relationships/slide" Target="/ppt/slides/slide6.xml" Id="R907ab7b78eea41e1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7b5a3cd93dbb459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9a18685ad74e4e2f"/><Relationship Type="http://schemas.openxmlformats.org/officeDocument/2006/relationships/notesMaster" Target="/ppt/notesMasters/notesMaster1.xml" Id="R1c9fffde7abc4bc9"/></Relationship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TimeSeriesGym,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28c680c6efd4bb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eb4c2e13b8834b06"/><Relationship Type="http://schemas.openxmlformats.org/officeDocument/2006/relationships/slideLayout" Target="/ppt/slideLayouts/slideLayout1.xml" Id="R22619ecc912b469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619ecc912b46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cf3502dd0bfe4094"/><Relationship Type="http://schemas.openxmlformats.org/officeDocument/2006/relationships/notesSlide" Target="/ppt/notesSlides/notesSlide6.xml" Id="R062f66a01e294ab7"/></Relationships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0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01E3925D-2343-4F18-94F9-649C16D02FF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1500" y="2381250"/>
              <a:ext cx="20955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21B84866-6B80-49D2-8F59-BA9BF543F54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6750" y="24765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Multiple sources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796DB8BB-B211-462D-B3B9-449C58FCA5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5800" y="2781300"/>
              <a:ext cx="18669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Kaggle · GitHub · data resources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CD8F752F-0598-4D0C-B1DD-872C3390BE6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29000" y="2095500"/>
              <a:ext cx="2286000" cy="190500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DB230261-61E5-4378-94B4-6E85C9D799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24250" y="2190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Challenges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107D0D12-4E06-4946-A650-54DAF9024D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43300" y="2495550"/>
              <a:ext cx="2057400" cy="1428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descriptions · resources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skill simulators · code improvement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964F9075-E740-4942-89E6-B2A1EF45F4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477000" y="2381250"/>
              <a:ext cx="19050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1E791F58-10FC-437F-B0AD-E798C4B6C9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72250" y="2476500"/>
              <a:ext cx="1714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Agent-agnostic design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ABC9B9D7-5A69-47DB-A5AE-D224D4B8A5D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91300" y="2781300"/>
              <a:ext cx="16764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same contract for different Agents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FAB79318-F741-4DD9-80BC-AF76A8B6B9B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44000" y="171450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2A88BC4A-3758-4CD8-909F-6497714F0E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39250" y="18097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Quantitative grader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BCB2A8EF-54BB-4BBD-ADC3-E837B9FAAF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58300" y="211455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accuracy, error, runtime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A974B927-FCC6-4FAD-AB4A-F8A4ED214FA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44000" y="333375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FBA1C4F0-0C66-4ECE-99A6-FBB6A788DED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39250" y="34290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Qualitative grader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98B50628-216A-443F-9B3A-38DC139831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58300" y="373380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task-specific artifact checks</a:t>
              </a:r>
            </a:p>
          </p:txBody>
        </p:sp>
        <p:cxnSp>
          <p:nvCxnSpPr>
            <p:cNvPr id="36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667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7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5715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 flipV="1">
              <a:off x="8382000" y="2143125"/>
              <a:ext cx="762000" cy="9048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9" name=""/>
            <p:cNvCxnSpPr>
              <a:stCxn xmlns:a="http://schemas.openxmlformats.org/drawingml/2006/main" id="7" idx="3"/>
              <a:endCxn xmlns:a="http://schemas.openxmlformats.org/drawingml/2006/main" id="13" idx="1"/>
            </p:cNvCxnSpPr>
            <p:nvPr/>
          </p:nvCxnSpPr>
          <p:spPr>
            <a:xfrm xmlns:a="http://schemas.openxmlformats.org/drawingml/2006/main">
              <a:off x="8382000" y="3048000"/>
              <a:ext cx="762000" cy="7143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B5A76C03-8FF2-4D10-BBAC-C74B39C904D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810625" y="4762500"/>
              <a:ext cx="26670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multimodal outputs</a:t>
              </a:r>
            </a:p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files · models ·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562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2026-10-07T12:43:58.1160000Z</dcterms:created>
  <dcterms:modified xsi:type="dcterms:W3CDTF">2026-10-07T12:43:58.1160000Z</dcterms:modified>
</coreProperties>
</file>