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63784023e04a451e"/><Relationship Type="http://schemas.openxmlformats.org/officeDocument/2006/relationships/extended-properties" Target="/docProps/app.xml" Id="Reb4123275c4c4745"/><Relationship Type="http://schemas.openxmlformats.org/officeDocument/2006/relationships/officeDocument" Target="/ppt/presentation.xml" Id="Rf0ce2a38e42f424f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b885dc477b4b4b"/>
  </p:sldMasterIdLst>
  <p:notesMasterIdLst>
    <p:notesMasterId xmlns:r="http://schemas.openxmlformats.org/officeDocument/2006/relationships" r:id="R3057d2ddd8a74048"/>
  </p:notesMasterIdLst>
  <p:sldIdLst>
    <p:sldId xmlns:r="http://schemas.openxmlformats.org/officeDocument/2006/relationships" id="260" r:id="Rb133d938fb0048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3370973d64ed4496"/><Relationship Type="http://schemas.openxmlformats.org/officeDocument/2006/relationships/slideMaster" Target="/ppt/slideMasters/slideMaster1.xml" Id="Rf6b885dc477b4b4b"/><Relationship Type="http://schemas.openxmlformats.org/officeDocument/2006/relationships/notesMaster" Target="/ppt/notesMasters/notesMaster1.xml" Id="R3057d2ddd8a74048"/><Relationship Type="http://schemas.openxmlformats.org/officeDocument/2006/relationships/presProps" Target="/ppt/presProps.xml" Id="R96037460a2744a7e"/><Relationship Type="http://schemas.openxmlformats.org/officeDocument/2006/relationships/tableStyles" Target="/ppt/tableStyles.xml" Id="Rebc202c8e2c54268"/><Relationship Type="http://schemas.openxmlformats.org/officeDocument/2006/relationships/slide" Target="/ppt/slides/slide5.xml" Id="Rb133d938fb00488e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7b5a3cd93dbb4598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/ppt/slides/slide5.xml" Id="R96e0a96bf51b495e"/><Relationship Type="http://schemas.openxmlformats.org/officeDocument/2006/relationships/notesMaster" Target="/ppt/notesMasters/notesMaster1.xml" Id="Re7de0e24d8d1492a"/></Relationship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Redrawn schematic adapted from TIMECLAW, Fig. 2. Labels and geometry are normalized for this survey; the original paper remains the source of the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28c680c6efd4bbe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eb4c2e13b8834b06"/><Relationship Type="http://schemas.openxmlformats.org/officeDocument/2006/relationships/slideLayout" Target="/ppt/slideLayouts/slideLayout1.xml" Id="R22619ecc912b4697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619ecc912b46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db7f1f10098c4f1b"/><Relationship Type="http://schemas.openxmlformats.org/officeDocument/2006/relationships/notesSlide" Target="/ppt/notesSlides/notesSlide5.xml" Id="R4c16d645d2cd4ae5"/></Relationships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34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8" name="">
              <a:extLst xmlns:a="http://schemas.openxmlformats.org/drawingml/2006/main">
                <a:ext uri="{FF2B5EF4-FFF2-40B4-BE49-F238E27FC236}">
                  <a16:creationId xmlns:a16="http://schemas.microsoft.com/office/drawing/2014/main" id="{7E3E8B66-042B-4CFA-8850-A61F440F19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71500" y="2476500"/>
              <a:ext cx="2095500" cy="1143000"/>
            </a:xfrm>
            <a:prstGeom xmlns:a="http://schemas.openxmlformats.org/drawingml/2006/main" prst="roundRect">
              <a:avLst>
                <a:gd name="adj" fmla="val 6667"/>
              </a:avLst>
            </a:prstGeom>
            <a:solidFill xmlns:a="http://schemas.openxmlformats.org/drawingml/2006/main">
              <a:srgbClr val="D9EEF0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2" name="">
              <a:extLst xmlns:a="http://schemas.openxmlformats.org/drawingml/2006/main">
                <a:ext uri="{FF2B5EF4-FFF2-40B4-BE49-F238E27FC236}">
                  <a16:creationId xmlns:a16="http://schemas.microsoft.com/office/drawing/2014/main" id="{12B9592D-FE39-4FDB-9E99-731923F7D09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6750" y="2571750"/>
              <a:ext cx="190500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Contextual series</a:t>
              </a:r>
            </a:p>
          </p:txBody>
        </p:sp>
        <p:sp>
          <p:nvSpPr>
            <p:cNvPr id="3" name="">
              <a:extLst xmlns:a="http://schemas.openxmlformats.org/drawingml/2006/main">
                <a:ext uri="{FF2B5EF4-FFF2-40B4-BE49-F238E27FC236}">
                  <a16:creationId xmlns:a16="http://schemas.microsoft.com/office/drawing/2014/main" id="{32B129F9-C702-4C21-8E50-B47DC8969B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2876550"/>
              <a:ext cx="186690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values, events, metadata</a:t>
              </a:r>
            </a:p>
          </p:txBody>
        </p:sp>
        <p:sp>
          <p:nvSpPr>
            <p:cNvPr id="4" name="">
              <a:extLst xmlns:a="http://schemas.openxmlformats.org/drawingml/2006/main">
                <a:ext uri="{FF2B5EF4-FFF2-40B4-BE49-F238E27FC236}">
                  <a16:creationId xmlns:a16="http://schemas.microsoft.com/office/drawing/2014/main" id="{F405D135-BC56-46E8-9BA5-6CED331F16B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429000" y="2190750"/>
              <a:ext cx="2381250" cy="1619250"/>
            </a:xfrm>
            <a:prstGeom xmlns:a="http://schemas.openxmlformats.org/drawingml/2006/main" prst="roundRect">
              <a:avLst>
                <a:gd name="adj" fmla="val 4706"/>
              </a:avLst>
            </a:prstGeom>
            <a:solidFill xmlns:a="http://schemas.openxmlformats.org/drawingml/2006/main">
              <a:srgbClr val="DDEEDC"/>
            </a:solidFill>
            <a:ln xmlns:a="http://schemas.openxmlformats.org/drawingml/2006/main" w="13335">
              <a:solidFill>
                <a:srgbClr val="438B86"/>
              </a:solidFill>
              <a:prstDash val="solid"/>
            </a:ln>
          </p:spPr>
        </p:sp>
        <p:sp>
          <p:nvSpPr>
            <p:cNvPr id="5" name="">
              <a:extLst xmlns:a="http://schemas.openxmlformats.org/drawingml/2006/main">
                <a:ext uri="{FF2B5EF4-FFF2-40B4-BE49-F238E27FC236}">
                  <a16:creationId xmlns:a16="http://schemas.microsoft.com/office/drawing/2014/main" id="{8A7430C1-C621-40F2-A238-5D5294026C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24250" y="2286000"/>
              <a:ext cx="2190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438B86"/>
                  </a:solidFill>
                  <a:latin typeface="Times New Roman"/>
                  <a:ea typeface="Times New Roman"/>
                  <a:cs typeface="Times New Roman"/>
                </a:rPr>
                <a:t>Time-series runtime</a:t>
              </a:r>
            </a:p>
          </p:txBody>
        </p:sp>
        <p:sp>
          <p:nvSpPr>
            <p:cNvPr id="6" name="">
              <a:extLst xmlns:a="http://schemas.openxmlformats.org/drawingml/2006/main">
                <a:ext uri="{FF2B5EF4-FFF2-40B4-BE49-F238E27FC236}">
                  <a16:creationId xmlns:a16="http://schemas.microsoft.com/office/drawing/2014/main" id="{87709E80-B4B3-4FDB-B219-345D8F63A2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543300" y="2590800"/>
              <a:ext cx="2152650" cy="1143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server-side numerical execution</a:t>
              </a:r>
            </a:p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state and tools</a:t>
              </a:r>
            </a:p>
          </p:txBody>
        </p:sp>
        <p:sp>
          <p:nvSpPr>
            <p:cNvPr id="7" name="">
              <a:extLst xmlns:a="http://schemas.openxmlformats.org/drawingml/2006/main">
                <a:ext uri="{FF2B5EF4-FFF2-40B4-BE49-F238E27FC236}">
                  <a16:creationId xmlns:a16="http://schemas.microsoft.com/office/drawing/2014/main" id="{17FE899B-0F4B-4E17-B900-392544DFDE0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19875" y="2190750"/>
              <a:ext cx="2381250" cy="1619250"/>
            </a:xfrm>
            <a:prstGeom xmlns:a="http://schemas.openxmlformats.org/drawingml/2006/main" prst="roundRect">
              <a:avLst>
                <a:gd name="adj" fmla="val 4706"/>
              </a:avLst>
            </a:prstGeom>
            <a:solidFill xmlns:a="http://schemas.openxmlformats.org/drawingml/2006/main">
              <a:srgbClr val="F4F0C9"/>
            </a:solidFill>
            <a:ln xmlns:a="http://schemas.openxmlformats.org/drawingml/2006/main" w="13335">
              <a:solidFill>
                <a:srgbClr val="B77F2B"/>
              </a:solidFill>
              <a:prstDash val="solid"/>
            </a:ln>
          </p:spPr>
        </p:sp>
        <p:sp>
          <p:nvSpPr>
            <p:cNvPr id="8" name="">
              <a:extLst xmlns:a="http://schemas.openxmlformats.org/drawingml/2006/main">
                <a:ext uri="{FF2B5EF4-FFF2-40B4-BE49-F238E27FC236}">
                  <a16:creationId xmlns:a16="http://schemas.microsoft.com/office/drawing/2014/main" id="{2688A27F-337F-44E5-ACA6-DD44BCA2FCC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15125" y="2286000"/>
              <a:ext cx="21907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7F2B"/>
                  </a:solidFill>
                  <a:latin typeface="Times New Roman"/>
                  <a:ea typeface="Times New Roman"/>
                  <a:cs typeface="Times New Roman"/>
                </a:rPr>
                <a:t>Capability evolution</a:t>
              </a:r>
            </a:p>
          </p:txBody>
        </p:sp>
        <p:sp>
          <p:nvSpPr>
            <p:cNvPr id="9" name="">
              <a:extLst xmlns:a="http://schemas.openxmlformats.org/drawingml/2006/main">
                <a:ext uri="{FF2B5EF4-FFF2-40B4-BE49-F238E27FC236}">
                  <a16:creationId xmlns:a16="http://schemas.microsoft.com/office/drawing/2014/main" id="{753A4C31-CEBD-4FEA-A5D8-5781AD9B087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34175" y="2590800"/>
              <a:ext cx="2152650" cy="11430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evaluate, update, retain, release</a:t>
              </a:r>
            </a:p>
          </p:txBody>
        </p:sp>
        <p:sp>
          <p:nvSpPr>
            <p:cNvPr id="10" name="">
              <a:extLst xmlns:a="http://schemas.openxmlformats.org/drawingml/2006/main">
                <a:ext uri="{FF2B5EF4-FFF2-40B4-BE49-F238E27FC236}">
                  <a16:creationId xmlns:a16="http://schemas.microsoft.com/office/drawing/2014/main" id="{33A6CD89-C6BB-4907-A19E-757097C5657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810750" y="2476500"/>
              <a:ext cx="1809750" cy="1143000"/>
            </a:xfrm>
            <a:prstGeom xmlns:a="http://schemas.openxmlformats.org/drawingml/2006/main" prst="roundRect">
              <a:avLst>
                <a:gd name="adj" fmla="val 6667"/>
              </a:avLst>
            </a:prstGeom>
            <a:solidFill xmlns:a="http://schemas.openxmlformats.org/drawingml/2006/main">
              <a:srgbClr val="E6E0F2"/>
            </a:solidFill>
            <a:ln xmlns:a="http://schemas.openxmlformats.org/drawingml/2006/main" w="13335">
              <a:solidFill>
                <a:srgbClr val="78639F"/>
              </a:solidFill>
              <a:prstDash val="solid"/>
            </a:ln>
          </p:spPr>
        </p:sp>
        <p:sp>
          <p:nvSpPr>
            <p:cNvPr id="11" name="">
              <a:extLst xmlns:a="http://schemas.openxmlformats.org/drawingml/2006/main">
                <a:ext uri="{FF2B5EF4-FFF2-40B4-BE49-F238E27FC236}">
                  <a16:creationId xmlns:a16="http://schemas.microsoft.com/office/drawing/2014/main" id="{E15E6FE6-0E20-46AB-A523-4232292E71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06000" y="2571750"/>
              <a:ext cx="1619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78639F"/>
                  </a:solidFill>
                  <a:latin typeface="Times New Roman"/>
                  <a:ea typeface="Times New Roman"/>
                  <a:cs typeface="Times New Roman"/>
                </a:rPr>
                <a:t>Multimodal memory</a:t>
              </a:r>
            </a:p>
          </p:txBody>
        </p:sp>
        <p:sp>
          <p:nvSpPr>
            <p:cNvPr id="12" name="">
              <a:extLst xmlns:a="http://schemas.openxmlformats.org/drawingml/2006/main">
                <a:ext uri="{FF2B5EF4-FFF2-40B4-BE49-F238E27FC236}">
                  <a16:creationId xmlns:a16="http://schemas.microsoft.com/office/drawing/2014/main" id="{4B0E1199-CE92-4406-AA69-106C61F33A3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925050" y="2876550"/>
              <a:ext cx="1581150" cy="666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00" b="0" i="0">
                  <a:solidFill>
                    <a:srgbClr val="303A4B"/>
                  </a:solidFill>
                  <a:latin typeface="Times New Roman"/>
                  <a:ea typeface="Times New Roman"/>
                  <a:cs typeface="Times New Roman"/>
                </a:rPr>
                <a:t>retrieve and reuse</a:t>
              </a:r>
            </a:p>
          </p:txBody>
        </p:sp>
        <p:cxnSp>
          <p:nvCxnSpPr>
            <p:cNvPr id="30" name=""/>
            <p:cNvCxnSpPr>
              <a:stCxn xmlns:a="http://schemas.openxmlformats.org/drawingml/2006/main" id="1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 flipV="1">
              <a:off x="2667000" y="3000375"/>
              <a:ext cx="762000" cy="47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438B86"/>
              </a:solidFill>
              <a:prstDash val="solid"/>
              <a:headEnd type="arrow" w="sm" len="sm"/>
            </a:ln>
          </p:spPr>
        </p:cxnSp>
        <p:cxnSp>
          <p:nvCxnSpPr>
            <p:cNvPr id="31" name=""/>
            <p:cNvCxnSpPr>
              <a:stCxn xmlns:a="http://schemas.openxmlformats.org/drawingml/2006/main" id="4" idx="3"/>
              <a:endCxn xmlns:a="http://schemas.openxmlformats.org/drawingml/2006/main" id="7" idx="1"/>
            </p:cNvCxnSpPr>
            <p:nvPr/>
          </p:nvCxnSpPr>
          <p:spPr>
            <a:xfrm xmlns:a="http://schemas.openxmlformats.org/drawingml/2006/main">
              <a:off x="5810250" y="3000375"/>
              <a:ext cx="809625" cy="0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B77F2B"/>
              </a:solidFill>
              <a:prstDash val="solid"/>
              <a:headEnd type="arrow" w="sm" len="sm"/>
            </a:ln>
          </p:spPr>
        </p:cxnSp>
        <p:cxnSp>
          <p:nvCxnSpPr>
            <p:cNvPr id="32" name=""/>
            <p:cNvCxnSpPr>
              <a:stCxn xmlns:a="http://schemas.openxmlformats.org/drawingml/2006/main" id="7" idx="3"/>
              <a:endCxn xmlns:a="http://schemas.openxmlformats.org/drawingml/2006/main" id="10" idx="1"/>
            </p:cNvCxnSpPr>
            <p:nvPr/>
          </p:nvCxnSpPr>
          <p:spPr>
            <a:xfrm xmlns:a="http://schemas.openxmlformats.org/drawingml/2006/main">
              <a:off x="9001125" y="3000375"/>
              <a:ext cx="809625" cy="47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solid"/>
              <a:headEnd type="arrow" w="sm" len="sm"/>
            </a:ln>
          </p:spPr>
        </p:cxnSp>
        <p:cxnSp>
          <p:nvCxnSpPr>
            <p:cNvPr id="33" name=""/>
            <p:cNvCxnSpPr>
              <a:stCxn xmlns:a="http://schemas.openxmlformats.org/drawingml/2006/main" id="10" idx="3"/>
              <a:endCxn xmlns:a="http://schemas.openxmlformats.org/drawingml/2006/main" id="4" idx="1"/>
            </p:cNvCxnSpPr>
            <p:nvPr/>
          </p:nvCxnSpPr>
          <p:spPr>
            <a:xfrm xmlns:a="http://schemas.openxmlformats.org/drawingml/2006/main" flipH="1" flipV="1">
              <a:off x="3429000" y="3000375"/>
              <a:ext cx="8191500" cy="47625"/>
            </a:xfrm>
            <a:prstGeom xmlns:a="http://schemas.openxmlformats.org/drawingml/2006/main" prst="straightConnector1">
              <a:avLst/>
            </a:prstGeom>
            <a:ln xmlns:a="http://schemas.openxmlformats.org/drawingml/2006/main" w="19050">
              <a:solidFill>
                <a:srgbClr val="78639F"/>
              </a:solidFill>
              <a:prstDash val="dash"/>
              <a:headEnd type="arrow" w="sm" len="sm"/>
            </a:ln>
          </p:spPr>
        </p:cxnSp>
        <p:sp>
          <p:nvSpPr>
            <p:cNvPr id="17" name="">
              <a:extLst xmlns:a="http://schemas.openxmlformats.org/drawingml/2006/main">
                <a:ext uri="{FF2B5EF4-FFF2-40B4-BE49-F238E27FC236}">
                  <a16:creationId xmlns:a16="http://schemas.microsoft.com/office/drawing/2014/main" id="{4E37E07C-6CBD-4DE1-9912-E76AFFFAE5D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048000" y="1428750"/>
              <a:ext cx="61912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3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24324A"/>
                  </a:solidFill>
                  <a:latin typeface="Times New Roman"/>
                  <a:ea typeface="Times New Roman"/>
                  <a:cs typeface="Times New Roman"/>
                </a:rPr>
                <a:t>auditable trajectories close the loop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4361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2026-10-07T12:43:58.1160000Z</dcterms:created>
  <dcterms:modified xsi:type="dcterms:W3CDTF">2026-10-07T12:43:58.1160000Z</dcterms:modified>
</coreProperties>
</file>