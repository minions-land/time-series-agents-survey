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7" r:id="R6aa49fdddf3b44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2.xml" Id="R6aa49fdddf3b4460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a837e7857c4b4509"/><Relationship Type="http://schemas.openxmlformats.org/officeDocument/2006/relationships/notesMaster" Target="/ppt/notesMasters/notesMaster1.xml" Id="R7bd14335ca0a4a28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090c344bc254f3d"/><Relationship Type="http://schemas.openxmlformats.org/officeDocument/2006/relationships/notesSlide" Target="/ppt/notesSlides/notesSlide2.xml" Id="R349e970aa90148ec"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902403A-11EC-4563-A764-C6F6D30F4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0E239C36-9177-4B18-A0F6-5966ABDFB7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Temporal grounding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8393DF7-7AF6-4FF9-91C2-0B70E72C5A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0DFACD8-291B-4C81-A912-9B488CD5A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 specification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5874F61-2DE4-43B9-A341-6ABC16D3EB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F0723F81-71CE-44A1-A6CA-64B0570F2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0E8E91A0-539B-4A6A-8AF2-3893A169BF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Data interface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4BD99E5-3031-4564-B48B-461491486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1336FF4-EA86-43CB-ACE7-AC123B179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0B202AF-3E8E-4210-B1BD-6A26753C1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Visual analysis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7563641-E1B9-41F5-8DD2-7A28F76E5A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C61E171-EF0D-410B-A301-01629738B8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634280A-B6A9-4EF4-9F57-8F51487312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Knowledge-grounded reasoning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0CCCF1F0-9E14-413D-9EFB-ECFA9DF2DE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063FC457-20BF-47CA-9C4F-137DA10D6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Strong knowledge dependence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0DD1824-3345-4B6A-861F-1E3C9C77A8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C2D1814-2874-4FD4-AE58-0A152F7E0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B1205E0-EF01-4967-9233-A442F237B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hypothesis expansion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2ECE531-2779-4463-A02D-8940C2FAE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37289A46-85E4-4EBC-B360-9E396E00DC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1D50324E-4E01-4D77-90D7-20EABDFCA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Rules-aware reasoning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9F06E8A1-5F9E-4222-A234-ADEB0EC159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6F45A647-2F60-4834-89AF-E218861DB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4288">
              <a:solidFill>
                <a:srgbClr val="B77F2B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641854E1-BABB-445E-99C7-A750AC3D0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Reliability mechanisms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FE2B76AB-4737-4C01-BC5A-96504D2196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19D4868A-225F-4388-8261-0F42E7678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Post-experiment analysis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96BE124A-CAA2-4B95-8E29-C19615F7C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66BE1AFE-92D8-4AA7-BBB7-6E3FB20527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15AF28E6-1521-4304-A394-87A34EEED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Event-aware reasoning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97465288-51DD-40BC-A7F9-29F223B1E8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A845D30B-A0C0-4703-81D1-21B14097DF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4F355F29-A788-4491-AB32-C2BCE2BA3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Layered review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F5136418-5375-449D-B4D4-EE91E7D22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cxnSp>
          <p:nvCxnSpPr>
            <p:cNvPr id="69" name=""/>
            <p:cNvCxnSpPr>
              <a:stCxn xmlns:a="http://schemas.openxmlformats.org/drawingml/2006/main" id="1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390525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70" name=""/>
            <p:cNvCxnSpPr>
              <a:stCxn xmlns:a="http://schemas.openxmlformats.org/drawingml/2006/main" id="12" idx="3"/>
              <a:endCxn xmlns:a="http://schemas.openxmlformats.org/drawingml/2006/main" id="23" idx="1"/>
            </p:cNvCxnSpPr>
            <p:nvPr/>
          </p:nvCxnSpPr>
          <p:spPr>
            <a:xfrm xmlns:a="http://schemas.openxmlformats.org/drawingml/2006/main">
              <a:off x="762000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039653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