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1103acfef43c44b3"/><Relationship Type="http://schemas.openxmlformats.org/officeDocument/2006/relationships/extended-properties" Target="/docProps/app.xml" Id="Re2d6f654e7f5479b"/><Relationship Type="http://schemas.openxmlformats.org/officeDocument/2006/relationships/officeDocument" Target="/ppt/presentation.xml" Id="R0b46b2ed5d034eda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bf4f65f8a44258"/>
  </p:sldMasterIdLst>
  <p:notesMasterIdLst>
    <p:notesMasterId xmlns:r="http://schemas.openxmlformats.org/officeDocument/2006/relationships" r:id="Rd655111e31eb4ef6"/>
  </p:notesMasterIdLst>
  <p:sldIdLst>
    <p:sldId xmlns:r="http://schemas.openxmlformats.org/officeDocument/2006/relationships" id="256" r:id="Rb5959f919079415b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f19fda8493e84695"/><Relationship Type="http://schemas.openxmlformats.org/officeDocument/2006/relationships/slideMaster" Target="/ppt/slideMasters/slideMaster1.xml" Id="Rbabf4f65f8a44258"/><Relationship Type="http://schemas.openxmlformats.org/officeDocument/2006/relationships/notesMaster" Target="/ppt/notesMasters/notesMaster1.xml" Id="Rd655111e31eb4ef6"/><Relationship Type="http://schemas.openxmlformats.org/officeDocument/2006/relationships/presProps" Target="/ppt/presProps.xml" Id="R76507a05bfc149fe"/><Relationship Type="http://schemas.openxmlformats.org/officeDocument/2006/relationships/tableStyles" Target="/ppt/tableStyles.xml" Id="R9ab18bf8d9c74b44"/><Relationship Type="http://schemas.openxmlformats.org/officeDocument/2006/relationships/slide" Target="/ppt/slides/slide1.xml" Id="Rb5959f919079415b"/></Relationships>
</file>

<file path=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/ppt/notesMasters/theme/theme3.xml" Id="R8eaf16a4629c4ba7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/ppt/slides/slide1.xml" Id="R61d6e411436443d2"/><Relationship Type="http://schemas.openxmlformats.org/officeDocument/2006/relationships/notesMaster" Target="/ppt/notesMasters/notesMaster1.xml" Id="Ra8ca5edf400b4537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Task-specific Harness map. The seven-module lens is shared across the four task families; the task contracts and representative task-bound modules differ. All elements are native editable PowerPoint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009dab4ab90245a8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b01212b2b8e04a9a"/><Relationship Type="http://schemas.openxmlformats.org/officeDocument/2006/relationships/slideLayout" Target="/ppt/slideLayouts/slideLayout1.xml" Id="R8fa09acf115041ce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a09acf115041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4f6b0b2d186140de"/><Relationship Type="http://schemas.openxmlformats.org/officeDocument/2006/relationships/notesSlide" Target="/ppt/notesSlides/notesSlide1.xml" Id="Rd9975ca0cafe4aec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80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79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421A5879-2747-4D83-AA54-3A0F31E144F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400050"/>
              <a:ext cx="138112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Task-specific Time-Series Harness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31E202F0-A35D-42EF-8C53-78B8E539C8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4850" y="828675"/>
              <a:ext cx="13811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The same seven Harness dimensions are instantiated under different temporal output contracts.</a:t>
              </a:r>
            </a:p>
          </p:txBody>
        </p:sp>
      </p:grpSp>
      <p:grpSp>
        <p:nvGrpSpPr>
          <p:cNvPr id="81" name="group-shared-len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shared-lens">
              <a:extLst xmlns:a="http://schemas.openxmlformats.org/drawingml/2006/main">
                <a:ext uri="{FF2B5EF4-FFF2-40B4-BE49-F238E27FC236}">
                  <a16:creationId xmlns:a16="http://schemas.microsoft.com/office/drawing/2014/main" id="{2DA3B5C7-045A-4C0F-8942-E1C343E63EF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7700" y="1524000"/>
              <a:ext cx="2781300" cy="5619750"/>
            </a:xfrm>
            <a:prstGeom xmlns:a="http://schemas.openxmlformats.org/drawingml/2006/main" prst="roundRect">
              <a:avLst>
                <a:gd name="adj" fmla="val 7534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4" name="shared-lens-title">
              <a:extLst xmlns:a="http://schemas.openxmlformats.org/drawingml/2006/main">
                <a:ext uri="{FF2B5EF4-FFF2-40B4-BE49-F238E27FC236}">
                  <a16:creationId xmlns:a16="http://schemas.microsoft.com/office/drawing/2014/main" id="{3B1C04C1-2011-471D-BC79-5122FF8A04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1771650"/>
              <a:ext cx="2286000" cy="2857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7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Seven-module lens</a:t>
              </a:r>
            </a:p>
          </p:txBody>
        </p:sp>
        <p:sp>
          <p:nvSpPr>
            <p:cNvPr id="5" name="shared-lens-subtitle">
              <a:extLst xmlns:a="http://schemas.openxmlformats.org/drawingml/2006/main">
                <a:ext uri="{FF2B5EF4-FFF2-40B4-BE49-F238E27FC236}">
                  <a16:creationId xmlns:a16="http://schemas.microsoft.com/office/drawing/2014/main" id="{1BAF58C5-7734-42AE-A894-7769D824378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2114550"/>
              <a:ext cx="22860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applied to every task family</a:t>
              </a:r>
            </a:p>
          </p:txBody>
        </p:sp>
        <p:sp>
          <p:nvSpPr>
            <p:cNvPr id="20" name="shared-lens-rail">
              <a:extLst xmlns:a="http://schemas.openxmlformats.org/drawingml/2006/main">
                <a:ext uri="{FF2B5EF4-FFF2-40B4-BE49-F238E27FC236}">
                  <a16:creationId xmlns:a16="http://schemas.microsoft.com/office/drawing/2014/main" id="{A609D333-13B9-4528-9072-A0D2948D8D6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3429000" y="1333500"/>
              <a:ext cx="11001375" cy="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</p:grpSp>
      <p:grpSp>
        <p:nvGrpSpPr>
          <p:cNvPr id="82" name="group-shared-module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" name="shared-module-1">
              <a:extLst xmlns:a="http://schemas.openxmlformats.org/drawingml/2006/main">
                <a:ext uri="{FF2B5EF4-FFF2-40B4-BE49-F238E27FC236}">
                  <a16:creationId xmlns:a16="http://schemas.microsoft.com/office/drawing/2014/main" id="{ADB378C7-5BFF-45A1-B1D8-76D70CA2C0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2647950"/>
              <a:ext cx="2171700" cy="361950"/>
            </a:xfrm>
            <a:prstGeom xmlns:a="http://schemas.openxmlformats.org/drawingml/2006/main" prst="roundRect">
              <a:avLst>
                <a:gd name="adj" fmla="val 28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D6E8F"/>
              </a:solidFill>
              <a:prstDash val="solid"/>
            </a:ln>
          </p:spPr>
        </p:sp>
        <p:sp>
          <p:nvSpPr>
            <p:cNvPr id="7" name="shared-module-text-1">
              <a:extLst xmlns:a="http://schemas.openxmlformats.org/drawingml/2006/main">
                <a:ext uri="{FF2B5EF4-FFF2-40B4-BE49-F238E27FC236}">
                  <a16:creationId xmlns:a16="http://schemas.microsoft.com/office/drawing/2014/main" id="{ED5751B5-47B6-4BB4-9C8E-1EA938E5CA5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2733675"/>
              <a:ext cx="19812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Interface</a:t>
              </a:r>
            </a:p>
          </p:txBody>
        </p:sp>
      </p:grpSp>
      <p:grpSp>
        <p:nvGrpSpPr>
          <p:cNvPr id="83" name="group-shared-module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8" name="shared-module-2">
              <a:extLst xmlns:a="http://schemas.openxmlformats.org/drawingml/2006/main">
                <a:ext uri="{FF2B5EF4-FFF2-40B4-BE49-F238E27FC236}">
                  <a16:creationId xmlns:a16="http://schemas.microsoft.com/office/drawing/2014/main" id="{B37B57E2-BB09-49CD-BD9E-4CD5167300C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200400"/>
              <a:ext cx="2171700" cy="361950"/>
            </a:xfrm>
            <a:prstGeom xmlns:a="http://schemas.openxmlformats.org/drawingml/2006/main" prst="roundRect">
              <a:avLst>
                <a:gd name="adj" fmla="val 28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D6E8F"/>
              </a:solidFill>
              <a:prstDash val="solid"/>
            </a:ln>
          </p:spPr>
        </p:sp>
        <p:sp>
          <p:nvSpPr>
            <p:cNvPr id="9" name="shared-module-text-2">
              <a:extLst xmlns:a="http://schemas.openxmlformats.org/drawingml/2006/main">
                <a:ext uri="{FF2B5EF4-FFF2-40B4-BE49-F238E27FC236}">
                  <a16:creationId xmlns:a16="http://schemas.microsoft.com/office/drawing/2014/main" id="{D5617055-548A-4E82-B875-A4BD2ADD14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3286125"/>
              <a:ext cx="19812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Memory</a:t>
              </a:r>
            </a:p>
          </p:txBody>
        </p:sp>
      </p:grpSp>
      <p:grpSp>
        <p:nvGrpSpPr>
          <p:cNvPr id="84" name="group-shared-module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0" name="shared-module-3">
              <a:extLst xmlns:a="http://schemas.openxmlformats.org/drawingml/2006/main">
                <a:ext uri="{FF2B5EF4-FFF2-40B4-BE49-F238E27FC236}">
                  <a16:creationId xmlns:a16="http://schemas.microsoft.com/office/drawing/2014/main" id="{67F3B29A-C5CB-41E6-B5B1-4B8FBA8DCB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3752850"/>
              <a:ext cx="2171700" cy="361950"/>
            </a:xfrm>
            <a:prstGeom xmlns:a="http://schemas.openxmlformats.org/drawingml/2006/main" prst="roundRect">
              <a:avLst>
                <a:gd name="adj" fmla="val 28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D6E8F"/>
              </a:solidFill>
              <a:prstDash val="solid"/>
            </a:ln>
          </p:spPr>
        </p:sp>
        <p:sp>
          <p:nvSpPr>
            <p:cNvPr id="11" name="shared-module-text-3">
              <a:extLst xmlns:a="http://schemas.openxmlformats.org/drawingml/2006/main">
                <a:ext uri="{FF2B5EF4-FFF2-40B4-BE49-F238E27FC236}">
                  <a16:creationId xmlns:a16="http://schemas.microsoft.com/office/drawing/2014/main" id="{78568720-A149-4404-A89E-D7991037A7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3838575"/>
              <a:ext cx="19812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Tools</a:t>
              </a:r>
            </a:p>
          </p:txBody>
        </p:sp>
      </p:grpSp>
      <p:grpSp>
        <p:nvGrpSpPr>
          <p:cNvPr id="85" name="group-shared-module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2" name="shared-module-4">
              <a:extLst xmlns:a="http://schemas.openxmlformats.org/drawingml/2006/main">
                <a:ext uri="{FF2B5EF4-FFF2-40B4-BE49-F238E27FC236}">
                  <a16:creationId xmlns:a16="http://schemas.microsoft.com/office/drawing/2014/main" id="{3E3B0F4D-F070-4BB7-895B-45AECE9884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4305300"/>
              <a:ext cx="2171700" cy="361950"/>
            </a:xfrm>
            <a:prstGeom xmlns:a="http://schemas.openxmlformats.org/drawingml/2006/main" prst="roundRect">
              <a:avLst>
                <a:gd name="adj" fmla="val 28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D6E8F"/>
              </a:solidFill>
              <a:prstDash val="solid"/>
            </a:ln>
          </p:spPr>
        </p:sp>
        <p:sp>
          <p:nvSpPr>
            <p:cNvPr id="13" name="shared-module-text-4">
              <a:extLst xmlns:a="http://schemas.openxmlformats.org/drawingml/2006/main">
                <a:ext uri="{FF2B5EF4-FFF2-40B4-BE49-F238E27FC236}">
                  <a16:creationId xmlns:a16="http://schemas.microsoft.com/office/drawing/2014/main" id="{CE2EC1AE-AF81-469A-BD9F-AA6084C712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4391025"/>
              <a:ext cx="19812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Control and verification</a:t>
              </a:r>
            </a:p>
          </p:txBody>
        </p:sp>
      </p:grpSp>
      <p:grpSp>
        <p:nvGrpSpPr>
          <p:cNvPr id="86" name="group-shared-module-5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4" name="shared-module-5">
              <a:extLst xmlns:a="http://schemas.openxmlformats.org/drawingml/2006/main">
                <a:ext uri="{FF2B5EF4-FFF2-40B4-BE49-F238E27FC236}">
                  <a16:creationId xmlns:a16="http://schemas.microsoft.com/office/drawing/2014/main" id="{D654DB76-3381-44D5-8E33-B6E2BD7E46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4857750"/>
              <a:ext cx="2171700" cy="361950"/>
            </a:xfrm>
            <a:prstGeom xmlns:a="http://schemas.openxmlformats.org/drawingml/2006/main" prst="roundRect">
              <a:avLst>
                <a:gd name="adj" fmla="val 28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D6E8F"/>
              </a:solidFill>
              <a:prstDash val="solid"/>
            </a:ln>
          </p:spPr>
        </p:sp>
        <p:sp>
          <p:nvSpPr>
            <p:cNvPr id="15" name="shared-module-text-5">
              <a:extLst xmlns:a="http://schemas.openxmlformats.org/drawingml/2006/main">
                <a:ext uri="{FF2B5EF4-FFF2-40B4-BE49-F238E27FC236}">
                  <a16:creationId xmlns:a16="http://schemas.microsoft.com/office/drawing/2014/main" id="{9D50F776-BEE0-4CCE-89DB-C327E5A0F04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4943475"/>
              <a:ext cx="19812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Planning</a:t>
              </a:r>
            </a:p>
          </p:txBody>
        </p:sp>
      </p:grpSp>
      <p:grpSp>
        <p:nvGrpSpPr>
          <p:cNvPr id="87" name="group-shared-module-6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6" name="shared-module-6">
              <a:extLst xmlns:a="http://schemas.openxmlformats.org/drawingml/2006/main">
                <a:ext uri="{FF2B5EF4-FFF2-40B4-BE49-F238E27FC236}">
                  <a16:creationId xmlns:a16="http://schemas.microsoft.com/office/drawing/2014/main" id="{17B1DFD6-2FE9-473E-A971-58138AE2E6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5410200"/>
              <a:ext cx="2171700" cy="361950"/>
            </a:xfrm>
            <a:prstGeom xmlns:a="http://schemas.openxmlformats.org/drawingml/2006/main" prst="roundRect">
              <a:avLst>
                <a:gd name="adj" fmla="val 28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D6E8F"/>
              </a:solidFill>
              <a:prstDash val="solid"/>
            </a:ln>
          </p:spPr>
        </p:sp>
        <p:sp>
          <p:nvSpPr>
            <p:cNvPr id="17" name="shared-module-text-6">
              <a:extLst xmlns:a="http://schemas.openxmlformats.org/drawingml/2006/main">
                <a:ext uri="{FF2B5EF4-FFF2-40B4-BE49-F238E27FC236}">
                  <a16:creationId xmlns:a16="http://schemas.microsoft.com/office/drawing/2014/main" id="{4CF50C1D-D172-49A9-BE18-AE45EBE1215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5495925"/>
              <a:ext cx="19812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Optimization</a:t>
              </a:r>
            </a:p>
          </p:txBody>
        </p:sp>
      </p:grpSp>
      <p:grpSp>
        <p:nvGrpSpPr>
          <p:cNvPr id="88" name="group-shared-module-7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8" name="shared-module-7">
              <a:extLst xmlns:a="http://schemas.openxmlformats.org/drawingml/2006/main">
                <a:ext uri="{FF2B5EF4-FFF2-40B4-BE49-F238E27FC236}">
                  <a16:creationId xmlns:a16="http://schemas.microsoft.com/office/drawing/2014/main" id="{91A0D751-7B17-4B43-9938-A900EDFCF0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2500" y="5962650"/>
              <a:ext cx="2171700" cy="361950"/>
            </a:xfrm>
            <a:prstGeom xmlns:a="http://schemas.openxmlformats.org/drawingml/2006/main" prst="roundRect">
              <a:avLst>
                <a:gd name="adj" fmla="val 2894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4288">
              <a:solidFill>
                <a:srgbClr val="2D6E8F"/>
              </a:solidFill>
              <a:prstDash val="solid"/>
            </a:ln>
          </p:spPr>
        </p:sp>
        <p:sp>
          <p:nvSpPr>
            <p:cNvPr id="19" name="shared-module-text-7">
              <a:extLst xmlns:a="http://schemas.openxmlformats.org/drawingml/2006/main">
                <a:ext uri="{FF2B5EF4-FFF2-40B4-BE49-F238E27FC236}">
                  <a16:creationId xmlns:a16="http://schemas.microsoft.com/office/drawing/2014/main" id="{8C651E12-F96D-4A8C-9039-2F03D495A25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" y="6048375"/>
              <a:ext cx="198120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Coordination</a:t>
              </a:r>
            </a:p>
          </p:txBody>
        </p:sp>
      </p:grpSp>
      <p:grpSp>
        <p:nvGrpSpPr>
          <p:cNvPr id="89" name="group-task-frame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1" name="task-frame-1">
              <a:extLst xmlns:a="http://schemas.openxmlformats.org/drawingml/2006/main">
                <a:ext uri="{FF2B5EF4-FFF2-40B4-BE49-F238E27FC236}">
                  <a16:creationId xmlns:a16="http://schemas.microsoft.com/office/drawing/2014/main" id="{BC0543D3-B4BF-4450-A891-B9640FAB597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905250" y="1524000"/>
              <a:ext cx="2428875" cy="5619750"/>
            </a:xfrm>
            <a:prstGeom xmlns:a="http://schemas.openxmlformats.org/drawingml/2006/main" prst="roundRect">
              <a:avLst>
                <a:gd name="adj" fmla="val 862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22" name="shared-rail-drop-1">
              <a:extLst xmlns:a="http://schemas.openxmlformats.org/drawingml/2006/main">
                <a:ext uri="{FF2B5EF4-FFF2-40B4-BE49-F238E27FC236}">
                  <a16:creationId xmlns:a16="http://schemas.microsoft.com/office/drawing/2014/main" id="{2074C0D0-BBBA-406D-AEE6-ACE1F2D39D9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5114925" y="1333500"/>
              <a:ext cx="0" cy="190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23" name="task-header-1">
              <a:extLst xmlns:a="http://schemas.openxmlformats.org/drawingml/2006/main">
                <a:ext uri="{FF2B5EF4-FFF2-40B4-BE49-F238E27FC236}">
                  <a16:creationId xmlns:a16="http://schemas.microsoft.com/office/drawing/2014/main" id="{B84DB72A-A59B-4DF9-B482-8998CEF09F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076700" y="1790700"/>
              <a:ext cx="2085975" cy="838200"/>
            </a:xfrm>
            <a:prstGeom xmlns:a="http://schemas.openxmlformats.org/drawingml/2006/main" prst="roundRect">
              <a:avLst>
                <a:gd name="adj" fmla="val 17045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4288">
              <a:solidFill>
                <a:srgbClr val="B78324"/>
              </a:solidFill>
              <a:prstDash val="solid"/>
            </a:ln>
          </p:spPr>
        </p:sp>
        <p:sp>
          <p:nvSpPr>
            <p:cNvPr id="24" name="task-title-1">
              <a:extLst xmlns:a="http://schemas.openxmlformats.org/drawingml/2006/main">
                <a:ext uri="{FF2B5EF4-FFF2-40B4-BE49-F238E27FC236}">
                  <a16:creationId xmlns:a16="http://schemas.microsoft.com/office/drawing/2014/main" id="{658D89B3-288E-439A-9364-DD5EF742227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0" y="1971675"/>
              <a:ext cx="18573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Forecasting</a:t>
              </a:r>
            </a:p>
          </p:txBody>
        </p:sp>
        <p:sp>
          <p:nvSpPr>
            <p:cNvPr id="25" name="task-contract-1">
              <a:extLst xmlns:a="http://schemas.openxmlformats.org/drawingml/2006/main">
                <a:ext uri="{FF2B5EF4-FFF2-40B4-BE49-F238E27FC236}">
                  <a16:creationId xmlns:a16="http://schemas.microsoft.com/office/drawing/2014/main" id="{1B3E8DDF-DF20-4D91-8762-D889601462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91000" y="2305050"/>
              <a:ext cx="18573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origin · horizon · calibration</a:t>
              </a:r>
            </a:p>
          </p:txBody>
        </p:sp>
        <p:sp>
          <p:nvSpPr>
            <p:cNvPr id="26" name="task-contract-label-1">
              <a:extLst xmlns:a="http://schemas.openxmlformats.org/drawingml/2006/main">
                <a:ext uri="{FF2B5EF4-FFF2-40B4-BE49-F238E27FC236}">
                  <a16:creationId xmlns:a16="http://schemas.microsoft.com/office/drawing/2014/main" id="{65F4C3D4-94D8-455F-986D-61E0A34E9D2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10050" y="2971800"/>
              <a:ext cx="1809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 contract</a:t>
              </a:r>
            </a:p>
          </p:txBody>
        </p:sp>
      </p:grpSp>
      <p:grpSp>
        <p:nvGrpSpPr>
          <p:cNvPr id="90" name="group-task-item-1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7" name="task-item-1-1">
              <a:extLst xmlns:a="http://schemas.openxmlformats.org/drawingml/2006/main">
                <a:ext uri="{FF2B5EF4-FFF2-40B4-BE49-F238E27FC236}">
                  <a16:creationId xmlns:a16="http://schemas.microsoft.com/office/drawing/2014/main" id="{740564D8-3410-4339-9C4D-F944F1B35A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71950" y="33337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28" name="task-item-text-1-1">
              <a:extLst xmlns:a="http://schemas.openxmlformats.org/drawingml/2006/main">
                <a:ext uri="{FF2B5EF4-FFF2-40B4-BE49-F238E27FC236}">
                  <a16:creationId xmlns:a16="http://schemas.microsoft.com/office/drawing/2014/main" id="{5A11A300-490B-46A9-A68A-23F94A868A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34290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horizon and origin</a:t>
              </a:r>
            </a:p>
          </p:txBody>
        </p:sp>
      </p:grpSp>
      <p:grpSp>
        <p:nvGrpSpPr>
          <p:cNvPr id="91" name="group-task-item-1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9" name="task-item-1-2">
              <a:extLst xmlns:a="http://schemas.openxmlformats.org/drawingml/2006/main">
                <a:ext uri="{FF2B5EF4-FFF2-40B4-BE49-F238E27FC236}">
                  <a16:creationId xmlns:a16="http://schemas.microsoft.com/office/drawing/2014/main" id="{AE194CBE-3D2E-4D8D-AC39-8CF024EBD45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71950" y="39433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30" name="task-item-text-1-2">
              <a:extLst xmlns:a="http://schemas.openxmlformats.org/drawingml/2006/main">
                <a:ext uri="{FF2B5EF4-FFF2-40B4-BE49-F238E27FC236}">
                  <a16:creationId xmlns:a16="http://schemas.microsoft.com/office/drawing/2014/main" id="{42A0F357-9CFE-49D5-84E6-BFDD4F67480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40386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model selection</a:t>
              </a:r>
            </a:p>
          </p:txBody>
        </p:sp>
      </p:grpSp>
      <p:grpSp>
        <p:nvGrpSpPr>
          <p:cNvPr id="92" name="group-task-item-1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1" name="task-item-1-3">
              <a:extLst xmlns:a="http://schemas.openxmlformats.org/drawingml/2006/main">
                <a:ext uri="{FF2B5EF4-FFF2-40B4-BE49-F238E27FC236}">
                  <a16:creationId xmlns:a16="http://schemas.microsoft.com/office/drawing/2014/main" id="{A632BEDB-1094-4F70-B951-3830035C32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71950" y="45529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32" name="task-item-text-1-3">
              <a:extLst xmlns:a="http://schemas.openxmlformats.org/drawingml/2006/main">
                <a:ext uri="{FF2B5EF4-FFF2-40B4-BE49-F238E27FC236}">
                  <a16:creationId xmlns:a16="http://schemas.microsoft.com/office/drawing/2014/main" id="{3AA2DDC7-E1BE-44BD-9430-C76DDCA504E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46482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probabilistic output</a:t>
              </a:r>
            </a:p>
          </p:txBody>
        </p:sp>
      </p:grpSp>
      <p:grpSp>
        <p:nvGrpSpPr>
          <p:cNvPr id="93" name="group-task-item-1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3" name="task-item-1-4">
              <a:extLst xmlns:a="http://schemas.openxmlformats.org/drawingml/2006/main">
                <a:ext uri="{FF2B5EF4-FFF2-40B4-BE49-F238E27FC236}">
                  <a16:creationId xmlns:a16="http://schemas.microsoft.com/office/drawing/2014/main" id="{7674A4C0-D8CD-4DBE-A560-E334AB2C933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171950" y="51625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34" name="task-item-text-1-4">
              <a:extLst xmlns:a="http://schemas.openxmlformats.org/drawingml/2006/main">
                <a:ext uri="{FF2B5EF4-FFF2-40B4-BE49-F238E27FC236}">
                  <a16:creationId xmlns:a16="http://schemas.microsoft.com/office/drawing/2014/main" id="{575CFF34-C13F-4D58-AA1E-D3C05E6187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4267200" y="52578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revision</a:t>
              </a:r>
            </a:p>
          </p:txBody>
        </p:sp>
      </p:grpSp>
      <p:grpSp>
        <p:nvGrpSpPr>
          <p:cNvPr id="94" name="group-task-frame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5" name="task-frame-2">
              <a:extLst xmlns:a="http://schemas.openxmlformats.org/drawingml/2006/main">
                <a:ext uri="{FF2B5EF4-FFF2-40B4-BE49-F238E27FC236}">
                  <a16:creationId xmlns:a16="http://schemas.microsoft.com/office/drawing/2014/main" id="{7E09D51D-675C-40E2-AF36-CA4C7B99111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600825" y="1524000"/>
              <a:ext cx="2428875" cy="5619750"/>
            </a:xfrm>
            <a:prstGeom xmlns:a="http://schemas.openxmlformats.org/drawingml/2006/main" prst="roundRect">
              <a:avLst>
                <a:gd name="adj" fmla="val 862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36" name="shared-rail-drop-2">
              <a:extLst xmlns:a="http://schemas.openxmlformats.org/drawingml/2006/main">
                <a:ext uri="{FF2B5EF4-FFF2-40B4-BE49-F238E27FC236}">
                  <a16:creationId xmlns:a16="http://schemas.microsoft.com/office/drawing/2014/main" id="{65AAABBA-5D0A-458E-BF24-F299C6FCA2E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7810500" y="1333500"/>
              <a:ext cx="0" cy="190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37" name="task-header-2">
              <a:extLst xmlns:a="http://schemas.openxmlformats.org/drawingml/2006/main">
                <a:ext uri="{FF2B5EF4-FFF2-40B4-BE49-F238E27FC236}">
                  <a16:creationId xmlns:a16="http://schemas.microsoft.com/office/drawing/2014/main" id="{B2318E05-A895-433D-856F-15B107E5AE5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772275" y="1790700"/>
              <a:ext cx="2085975" cy="838200"/>
            </a:xfrm>
            <a:prstGeom xmlns:a="http://schemas.openxmlformats.org/drawingml/2006/main" prst="roundRect">
              <a:avLst>
                <a:gd name="adj" fmla="val 17045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4288">
              <a:solidFill>
                <a:srgbClr val="B78324"/>
              </a:solidFill>
              <a:prstDash val="solid"/>
            </a:ln>
          </p:spPr>
        </p:sp>
        <p:sp>
          <p:nvSpPr>
            <p:cNvPr id="38" name="task-title-2">
              <a:extLst xmlns:a="http://schemas.openxmlformats.org/drawingml/2006/main">
                <a:ext uri="{FF2B5EF4-FFF2-40B4-BE49-F238E27FC236}">
                  <a16:creationId xmlns:a16="http://schemas.microsoft.com/office/drawing/2014/main" id="{B463AABB-D386-4ED1-907B-DE79C7D6B7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86575" y="1971675"/>
              <a:ext cx="18573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Augmentation</a:t>
              </a:r>
            </a:p>
          </p:txBody>
        </p:sp>
        <p:sp>
          <p:nvSpPr>
            <p:cNvPr id="39" name="task-contract-2">
              <a:extLst xmlns:a="http://schemas.openxmlformats.org/drawingml/2006/main">
                <a:ext uri="{FF2B5EF4-FFF2-40B4-BE49-F238E27FC236}">
                  <a16:creationId xmlns:a16="http://schemas.microsoft.com/office/drawing/2014/main" id="{FC97A926-52F3-4A74-A860-FD8F3BF4911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86575" y="2305050"/>
              <a:ext cx="18573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fidelity · diversity · utility</a:t>
              </a:r>
            </a:p>
          </p:txBody>
        </p:sp>
        <p:sp>
          <p:nvSpPr>
            <p:cNvPr id="40" name="task-contract-label-2">
              <a:extLst xmlns:a="http://schemas.openxmlformats.org/drawingml/2006/main">
                <a:ext uri="{FF2B5EF4-FFF2-40B4-BE49-F238E27FC236}">
                  <a16:creationId xmlns:a16="http://schemas.microsoft.com/office/drawing/2014/main" id="{F64021D5-A34A-48BA-A771-FC9F382B10E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05625" y="2971800"/>
              <a:ext cx="1809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 contract</a:t>
              </a:r>
            </a:p>
          </p:txBody>
        </p:sp>
      </p:grpSp>
      <p:grpSp>
        <p:nvGrpSpPr>
          <p:cNvPr id="95" name="group-task-item-2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1" name="task-item-2-1">
              <a:extLst xmlns:a="http://schemas.openxmlformats.org/drawingml/2006/main">
                <a:ext uri="{FF2B5EF4-FFF2-40B4-BE49-F238E27FC236}">
                  <a16:creationId xmlns:a16="http://schemas.microsoft.com/office/drawing/2014/main" id="{9DE3E5D5-4FA1-4016-BF54-76E5517342D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67525" y="33337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42" name="task-item-text-2-1">
              <a:extLst xmlns:a="http://schemas.openxmlformats.org/drawingml/2006/main">
                <a:ext uri="{FF2B5EF4-FFF2-40B4-BE49-F238E27FC236}">
                  <a16:creationId xmlns:a16="http://schemas.microsoft.com/office/drawing/2014/main" id="{C7735248-3393-4A35-B6FE-3414582795A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62775" y="34290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generator and retrieval</a:t>
              </a:r>
            </a:p>
          </p:txBody>
        </p:sp>
      </p:grpSp>
      <p:grpSp>
        <p:nvGrpSpPr>
          <p:cNvPr id="96" name="group-task-item-2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3" name="task-item-2-2">
              <a:extLst xmlns:a="http://schemas.openxmlformats.org/drawingml/2006/main">
                <a:ext uri="{FF2B5EF4-FFF2-40B4-BE49-F238E27FC236}">
                  <a16:creationId xmlns:a16="http://schemas.microsoft.com/office/drawing/2014/main" id="{089EC6D8-94A4-4DB5-9A3D-BB7B6CD4E73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67525" y="39433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44" name="task-item-text-2-2">
              <a:extLst xmlns:a="http://schemas.openxmlformats.org/drawingml/2006/main">
                <a:ext uri="{FF2B5EF4-FFF2-40B4-BE49-F238E27FC236}">
                  <a16:creationId xmlns:a16="http://schemas.microsoft.com/office/drawing/2014/main" id="{90FEA28A-6588-4FCE-A57E-0FB2B67B97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62775" y="40386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context conditioning</a:t>
              </a:r>
            </a:p>
          </p:txBody>
        </p:sp>
      </p:grpSp>
      <p:grpSp>
        <p:nvGrpSpPr>
          <p:cNvPr id="97" name="group-task-item-2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5" name="task-item-2-3">
              <a:extLst xmlns:a="http://schemas.openxmlformats.org/drawingml/2006/main">
                <a:ext uri="{FF2B5EF4-FFF2-40B4-BE49-F238E27FC236}">
                  <a16:creationId xmlns:a16="http://schemas.microsoft.com/office/drawing/2014/main" id="{83F106BC-A98A-450A-889B-CC61DEE9D13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67525" y="45529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46" name="task-item-text-2-3">
              <a:extLst xmlns:a="http://schemas.openxmlformats.org/drawingml/2006/main">
                <a:ext uri="{FF2B5EF4-FFF2-40B4-BE49-F238E27FC236}">
                  <a16:creationId xmlns:a16="http://schemas.microsoft.com/office/drawing/2014/main" id="{B2F749BB-3E34-4CB2-BED0-0084D8E944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62775" y="46482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fidelity and diversity</a:t>
              </a:r>
            </a:p>
          </p:txBody>
        </p:sp>
      </p:grpSp>
      <p:grpSp>
        <p:nvGrpSpPr>
          <p:cNvPr id="98" name="group-task-item-2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7" name="task-item-2-4">
              <a:extLst xmlns:a="http://schemas.openxmlformats.org/drawingml/2006/main">
                <a:ext uri="{FF2B5EF4-FFF2-40B4-BE49-F238E27FC236}">
                  <a16:creationId xmlns:a16="http://schemas.microsoft.com/office/drawing/2014/main" id="{A8FBCA6C-FF02-4FD2-9F2A-64B8318FB8C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67525" y="51625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48" name="task-item-text-2-4">
              <a:extLst xmlns:a="http://schemas.openxmlformats.org/drawingml/2006/main">
                <a:ext uri="{FF2B5EF4-FFF2-40B4-BE49-F238E27FC236}">
                  <a16:creationId xmlns:a16="http://schemas.microsoft.com/office/drawing/2014/main" id="{5E5CAF9C-FC17-41B8-80C9-ABD282190C4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962775" y="52578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downstream utility</a:t>
              </a:r>
            </a:p>
          </p:txBody>
        </p:sp>
      </p:grpSp>
      <p:grpSp>
        <p:nvGrpSpPr>
          <p:cNvPr id="99" name="group-task-frame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9" name="task-frame-3">
              <a:extLst xmlns:a="http://schemas.openxmlformats.org/drawingml/2006/main">
                <a:ext uri="{FF2B5EF4-FFF2-40B4-BE49-F238E27FC236}">
                  <a16:creationId xmlns:a16="http://schemas.microsoft.com/office/drawing/2014/main" id="{8E60422B-9E5F-4992-88F6-0657C466A10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296400" y="1524000"/>
              <a:ext cx="2428875" cy="5619750"/>
            </a:xfrm>
            <a:prstGeom xmlns:a="http://schemas.openxmlformats.org/drawingml/2006/main" prst="roundRect">
              <a:avLst>
                <a:gd name="adj" fmla="val 862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50" name="shared-rail-drop-3">
              <a:extLst xmlns:a="http://schemas.openxmlformats.org/drawingml/2006/main">
                <a:ext uri="{FF2B5EF4-FFF2-40B4-BE49-F238E27FC236}">
                  <a16:creationId xmlns:a16="http://schemas.microsoft.com/office/drawing/2014/main" id="{1AC33B44-9808-4469-89EA-4DDDC7CB4A1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10506075" y="1333500"/>
              <a:ext cx="0" cy="190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51" name="task-header-3">
              <a:extLst xmlns:a="http://schemas.openxmlformats.org/drawingml/2006/main">
                <a:ext uri="{FF2B5EF4-FFF2-40B4-BE49-F238E27FC236}">
                  <a16:creationId xmlns:a16="http://schemas.microsoft.com/office/drawing/2014/main" id="{9198BC3B-EC4F-4099-ADB6-443B76633D7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467850" y="1790700"/>
              <a:ext cx="2085975" cy="838200"/>
            </a:xfrm>
            <a:prstGeom xmlns:a="http://schemas.openxmlformats.org/drawingml/2006/main" prst="roundRect">
              <a:avLst>
                <a:gd name="adj" fmla="val 17045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4288">
              <a:solidFill>
                <a:srgbClr val="B78324"/>
              </a:solidFill>
              <a:prstDash val="solid"/>
            </a:ln>
          </p:spPr>
        </p:sp>
        <p:sp>
          <p:nvSpPr>
            <p:cNvPr id="52" name="task-title-3">
              <a:extLst xmlns:a="http://schemas.openxmlformats.org/drawingml/2006/main">
                <a:ext uri="{FF2B5EF4-FFF2-40B4-BE49-F238E27FC236}">
                  <a16:creationId xmlns:a16="http://schemas.microsoft.com/office/drawing/2014/main" id="{5100BC3E-8995-4CEE-B74F-B7173642955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82150" y="1971675"/>
              <a:ext cx="18573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7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Anomaly diagnosis</a:t>
              </a:r>
            </a:p>
          </p:txBody>
        </p:sp>
        <p:sp>
          <p:nvSpPr>
            <p:cNvPr id="53" name="task-contract-3">
              <a:extLst xmlns:a="http://schemas.openxmlformats.org/drawingml/2006/main">
                <a:ext uri="{FF2B5EF4-FFF2-40B4-BE49-F238E27FC236}">
                  <a16:creationId xmlns:a16="http://schemas.microsoft.com/office/drawing/2014/main" id="{2EBE95C3-7FAA-4A91-A7A1-E4639719C05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82150" y="2305050"/>
              <a:ext cx="18573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event · window · cause</a:t>
              </a:r>
            </a:p>
          </p:txBody>
        </p:sp>
        <p:sp>
          <p:nvSpPr>
            <p:cNvPr id="54" name="task-contract-label-3">
              <a:extLst xmlns:a="http://schemas.openxmlformats.org/drawingml/2006/main">
                <a:ext uri="{FF2B5EF4-FFF2-40B4-BE49-F238E27FC236}">
                  <a16:creationId xmlns:a16="http://schemas.microsoft.com/office/drawing/2014/main" id="{6885A2E0-4D39-4D7F-A33A-F82039E6289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01200" y="2971800"/>
              <a:ext cx="1809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 contract</a:t>
              </a:r>
            </a:p>
          </p:txBody>
        </p:sp>
      </p:grpSp>
      <p:grpSp>
        <p:nvGrpSpPr>
          <p:cNvPr id="100" name="group-task-item-3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5" name="task-item-3-1">
              <a:extLst xmlns:a="http://schemas.openxmlformats.org/drawingml/2006/main">
                <a:ext uri="{FF2B5EF4-FFF2-40B4-BE49-F238E27FC236}">
                  <a16:creationId xmlns:a16="http://schemas.microsoft.com/office/drawing/2014/main" id="{B1391988-B618-4817-A7FD-AA2844625A9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63100" y="33337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56" name="task-item-text-3-1">
              <a:extLst xmlns:a="http://schemas.openxmlformats.org/drawingml/2006/main">
                <a:ext uri="{FF2B5EF4-FFF2-40B4-BE49-F238E27FC236}">
                  <a16:creationId xmlns:a16="http://schemas.microsoft.com/office/drawing/2014/main" id="{487FC6ED-432B-4107-9D9A-42930BBFE3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58350" y="34290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window localization</a:t>
              </a:r>
            </a:p>
          </p:txBody>
        </p:sp>
      </p:grpSp>
      <p:grpSp>
        <p:nvGrpSpPr>
          <p:cNvPr id="101" name="group-task-item-3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7" name="task-item-3-2">
              <a:extLst xmlns:a="http://schemas.openxmlformats.org/drawingml/2006/main">
                <a:ext uri="{FF2B5EF4-FFF2-40B4-BE49-F238E27FC236}">
                  <a16:creationId xmlns:a16="http://schemas.microsoft.com/office/drawing/2014/main" id="{6B03A7D8-E950-4637-A14B-2FD66AEA4FF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63100" y="39433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58" name="task-item-text-3-2">
              <a:extLst xmlns:a="http://schemas.openxmlformats.org/drawingml/2006/main">
                <a:ext uri="{FF2B5EF4-FFF2-40B4-BE49-F238E27FC236}">
                  <a16:creationId xmlns:a16="http://schemas.microsoft.com/office/drawing/2014/main" id="{C6CA299B-CB70-474D-8436-A4FC2565D1B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58350" y="40386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detection</a:t>
              </a:r>
            </a:p>
          </p:txBody>
        </p:sp>
      </p:grpSp>
      <p:grpSp>
        <p:nvGrpSpPr>
          <p:cNvPr id="102" name="group-task-item-3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9" name="task-item-3-3">
              <a:extLst xmlns:a="http://schemas.openxmlformats.org/drawingml/2006/main">
                <a:ext uri="{FF2B5EF4-FFF2-40B4-BE49-F238E27FC236}">
                  <a16:creationId xmlns:a16="http://schemas.microsoft.com/office/drawing/2014/main" id="{7E966EF4-9235-465D-96B8-FDBFDA20716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63100" y="45529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60" name="task-item-text-3-3">
              <a:extLst xmlns:a="http://schemas.openxmlformats.org/drawingml/2006/main">
                <a:ext uri="{FF2B5EF4-FFF2-40B4-BE49-F238E27FC236}">
                  <a16:creationId xmlns:a16="http://schemas.microsoft.com/office/drawing/2014/main" id="{6869033F-1BF7-47EA-A1FA-EBCCC01F98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58350" y="46482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diagnosis</a:t>
              </a:r>
            </a:p>
          </p:txBody>
        </p:sp>
      </p:grpSp>
      <p:grpSp>
        <p:nvGrpSpPr>
          <p:cNvPr id="103" name="group-task-item-3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1" name="task-item-3-4">
              <a:extLst xmlns:a="http://schemas.openxmlformats.org/drawingml/2006/main">
                <a:ext uri="{FF2B5EF4-FFF2-40B4-BE49-F238E27FC236}">
                  <a16:creationId xmlns:a16="http://schemas.microsoft.com/office/drawing/2014/main" id="{472EBB54-11EA-4A89-878D-D0A5C3A0451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563100" y="51625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62" name="task-item-text-3-4">
              <a:extLst xmlns:a="http://schemas.openxmlformats.org/drawingml/2006/main">
                <a:ext uri="{FF2B5EF4-FFF2-40B4-BE49-F238E27FC236}">
                  <a16:creationId xmlns:a16="http://schemas.microsoft.com/office/drawing/2014/main" id="{1E878F1D-9CC2-4ACC-A3B7-A0188A0111A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658350" y="52578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root-cause evidence</a:t>
              </a:r>
            </a:p>
          </p:txBody>
        </p:sp>
      </p:grpSp>
      <p:grpSp>
        <p:nvGrpSpPr>
          <p:cNvPr id="104" name="group-task-frame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3" name="task-frame-4">
              <a:extLst xmlns:a="http://schemas.openxmlformats.org/drawingml/2006/main">
                <a:ext uri="{FF2B5EF4-FFF2-40B4-BE49-F238E27FC236}">
                  <a16:creationId xmlns:a16="http://schemas.microsoft.com/office/drawing/2014/main" id="{597CFC8F-6A31-44FF-973E-8B2A12CEEE3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991975" y="1524000"/>
              <a:ext cx="2428875" cy="5619750"/>
            </a:xfrm>
            <a:prstGeom xmlns:a="http://schemas.openxmlformats.org/drawingml/2006/main" prst="roundRect">
              <a:avLst>
                <a:gd name="adj" fmla="val 862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64" name="shared-rail-drop-4">
              <a:extLst xmlns:a="http://schemas.openxmlformats.org/drawingml/2006/main">
                <a:ext uri="{FF2B5EF4-FFF2-40B4-BE49-F238E27FC236}">
                  <a16:creationId xmlns:a16="http://schemas.microsoft.com/office/drawing/2014/main" id="{26060B3A-5601-4AFC-99BA-E41DFF33634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 flipH="0" flipV="0">
              <a:off x="13201650" y="1333500"/>
              <a:ext cx="0" cy="190500"/>
            </a:xfrm>
            <a:prstGeom xmlns:a="http://schemas.openxmlformats.org/drawingml/2006/main" prst="line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2D6E8F"/>
              </a:solidFill>
              <a:prstDash val="solid"/>
            </a:ln>
          </p:spPr>
        </p:sp>
        <p:sp>
          <p:nvSpPr>
            <p:cNvPr id="65" name="task-header-4">
              <a:extLst xmlns:a="http://schemas.openxmlformats.org/drawingml/2006/main">
                <a:ext uri="{FF2B5EF4-FFF2-40B4-BE49-F238E27FC236}">
                  <a16:creationId xmlns:a16="http://schemas.microsoft.com/office/drawing/2014/main" id="{07073410-B5BF-4BA8-993B-ABC1BA40D18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163425" y="1790700"/>
              <a:ext cx="2085975" cy="838200"/>
            </a:xfrm>
            <a:prstGeom xmlns:a="http://schemas.openxmlformats.org/drawingml/2006/main" prst="roundRect">
              <a:avLst>
                <a:gd name="adj" fmla="val 17045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4288">
              <a:solidFill>
                <a:srgbClr val="B78324"/>
              </a:solidFill>
              <a:prstDash val="solid"/>
            </a:ln>
          </p:spPr>
        </p:sp>
        <p:sp>
          <p:nvSpPr>
            <p:cNvPr id="66" name="task-title-4">
              <a:extLst xmlns:a="http://schemas.openxmlformats.org/drawingml/2006/main">
                <a:ext uri="{FF2B5EF4-FFF2-40B4-BE49-F238E27FC236}">
                  <a16:creationId xmlns:a16="http://schemas.microsoft.com/office/drawing/2014/main" id="{D38E2FC6-2341-403F-9397-A4A679E1D0A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77725" y="1971675"/>
              <a:ext cx="1857375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500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00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Decision support</a:t>
              </a:r>
            </a:p>
          </p:txBody>
        </p:sp>
        <p:sp>
          <p:nvSpPr>
            <p:cNvPr id="67" name="task-contract-4">
              <a:extLst xmlns:a="http://schemas.openxmlformats.org/drawingml/2006/main">
                <a:ext uri="{FF2B5EF4-FFF2-40B4-BE49-F238E27FC236}">
                  <a16:creationId xmlns:a16="http://schemas.microsoft.com/office/drawing/2014/main" id="{944AA896-E6EF-4D1C-BEEB-010582F2CEB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77725" y="2305050"/>
              <a:ext cx="18573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75" b="0" i="0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action · cost · uncertainty</a:t>
              </a:r>
            </a:p>
          </p:txBody>
        </p:sp>
        <p:sp>
          <p:nvSpPr>
            <p:cNvPr id="68" name="task-contract-label-4">
              <a:extLst xmlns:a="http://schemas.openxmlformats.org/drawingml/2006/main">
                <a:ext uri="{FF2B5EF4-FFF2-40B4-BE49-F238E27FC236}">
                  <a16:creationId xmlns:a16="http://schemas.microsoft.com/office/drawing/2014/main" id="{7AB3D701-838C-42EB-8344-85501F46C90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96775" y="2971800"/>
              <a:ext cx="18097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 contract</a:t>
              </a:r>
            </a:p>
          </p:txBody>
        </p:sp>
      </p:grpSp>
      <p:grpSp>
        <p:nvGrpSpPr>
          <p:cNvPr id="105" name="group-task-item-4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9" name="task-item-4-1">
              <a:extLst xmlns:a="http://schemas.openxmlformats.org/drawingml/2006/main">
                <a:ext uri="{FF2B5EF4-FFF2-40B4-BE49-F238E27FC236}">
                  <a16:creationId xmlns:a16="http://schemas.microsoft.com/office/drawing/2014/main" id="{46560289-3C15-4FBB-9591-BE10A166124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58675" y="33337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70" name="task-item-text-4-1">
              <a:extLst xmlns:a="http://schemas.openxmlformats.org/drawingml/2006/main">
                <a:ext uri="{FF2B5EF4-FFF2-40B4-BE49-F238E27FC236}">
                  <a16:creationId xmlns:a16="http://schemas.microsoft.com/office/drawing/2014/main" id="{4984B06C-95D6-4479-B838-CA7CD088749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53925" y="34290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scenario and state</a:t>
              </a:r>
            </a:p>
          </p:txBody>
        </p:sp>
      </p:grpSp>
      <p:grpSp>
        <p:nvGrpSpPr>
          <p:cNvPr id="106" name="group-task-item-4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71" name="task-item-4-2">
              <a:extLst xmlns:a="http://schemas.openxmlformats.org/drawingml/2006/main">
                <a:ext uri="{FF2B5EF4-FFF2-40B4-BE49-F238E27FC236}">
                  <a16:creationId xmlns:a16="http://schemas.microsoft.com/office/drawing/2014/main" id="{2FE9C18D-2574-4E72-8619-976C1262247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58675" y="39433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72" name="task-item-text-4-2">
              <a:extLst xmlns:a="http://schemas.openxmlformats.org/drawingml/2006/main">
                <a:ext uri="{FF2B5EF4-FFF2-40B4-BE49-F238E27FC236}">
                  <a16:creationId xmlns:a16="http://schemas.microsoft.com/office/drawing/2014/main" id="{ACD81E71-5FA0-4C34-AEB9-8EAB79186C9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53925" y="40386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uncertainty</a:t>
              </a:r>
            </a:p>
          </p:txBody>
        </p:sp>
      </p:grpSp>
      <p:grpSp>
        <p:nvGrpSpPr>
          <p:cNvPr id="107" name="group-task-item-4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73" name="task-item-4-3">
              <a:extLst xmlns:a="http://schemas.openxmlformats.org/drawingml/2006/main">
                <a:ext uri="{FF2B5EF4-FFF2-40B4-BE49-F238E27FC236}">
                  <a16:creationId xmlns:a16="http://schemas.microsoft.com/office/drawing/2014/main" id="{C12D24F8-D42B-4310-A91E-3C5940FEFB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58675" y="45529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74" name="task-item-text-4-3">
              <a:extLst xmlns:a="http://schemas.openxmlformats.org/drawingml/2006/main">
                <a:ext uri="{FF2B5EF4-FFF2-40B4-BE49-F238E27FC236}">
                  <a16:creationId xmlns:a16="http://schemas.microsoft.com/office/drawing/2014/main" id="{2FAC051A-28FD-4C0D-802F-FF03E66E9DE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53925" y="46482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cost and risk</a:t>
              </a:r>
            </a:p>
          </p:txBody>
        </p:sp>
      </p:grpSp>
      <p:grpSp>
        <p:nvGrpSpPr>
          <p:cNvPr id="108" name="group-task-item-4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75" name="task-item-4-4">
              <a:extLst xmlns:a="http://schemas.openxmlformats.org/drawingml/2006/main">
                <a:ext uri="{FF2B5EF4-FFF2-40B4-BE49-F238E27FC236}">
                  <a16:creationId xmlns:a16="http://schemas.microsoft.com/office/drawing/2014/main" id="{3576C07A-B9F7-4F4C-A9A7-01C0758D85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258675" y="5162550"/>
              <a:ext cx="1895475" cy="381000"/>
            </a:xfrm>
            <a:prstGeom xmlns:a="http://schemas.openxmlformats.org/drawingml/2006/main" prst="roundRect">
              <a:avLst>
                <a:gd name="adj" fmla="val 25000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76" name="task-item-text-4-4">
              <a:extLst xmlns:a="http://schemas.openxmlformats.org/drawingml/2006/main">
                <a:ext uri="{FF2B5EF4-FFF2-40B4-BE49-F238E27FC236}">
                  <a16:creationId xmlns:a16="http://schemas.microsoft.com/office/drawing/2014/main" id="{5A68CA1A-F067-41A1-BC68-3D6633C3E86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53925" y="5257800"/>
              <a:ext cx="1704975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5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action and review</a:t>
              </a:r>
            </a:p>
          </p:txBody>
        </p:sp>
      </p:grpSp>
      <p:grpSp>
        <p:nvGrpSpPr>
          <p:cNvPr id="109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77" name="task-specific-rule">
              <a:extLst xmlns:a="http://schemas.openxmlformats.org/drawingml/2006/main">
                <a:ext uri="{FF2B5EF4-FFF2-40B4-BE49-F238E27FC236}">
                  <a16:creationId xmlns:a16="http://schemas.microsoft.com/office/drawing/2014/main" id="{6CF471C4-C3B3-4177-B502-95C3BB3526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7700" y="7543800"/>
              <a:ext cx="13525500" cy="457200"/>
            </a:xfrm>
            <a:prstGeom xmlns:a="http://schemas.openxmlformats.org/drawingml/2006/main" prst="roundRect">
              <a:avLst>
                <a:gd name="adj" fmla="val 29167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B78324"/>
              </a:solidFill>
              <a:prstDash val="solid"/>
            </a:ln>
          </p:spPr>
        </p:sp>
        <p:sp>
          <p:nvSpPr>
            <p:cNvPr id="78" name="task-specific-rule-text">
              <a:extLst xmlns:a="http://schemas.openxmlformats.org/drawingml/2006/main">
                <a:ext uri="{FF2B5EF4-FFF2-40B4-BE49-F238E27FC236}">
                  <a16:creationId xmlns:a16="http://schemas.microsoft.com/office/drawing/2014/main" id="{9CCBC751-2789-4A8A-A86A-34941B11C78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7677150"/>
              <a:ext cx="130302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0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Task-specific Harness = shared Harness modules + a task-bound temporal output, validation, and decision contract.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0435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2026-10-02T08:32:18.2900000Z</dcterms:created>
  <dcterms:modified xsi:type="dcterms:W3CDTF">2026-10-02T08:32:18.2900000Z</dcterms:modified>
</coreProperties>
</file>