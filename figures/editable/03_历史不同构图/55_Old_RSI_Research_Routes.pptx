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87d5a4c041734b7e"/><Relationship Type="http://schemas.openxmlformats.org/officeDocument/2006/relationships/extended-properties" Target="/docProps/app.xml" Id="R48633c54fd134b36"/><Relationship Type="http://schemas.openxmlformats.org/officeDocument/2006/relationships/officeDocument" Target="/ppt/presentation.xml" Id="Rccfefabd99c743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2dd2e32af54760"/>
  </p:sldMasterIdLst>
  <p:notesMasterIdLst>
    <p:notesMasterId xmlns:r="http://schemas.openxmlformats.org/officeDocument/2006/relationships" r:id="Ra0a1e8e05023462b"/>
  </p:notesMasterIdLst>
  <p:sldIdLst>
    <p:sldId xmlns:r="http://schemas.openxmlformats.org/officeDocument/2006/relationships" id="265" r:id="Re291f37a51814f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98f80b000b64034"/><Relationship Type="http://schemas.openxmlformats.org/officeDocument/2006/relationships/slideMaster" Target="/ppt/slideMasters/slideMaster1.xml" Id="Rc62dd2e32af54760"/><Relationship Type="http://schemas.openxmlformats.org/officeDocument/2006/relationships/notesMaster" Target="/ppt/notesMasters/notesMaster1.xml" Id="Ra0a1e8e05023462b"/><Relationship Type="http://schemas.openxmlformats.org/officeDocument/2006/relationships/presProps" Target="/ppt/presProps.xml" Id="R04131d18dade4c29"/><Relationship Type="http://schemas.openxmlformats.org/officeDocument/2006/relationships/tableStyles" Target="/ppt/tableStyles.xml" Id="R806215ee825044a7"/><Relationship Type="http://schemas.openxmlformats.org/officeDocument/2006/relationships/slide" Target="/ppt/slides/slide10.xml" Id="Re291f37a51814f1b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f6a0963fee64c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6f00dd57c67146cb"/><Relationship Type="http://schemas.openxmlformats.org/officeDocument/2006/relationships/notesMaster" Target="/ppt/notesMasters/notesMaster1.xml" Id="R05e150c79b4249df"/></Relationship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reconstruction based on the user-provided RSI reference screenshot: ded9e63e-c562-44fb-941d-7de354ae4c7d.png. This slide uses native PowerPoint text, shapes, lines, and connectors; it is a visual study, not the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fa87c7bc4a44575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725b395724ca46a6"/><Relationship Type="http://schemas.openxmlformats.org/officeDocument/2006/relationships/slideLayout" Target="/ppt/slideLayouts/slideLayout1.xml" Id="Rb3adc2a7e1324915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dc2a7e13249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dfc48d2ac854514"/><Relationship Type="http://schemas.openxmlformats.org/officeDocument/2006/relationships/notesSlide" Target="/ppt/notesSlides/notesSlide10.xml" Id="R8dff0fe8a4b643f1"/></Relationships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96" name="Old_RSI_Research_Routes — editable components"/>
          <p:cNvGrpSpPr/>
          <p:nvPr/>
        </p:nvGrpSpPr>
        <p:grpSpPr>
          <ns1:xfrm xmlns:ns1="http://schemas.openxmlformats.org/drawingml/2006/main">
            <ns1:off x="419100" y="209550"/>
            <ns1:ext cx="11353800" cy="6096000"/>
            <ns1:chOff x="419100" y="209550"/>
            <ns1:chExt cx="11353800" cy="6096000"/>
          </ns1:xfrm>
        </p:grpSpPr>
        <p:sp>
          <p:nvSpPr>
            <p:cNvPr id="95" name="">
              <a:extLst xmlns:a="http://schemas.openxmlformats.org/drawingml/2006/main">
                <a:ext uri="{FF2B5EF4-FFF2-40B4-BE49-F238E27FC236}">
                  <a16:creationId xmlns:a16="http://schemas.microsoft.com/office/drawing/2014/main" id="{924C49CD-172C-4D57-B68E-E83ACC10BA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" y="209550"/>
              <a:ext cx="11334750" cy="381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2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Research routes toward recursive self-improvement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D487F4F2-5443-4650-82BC-E6734600B7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" y="571500"/>
              <a:ext cx="11334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1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Method families by public year; placement is a map of routes, not a ranking.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1DC135AF-592C-4C96-B23A-EFD6280DBC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9250" y="952500"/>
              <a:ext cx="1143000" cy="5334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B47B24"/>
              </a:solidFill>
              <a:prstDash val="solid"/>
            </a:ln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6D030670-B03D-44D6-8B55-3B18FC3AA6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95450" y="1076325"/>
              <a:ext cx="9906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Data &amp;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updates</a:t>
              </a:r>
            </a:p>
          </p:txBody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9C12C3D5-66FF-4E10-9CDB-1E7E118116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171700" y="1524000"/>
              <a:ext cx="28575" cy="409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47B24"/>
            </a:solidFill>
            <a:ln xmlns:a="http://schemas.openxmlformats.org/drawingml/2006/main" w="0">
              <a:solidFill>
                <a:srgbClr val="B47B24"/>
              </a:solidFill>
              <a:prstDash val="solid"/>
            </a:ln>
          </p:spPr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387DFF9D-DE7B-4CE2-B2B0-C51C1D7627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1685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7AC3969C-445E-4087-A9C1-4A104BF33B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90700" y="1762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B47B24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33B9FEED-6D63-442A-9035-380BFDB8E2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8800" y="1838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T0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10758E31-7C02-4094-93E4-6D9441BEFA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638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BBBFC070-206D-4BF7-8FA3-96526DE3EB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90700" y="2714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B47B24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A40BB307-85BC-4A27-A174-7C3F144A75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8800" y="2790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T1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EDC77FBC-0AF3-4734-89BD-455E2FDFF4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3590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70CB6F2-B1CE-447C-BA72-EE112CBCB9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90700" y="3667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B47B24"/>
              </a:solidFill>
              <a:prstDash val="solid"/>
            </a:ln>
          </p:spPr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4B096835-A1BC-4C66-A5B3-E6056C20DA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8800" y="3743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T2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8B196DB5-6530-46C6-A4E5-4192E9BC88D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4543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C0C9BB0A-AA79-47FA-AB66-C232F52FA7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90700" y="4619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9525">
              <a:solidFill>
                <a:srgbClr val="B47B24"/>
              </a:solidFill>
              <a:prstDash val="solid"/>
            </a:ln>
          </p:spPr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FD7C3DF4-1134-4EA2-9D0E-E89051E7AB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28800" y="4695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T3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985CD069-2C3B-49BE-9022-DD5306A4CF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952500"/>
              <a:ext cx="1143000" cy="5334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6B9F80"/>
              </a:solidFill>
              <a:prstDash val="solid"/>
            </a:ln>
          </p:spPr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51F4277A-202D-4007-BB64-89777DCDA1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24200" y="1076325"/>
              <a:ext cx="9906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Models &amp;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feedback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CB784CBE-636C-474D-8A5E-E259078B69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0450" y="1524000"/>
              <a:ext cx="28575" cy="409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B9F80"/>
            </a:solidFill>
            <a:ln xmlns:a="http://schemas.openxmlformats.org/drawingml/2006/main" w="0">
              <a:solidFill>
                <a:srgbClr val="6B9F80"/>
              </a:solidFill>
              <a:prstDash val="solid"/>
            </a:ln>
          </p:spPr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7248454A-7710-45C5-BD4B-08C42ACABE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1685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20C8A031-F8D2-4357-B2AD-081609CE19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9450" y="1762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6B9F80"/>
              </a:solidFill>
              <a:prstDash val="solid"/>
            </a:ln>
          </p:spPr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8E4FC79-5C6F-43BA-BC0F-B01772AF9E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57550" y="1838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T0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E98CAF5B-8DE8-48A6-9CE7-AB8985E5E3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638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99C488EF-4786-4B1D-A41F-522A58386D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9450" y="2714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6B9F80"/>
              </a:solidFill>
              <a:prstDash val="solid"/>
            </a:ln>
          </p:spPr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EB2EE035-034A-46CC-85B7-C630A8C8F5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57550" y="2790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T1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C5786477-2F28-41F7-93EC-4017410AA1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3590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65CDA28B-EC9C-455A-8813-7B3F688C76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9450" y="3667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6B9F80"/>
              </a:solidFill>
              <a:prstDash val="solid"/>
            </a:ln>
          </p:spPr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5361BC71-9BEE-4D75-91AB-2547C6AB9F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57550" y="3743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T2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BE16C95C-5F46-4595-9017-9398E1D748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4543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77657E37-B8F8-4DB1-BEAD-C80C350601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19450" y="4619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9525">
              <a:solidFill>
                <a:srgbClr val="6B9F80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AEAC20BF-32C2-40A3-A060-CF7BD556AC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57550" y="4695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T3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916721DF-FCAF-417E-BE86-C52AAD61DF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76750" y="952500"/>
              <a:ext cx="1143000" cy="5334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548F58BB-EFD1-43F8-8C98-AF0F453F61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52950" y="1076325"/>
              <a:ext cx="9906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Memory &amp;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retrieval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01D76DA0-FBD6-48F6-89E2-480D353B5B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29200" y="1524000"/>
              <a:ext cx="28575" cy="409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79FADBBE-BA76-420E-8D82-C1D45A2E2D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1685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</a:p>
          </p:txBody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6CFD90E1-DD6D-4A75-8F2E-157A765C6B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200" y="1762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DD65C27E-DAD3-4FA6-AA0D-212488E544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6300" y="1838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T0</a:t>
              </a:r>
            </a:p>
          </p:txBody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646B65A1-E1AF-45A9-8128-3151F0A022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638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</a:p>
          </p:txBody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E88ACEBC-7D9C-4587-8D22-D2960FB264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200" y="2714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0AC2D54B-7F45-4667-A1B1-0181CA1A92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6300" y="2790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T1</a:t>
              </a:r>
            </a:p>
          </p:txBody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A4CE51AA-F278-4B32-9379-59E6F5D672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3590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81B85134-48EE-4543-98B4-58211F34E3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200" y="3667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1C31EF98-D145-4433-B973-5B36EB6C19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6300" y="3743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T2</a:t>
              </a:r>
            </a:p>
          </p:txBody>
        </p:sp>
        <p:sp>
          <p:nvSpPr>
            <p:cNvPr id="45" name="">
              <a:extLst xmlns:a="http://schemas.openxmlformats.org/drawingml/2006/main">
                <a:ext uri="{FF2B5EF4-FFF2-40B4-BE49-F238E27FC236}">
                  <a16:creationId xmlns:a16="http://schemas.microsoft.com/office/drawing/2014/main" id="{44094819-F9AB-4905-A461-BF87650470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4543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46" name="">
              <a:extLst xmlns:a="http://schemas.openxmlformats.org/drawingml/2006/main">
                <a:ext uri="{FF2B5EF4-FFF2-40B4-BE49-F238E27FC236}">
                  <a16:creationId xmlns:a16="http://schemas.microsoft.com/office/drawing/2014/main" id="{30D35803-5A38-4FD3-A597-3D3626862A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200" y="4619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47" name="">
              <a:extLst xmlns:a="http://schemas.openxmlformats.org/drawingml/2006/main">
                <a:ext uri="{FF2B5EF4-FFF2-40B4-BE49-F238E27FC236}">
                  <a16:creationId xmlns:a16="http://schemas.microsoft.com/office/drawing/2014/main" id="{2A0A8FF7-5A41-4601-AC6B-1D10CE7A65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86300" y="4695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T3</a:t>
              </a:r>
            </a:p>
          </p:txBody>
        </p:sp>
        <p:sp>
          <p:nvSpPr>
            <p:cNvPr id="48" name="">
              <a:extLst xmlns:a="http://schemas.openxmlformats.org/drawingml/2006/main">
                <a:ext uri="{FF2B5EF4-FFF2-40B4-BE49-F238E27FC236}">
                  <a16:creationId xmlns:a16="http://schemas.microsoft.com/office/drawing/2014/main" id="{B22F804D-59B3-4328-AEB9-78618FFEB1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0" y="952500"/>
              <a:ext cx="1143000" cy="5334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6D6396"/>
              </a:solidFill>
              <a:prstDash val="solid"/>
            </a:ln>
          </p:spPr>
        </p:sp>
        <p:sp>
          <p:nvSpPr>
            <p:cNvPr id="49" name="">
              <a:extLst xmlns:a="http://schemas.openxmlformats.org/drawingml/2006/main">
                <a:ext uri="{FF2B5EF4-FFF2-40B4-BE49-F238E27FC236}">
                  <a16:creationId xmlns:a16="http://schemas.microsoft.com/office/drawing/2014/main" id="{BC6FB852-E51D-471E-9CB5-DA7619629A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1700" y="1076325"/>
              <a:ext cx="9906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Code &amp;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planning</a:t>
              </a:r>
            </a:p>
          </p:txBody>
        </p:sp>
        <p:sp>
          <p:nvSpPr>
            <p:cNvPr id="50" name="">
              <a:extLst xmlns:a="http://schemas.openxmlformats.org/drawingml/2006/main">
                <a:ext uri="{FF2B5EF4-FFF2-40B4-BE49-F238E27FC236}">
                  <a16:creationId xmlns:a16="http://schemas.microsoft.com/office/drawing/2014/main" id="{39D6D8A5-2FFC-413A-B023-B5711B1FFC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1524000"/>
              <a:ext cx="28575" cy="409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D6396"/>
            </a:solidFill>
            <a:ln xmlns:a="http://schemas.openxmlformats.org/drawingml/2006/main" w="0">
              <a:solidFill>
                <a:srgbClr val="6D6396"/>
              </a:solidFill>
              <a:prstDash val="solid"/>
            </a:ln>
          </p:spPr>
        </p:sp>
        <p:sp>
          <p:nvSpPr>
            <p:cNvPr id="51" name="">
              <a:extLst xmlns:a="http://schemas.openxmlformats.org/drawingml/2006/main">
                <a:ext uri="{FF2B5EF4-FFF2-40B4-BE49-F238E27FC236}">
                  <a16:creationId xmlns:a16="http://schemas.microsoft.com/office/drawing/2014/main" id="{FD0F35BB-3E9A-42CD-B7E2-AF988D8F75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1685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</a:p>
          </p:txBody>
        </p:sp>
        <p:sp>
          <p:nvSpPr>
            <p:cNvPr id="52" name="">
              <a:extLst xmlns:a="http://schemas.openxmlformats.org/drawingml/2006/main">
                <a:ext uri="{FF2B5EF4-FFF2-40B4-BE49-F238E27FC236}">
                  <a16:creationId xmlns:a16="http://schemas.microsoft.com/office/drawing/2014/main" id="{B3319E1E-A907-4A11-8AA1-DACDDA5350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950" y="1762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6D6396"/>
              </a:solidFill>
              <a:prstDash val="solid"/>
            </a:ln>
          </p:spPr>
        </p:sp>
        <p:sp>
          <p:nvSpPr>
            <p:cNvPr id="53" name="">
              <a:extLst xmlns:a="http://schemas.openxmlformats.org/drawingml/2006/main">
                <a:ext uri="{FF2B5EF4-FFF2-40B4-BE49-F238E27FC236}">
                  <a16:creationId xmlns:a16="http://schemas.microsoft.com/office/drawing/2014/main" id="{1CE5B742-2AA5-43F3-B4BE-FF2D500A63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5050" y="1838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T0</a:t>
              </a:r>
            </a:p>
          </p:txBody>
        </p:sp>
        <p:sp>
          <p:nvSpPr>
            <p:cNvPr id="54" name="">
              <a:extLst xmlns:a="http://schemas.openxmlformats.org/drawingml/2006/main">
                <a:ext uri="{FF2B5EF4-FFF2-40B4-BE49-F238E27FC236}">
                  <a16:creationId xmlns:a16="http://schemas.microsoft.com/office/drawing/2014/main" id="{0FDE9B66-E3E0-449D-A5B0-62A9A5997B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638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</a:p>
          </p:txBody>
        </p:sp>
        <p:sp>
          <p:nvSpPr>
            <p:cNvPr id="55" name="">
              <a:extLst xmlns:a="http://schemas.openxmlformats.org/drawingml/2006/main">
                <a:ext uri="{FF2B5EF4-FFF2-40B4-BE49-F238E27FC236}">
                  <a16:creationId xmlns:a16="http://schemas.microsoft.com/office/drawing/2014/main" id="{F068EF8E-2E7B-4346-BCC3-DA7D732B15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950" y="2714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6D6396"/>
              </a:solidFill>
              <a:prstDash val="solid"/>
            </a:ln>
          </p:spPr>
        </p:sp>
        <p:sp>
          <p:nvSpPr>
            <p:cNvPr id="56" name="">
              <a:extLst xmlns:a="http://schemas.openxmlformats.org/drawingml/2006/main">
                <a:ext uri="{FF2B5EF4-FFF2-40B4-BE49-F238E27FC236}">
                  <a16:creationId xmlns:a16="http://schemas.microsoft.com/office/drawing/2014/main" id="{929D7B86-9C3D-486E-BC5C-3BCE9E51FF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5050" y="2790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T1</a:t>
              </a:r>
            </a:p>
          </p:txBody>
        </p:sp>
        <p:sp>
          <p:nvSpPr>
            <p:cNvPr id="57" name="">
              <a:extLst xmlns:a="http://schemas.openxmlformats.org/drawingml/2006/main">
                <a:ext uri="{FF2B5EF4-FFF2-40B4-BE49-F238E27FC236}">
                  <a16:creationId xmlns:a16="http://schemas.microsoft.com/office/drawing/2014/main" id="{DDE66792-69F3-467B-A285-B2813874DE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3590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58" name="">
              <a:extLst xmlns:a="http://schemas.openxmlformats.org/drawingml/2006/main">
                <a:ext uri="{FF2B5EF4-FFF2-40B4-BE49-F238E27FC236}">
                  <a16:creationId xmlns:a16="http://schemas.microsoft.com/office/drawing/2014/main" id="{AC851E1C-E6EA-4D48-ACAE-17B7E51A4E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950" y="3667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6D6396"/>
              </a:solidFill>
              <a:prstDash val="solid"/>
            </a:ln>
          </p:spPr>
        </p:sp>
        <p:sp>
          <p:nvSpPr>
            <p:cNvPr id="59" name="">
              <a:extLst xmlns:a="http://schemas.openxmlformats.org/drawingml/2006/main">
                <a:ext uri="{FF2B5EF4-FFF2-40B4-BE49-F238E27FC236}">
                  <a16:creationId xmlns:a16="http://schemas.microsoft.com/office/drawing/2014/main" id="{8776D5DC-8391-4BB2-8F38-BB46612ADDC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5050" y="3743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T2</a:t>
              </a:r>
            </a:p>
          </p:txBody>
        </p:sp>
        <p:sp>
          <p:nvSpPr>
            <p:cNvPr id="60" name="">
              <a:extLst xmlns:a="http://schemas.openxmlformats.org/drawingml/2006/main">
                <a:ext uri="{FF2B5EF4-FFF2-40B4-BE49-F238E27FC236}">
                  <a16:creationId xmlns:a16="http://schemas.microsoft.com/office/drawing/2014/main" id="{C83A22C7-B5CE-4DFB-AE73-DC9DFDB866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4543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567A8626-9424-4663-A84A-B24526964B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6950" y="4619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9525">
              <a:solidFill>
                <a:srgbClr val="6D6396"/>
              </a:solidFill>
              <a:prstDash val="solid"/>
            </a:ln>
          </p:spPr>
        </p:sp>
        <p:sp>
          <p:nv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90D47665-40A5-4143-A75E-B1130D2617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15050" y="4695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T3</a:t>
              </a:r>
            </a:p>
          </p:txBody>
        </p:sp>
        <p:sp>
          <p:nvSpPr>
            <p:cNvPr id="63" name="">
              <a:extLst xmlns:a="http://schemas.openxmlformats.org/drawingml/2006/main">
                <a:ext uri="{FF2B5EF4-FFF2-40B4-BE49-F238E27FC236}">
                  <a16:creationId xmlns:a16="http://schemas.microsoft.com/office/drawing/2014/main" id="{E789583F-5ABC-48FD-A05A-7445F9CBD0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34250" y="952500"/>
              <a:ext cx="1143000" cy="5334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4DFDD"/>
            </a:solidFill>
            <a:ln xmlns:a="http://schemas.openxmlformats.org/drawingml/2006/main" w="9525">
              <a:solidFill>
                <a:srgbClr val="B9675E"/>
              </a:solidFill>
              <a:prstDash val="solid"/>
            </a:ln>
          </p:spPr>
        </p:sp>
        <p:sp>
          <p:nvSpPr>
            <p:cNvPr id="64" name="">
              <a:extLst xmlns:a="http://schemas.openxmlformats.org/drawingml/2006/main">
                <a:ext uri="{FF2B5EF4-FFF2-40B4-BE49-F238E27FC236}">
                  <a16:creationId xmlns:a16="http://schemas.microsoft.com/office/drawing/2014/main" id="{EA48D9D7-9181-41B0-8598-052FF63B4B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10450" y="1076325"/>
              <a:ext cx="9906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Evaluation &amp;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judges</a:t>
              </a:r>
            </a:p>
          </p:txBody>
        </p:sp>
        <p:sp>
          <p:nvSpPr>
            <p:cNvPr id="65" name="">
              <a:extLst xmlns:a="http://schemas.openxmlformats.org/drawingml/2006/main">
                <a:ext uri="{FF2B5EF4-FFF2-40B4-BE49-F238E27FC236}">
                  <a16:creationId xmlns:a16="http://schemas.microsoft.com/office/drawing/2014/main" id="{F25F9D77-C9A3-4853-B11C-5CA90B1308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86700" y="1524000"/>
              <a:ext cx="28575" cy="409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9675E"/>
            </a:solidFill>
            <a:ln xmlns:a="http://schemas.openxmlformats.org/drawingml/2006/main" w="0">
              <a:solidFill>
                <a:srgbClr val="B9675E"/>
              </a:solidFill>
              <a:prstDash val="solid"/>
            </a:ln>
          </p:spPr>
        </p:sp>
        <p:sp>
          <p:nvSpPr>
            <p:cNvPr id="66" name="">
              <a:extLst xmlns:a="http://schemas.openxmlformats.org/drawingml/2006/main">
                <a:ext uri="{FF2B5EF4-FFF2-40B4-BE49-F238E27FC236}">
                  <a16:creationId xmlns:a16="http://schemas.microsoft.com/office/drawing/2014/main" id="{B7FFC5B3-356E-46F7-BC98-F1E2DFCC5C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1685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</a:p>
          </p:txBody>
        </p:sp>
        <p:sp>
          <p:nvSpPr>
            <p:cNvPr id="67" name="">
              <a:extLst xmlns:a="http://schemas.openxmlformats.org/drawingml/2006/main">
                <a:ext uri="{FF2B5EF4-FFF2-40B4-BE49-F238E27FC236}">
                  <a16:creationId xmlns:a16="http://schemas.microsoft.com/office/drawing/2014/main" id="{C6BCDD96-95E6-4E88-BB28-BDED0BDC24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5700" y="1762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4DFDD"/>
            </a:solidFill>
            <a:ln xmlns:a="http://schemas.openxmlformats.org/drawingml/2006/main" w="9525">
              <a:solidFill>
                <a:srgbClr val="B9675E"/>
              </a:solidFill>
              <a:prstDash val="solid"/>
            </a:ln>
          </p:spPr>
        </p:sp>
        <p:sp>
          <p:nvSpPr>
            <p:cNvPr id="68" name="">
              <a:extLst xmlns:a="http://schemas.openxmlformats.org/drawingml/2006/main">
                <a:ext uri="{FF2B5EF4-FFF2-40B4-BE49-F238E27FC236}">
                  <a16:creationId xmlns:a16="http://schemas.microsoft.com/office/drawing/2014/main" id="{CB6E8D7A-3551-4404-B8B3-F5FC4F1C03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43800" y="1838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T0</a:t>
              </a:r>
            </a:p>
          </p:txBody>
        </p:sp>
        <p:sp>
          <p:nvSpPr>
            <p:cNvPr id="69" name="">
              <a:extLst xmlns:a="http://schemas.openxmlformats.org/drawingml/2006/main">
                <a:ext uri="{FF2B5EF4-FFF2-40B4-BE49-F238E27FC236}">
                  <a16:creationId xmlns:a16="http://schemas.microsoft.com/office/drawing/2014/main" id="{4377EA76-D303-4207-9E3C-13CE7C01B3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638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</a:p>
          </p:txBody>
        </p:sp>
        <p:sp>
          <p:nvSpPr>
            <p:cNvPr id="70" name="">
              <a:extLst xmlns:a="http://schemas.openxmlformats.org/drawingml/2006/main">
                <a:ext uri="{FF2B5EF4-FFF2-40B4-BE49-F238E27FC236}">
                  <a16:creationId xmlns:a16="http://schemas.microsoft.com/office/drawing/2014/main" id="{BE5F0C1D-6687-4C41-9EB8-B59716DB82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5700" y="2714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4DFDD"/>
            </a:solidFill>
            <a:ln xmlns:a="http://schemas.openxmlformats.org/drawingml/2006/main" w="9525">
              <a:solidFill>
                <a:srgbClr val="B9675E"/>
              </a:solidFill>
              <a:prstDash val="solid"/>
            </a:ln>
          </p:spPr>
        </p:sp>
        <p:sp>
          <p:nvSpPr>
            <p:cNvPr id="71" name="">
              <a:extLst xmlns:a="http://schemas.openxmlformats.org/drawingml/2006/main">
                <a:ext uri="{FF2B5EF4-FFF2-40B4-BE49-F238E27FC236}">
                  <a16:creationId xmlns:a16="http://schemas.microsoft.com/office/drawing/2014/main" id="{A38C7E1A-7939-4813-9D17-5FB1B327EB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43800" y="2790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T1</a:t>
              </a:r>
            </a:p>
          </p:txBody>
        </p:sp>
        <p:sp>
          <p:nvSpPr>
            <p:cNvPr id="72" name="">
              <a:extLst xmlns:a="http://schemas.openxmlformats.org/drawingml/2006/main">
                <a:ext uri="{FF2B5EF4-FFF2-40B4-BE49-F238E27FC236}">
                  <a16:creationId xmlns:a16="http://schemas.microsoft.com/office/drawing/2014/main" id="{BC0EFD51-6183-40B6-8EE2-B7CEC39888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3590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73" name="">
              <a:extLst xmlns:a="http://schemas.openxmlformats.org/drawingml/2006/main">
                <a:ext uri="{FF2B5EF4-FFF2-40B4-BE49-F238E27FC236}">
                  <a16:creationId xmlns:a16="http://schemas.microsoft.com/office/drawing/2014/main" id="{8C9A3441-2C32-49B8-9B78-6AE78EC373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5700" y="3667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4DFDD"/>
            </a:solidFill>
            <a:ln xmlns:a="http://schemas.openxmlformats.org/drawingml/2006/main" w="9525">
              <a:solidFill>
                <a:srgbClr val="B9675E"/>
              </a:solidFill>
              <a:prstDash val="solid"/>
            </a:ln>
          </p:spPr>
        </p:sp>
        <p:sp>
          <p:nvSpPr>
            <p:cNvPr id="74" name="">
              <a:extLst xmlns:a="http://schemas.openxmlformats.org/drawingml/2006/main">
                <a:ext uri="{FF2B5EF4-FFF2-40B4-BE49-F238E27FC236}">
                  <a16:creationId xmlns:a16="http://schemas.microsoft.com/office/drawing/2014/main" id="{86106BED-028D-43E6-B9D9-084CF4AFFC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43800" y="3743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T2</a:t>
              </a:r>
            </a:p>
          </p:txBody>
        </p:sp>
        <p:sp>
          <p:nvSpPr>
            <p:cNvPr id="75" name="">
              <a:extLst xmlns:a="http://schemas.openxmlformats.org/drawingml/2006/main">
                <a:ext uri="{FF2B5EF4-FFF2-40B4-BE49-F238E27FC236}">
                  <a16:creationId xmlns:a16="http://schemas.microsoft.com/office/drawing/2014/main" id="{6F0A0EFB-8C18-4330-B2A1-148DD64E0A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4543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76" name="">
              <a:extLst xmlns:a="http://schemas.openxmlformats.org/drawingml/2006/main">
                <a:ext uri="{FF2B5EF4-FFF2-40B4-BE49-F238E27FC236}">
                  <a16:creationId xmlns:a16="http://schemas.microsoft.com/office/drawing/2014/main" id="{85D7C564-C867-44B7-B11F-73C722A0FD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05700" y="4619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4DFDD"/>
            </a:solidFill>
            <a:ln xmlns:a="http://schemas.openxmlformats.org/drawingml/2006/main" w="9525">
              <a:solidFill>
                <a:srgbClr val="B9675E"/>
              </a:solidFill>
              <a:prstDash val="solid"/>
            </a:ln>
          </p:spPr>
        </p:sp>
        <p:sp>
          <p:nvSpPr>
            <p:cNvPr id="77" name="">
              <a:extLst xmlns:a="http://schemas.openxmlformats.org/drawingml/2006/main">
                <a:ext uri="{FF2B5EF4-FFF2-40B4-BE49-F238E27FC236}">
                  <a16:creationId xmlns:a16="http://schemas.microsoft.com/office/drawing/2014/main" id="{5A5C6F6F-97E8-4ED1-9367-E8087A3D2C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43800" y="4695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T3</a:t>
              </a:r>
            </a:p>
          </p:txBody>
        </p:sp>
        <p:sp>
          <p:nvSpPr>
            <p:cNvPr id="78" name="">
              <a:extLst xmlns:a="http://schemas.openxmlformats.org/drawingml/2006/main">
                <a:ext uri="{FF2B5EF4-FFF2-40B4-BE49-F238E27FC236}">
                  <a16:creationId xmlns:a16="http://schemas.microsoft.com/office/drawing/2014/main" id="{6EEDA8DC-33A4-4896-8C79-FC0E106E7A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763000" y="952500"/>
              <a:ext cx="1143000" cy="53340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79" name="">
              <a:extLst xmlns:a="http://schemas.openxmlformats.org/drawingml/2006/main">
                <a:ext uri="{FF2B5EF4-FFF2-40B4-BE49-F238E27FC236}">
                  <a16:creationId xmlns:a16="http://schemas.microsoft.com/office/drawing/2014/main" id="{8B01FF53-4831-42E6-AAFE-F83F9FB202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39200" y="1076325"/>
              <a:ext cx="99060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Multi-agent</a:t>
              </a:r>
            </a:p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loops</a:t>
              </a:r>
            </a:p>
          </p:txBody>
        </p:sp>
        <p:sp>
          <p:nvSpPr>
            <p:cNvPr id="80" name="">
              <a:extLst xmlns:a="http://schemas.openxmlformats.org/drawingml/2006/main">
                <a:ext uri="{FF2B5EF4-FFF2-40B4-BE49-F238E27FC236}">
                  <a16:creationId xmlns:a16="http://schemas.microsoft.com/office/drawing/2014/main" id="{E8E31FCF-EB4F-48B3-8039-4D6A1311A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15450" y="1524000"/>
              <a:ext cx="28575" cy="4095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F8F89"/>
            </a:solidFill>
            <a:ln xmlns:a="http://schemas.openxmlformats.org/drawingml/2006/main" w="0">
              <a:solidFill>
                <a:srgbClr val="4F8F89"/>
              </a:solidFill>
              <a:prstDash val="solid"/>
            </a:ln>
          </p:spPr>
        </p:sp>
        <p:sp>
          <p:nvSpPr>
            <p:cNvPr id="81" name="">
              <a:extLst xmlns:a="http://schemas.openxmlformats.org/drawingml/2006/main">
                <a:ext uri="{FF2B5EF4-FFF2-40B4-BE49-F238E27FC236}">
                  <a16:creationId xmlns:a16="http://schemas.microsoft.com/office/drawing/2014/main" id="{465800DB-2542-43A0-B23D-CEB646456E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1685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2023</a:t>
              </a:r>
            </a:p>
          </p:txBody>
        </p:sp>
        <p:sp>
          <p:nvSpPr>
            <p:cNvPr id="82" name="">
              <a:extLst xmlns:a="http://schemas.openxmlformats.org/drawingml/2006/main">
                <a:ext uri="{FF2B5EF4-FFF2-40B4-BE49-F238E27FC236}">
                  <a16:creationId xmlns:a16="http://schemas.microsoft.com/office/drawing/2014/main" id="{F7C541FB-5C3D-4888-84D3-516D6ACBD4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34450" y="1762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83" name="">
              <a:extLst xmlns:a="http://schemas.openxmlformats.org/drawingml/2006/main">
                <a:ext uri="{FF2B5EF4-FFF2-40B4-BE49-F238E27FC236}">
                  <a16:creationId xmlns:a16="http://schemas.microsoft.com/office/drawing/2014/main" id="{0464C85A-AD53-4B29-9F4A-762BFDB045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72550" y="1838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T0</a:t>
              </a:r>
            </a:p>
          </p:txBody>
        </p:sp>
        <p:sp>
          <p:nvSpPr>
            <p:cNvPr id="84" name="">
              <a:extLst xmlns:a="http://schemas.openxmlformats.org/drawingml/2006/main">
                <a:ext uri="{FF2B5EF4-FFF2-40B4-BE49-F238E27FC236}">
                  <a16:creationId xmlns:a16="http://schemas.microsoft.com/office/drawing/2014/main" id="{9CAA813E-25F8-441E-8D54-BE75E715AB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2638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2024</a:t>
              </a:r>
            </a:p>
          </p:txBody>
        </p:sp>
        <p:sp>
          <p:nvSpPr>
            <p:cNvPr id="85" name="">
              <a:extLst xmlns:a="http://schemas.openxmlformats.org/drawingml/2006/main">
                <a:ext uri="{FF2B5EF4-FFF2-40B4-BE49-F238E27FC236}">
                  <a16:creationId xmlns:a16="http://schemas.microsoft.com/office/drawing/2014/main" id="{E7469030-FF1E-4A51-8D42-515B8E4AB1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34450" y="2714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86" name="">
              <a:extLst xmlns:a="http://schemas.openxmlformats.org/drawingml/2006/main">
                <a:ext uri="{FF2B5EF4-FFF2-40B4-BE49-F238E27FC236}">
                  <a16:creationId xmlns:a16="http://schemas.microsoft.com/office/drawing/2014/main" id="{A32D7B45-F2AB-44A4-ABFD-BB98AE2EB1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72550" y="2790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T1</a:t>
              </a:r>
            </a:p>
          </p:txBody>
        </p:sp>
        <p:sp>
          <p:nvSpPr>
            <p:cNvPr id="87" name="">
              <a:extLst xmlns:a="http://schemas.openxmlformats.org/drawingml/2006/main">
                <a:ext uri="{FF2B5EF4-FFF2-40B4-BE49-F238E27FC236}">
                  <a16:creationId xmlns:a16="http://schemas.microsoft.com/office/drawing/2014/main" id="{FFDA7780-C89E-48D6-8D00-1DCFA10E43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35909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88" name="">
              <a:extLst xmlns:a="http://schemas.openxmlformats.org/drawingml/2006/main">
                <a:ext uri="{FF2B5EF4-FFF2-40B4-BE49-F238E27FC236}">
                  <a16:creationId xmlns:a16="http://schemas.microsoft.com/office/drawing/2014/main" id="{D9FCB3A3-F317-4A57-B4DF-9CB2FA0BD9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34450" y="36671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89" name="">
              <a:extLst xmlns:a="http://schemas.openxmlformats.org/drawingml/2006/main">
                <a:ext uri="{FF2B5EF4-FFF2-40B4-BE49-F238E27FC236}">
                  <a16:creationId xmlns:a16="http://schemas.microsoft.com/office/drawing/2014/main" id="{A99EA6E1-0ED6-45A2-B261-E9733832F9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72550" y="37433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T2</a:t>
              </a:r>
            </a:p>
          </p:txBody>
        </p:sp>
        <p:sp>
          <p:nvSpPr>
            <p:cNvPr id="90" name="">
              <a:extLst xmlns:a="http://schemas.openxmlformats.org/drawingml/2006/main">
                <a:ext uri="{FF2B5EF4-FFF2-40B4-BE49-F238E27FC236}">
                  <a16:creationId xmlns:a16="http://schemas.microsoft.com/office/drawing/2014/main" id="{B2F9BBF7-1CE0-43B4-9062-766DDC2680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" y="4543425"/>
              <a:ext cx="7620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687078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91" name="">
              <a:extLst xmlns:a="http://schemas.openxmlformats.org/drawingml/2006/main">
                <a:ext uri="{FF2B5EF4-FFF2-40B4-BE49-F238E27FC236}">
                  <a16:creationId xmlns:a16="http://schemas.microsoft.com/office/drawing/2014/main" id="{5118BFDF-EF70-4E3E-8813-2C7F7B91E0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34450" y="4619625"/>
              <a:ext cx="800100" cy="3048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9525">
              <a:solidFill>
                <a:srgbClr val="4F8F89"/>
              </a:solidFill>
              <a:prstDash val="solid"/>
            </a:ln>
          </p:spPr>
        </p:sp>
        <p:sp>
          <p:nvSpPr>
            <p:cNvPr id="92" name="">
              <a:extLst xmlns:a="http://schemas.openxmlformats.org/drawingml/2006/main">
                <a:ext uri="{FF2B5EF4-FFF2-40B4-BE49-F238E27FC236}">
                  <a16:creationId xmlns:a16="http://schemas.microsoft.com/office/drawing/2014/main" id="{FFFAE67F-8CB0-437C-90EA-C9D859F47D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72550" y="4695825"/>
              <a:ext cx="7239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T3</a:t>
              </a:r>
            </a:p>
          </p:txBody>
        </p:sp>
        <p:sp>
          <p:nvSpPr>
            <p:cNvPr id="93" name="">
              <a:extLst xmlns:a="http://schemas.openxmlformats.org/drawingml/2006/main">
                <a:ext uri="{FF2B5EF4-FFF2-40B4-BE49-F238E27FC236}">
                  <a16:creationId xmlns:a16="http://schemas.microsoft.com/office/drawing/2014/main" id="{BCED7EDF-0256-4045-B078-6BE5C6CE75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5905500"/>
              <a:ext cx="9096375" cy="400050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45505A"/>
              </a:solidFill>
              <a:prstDash val="solid"/>
            </a:ln>
          </p:spPr>
        </p:sp>
        <p:sp>
          <p:nvSpPr>
            <p:cNvPr id="94" name="">
              <a:extLst xmlns:a="http://schemas.openxmlformats.org/drawingml/2006/main">
                <a:ext uri="{FF2B5EF4-FFF2-40B4-BE49-F238E27FC236}">
                  <a16:creationId xmlns:a16="http://schemas.microsoft.com/office/drawing/2014/main" id="{00EF979B-38A1-47C4-915A-D9EFCE466A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714500" y="6010275"/>
              <a:ext cx="85248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1" i="0">
                  <a:solidFill>
                    <a:srgbClr val="20242B"/>
                  </a:solidFill>
                  <a:latin typeface="Times New Roman"/>
                  <a:ea typeface="Times New Roman"/>
                  <a:cs typeface="Times New Roman"/>
                </a:rPr>
                <a:t>Adjacent routes can contribute to the same evolving system; the map emphasizes module-level links.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992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2026-10-02T06:46:01.5890000Z</dcterms:created>
  <dcterms:modified xsi:type="dcterms:W3CDTF">2026-10-02T06:46:01.5890000Z</dcterms:modified>
</coreProperties>
</file>