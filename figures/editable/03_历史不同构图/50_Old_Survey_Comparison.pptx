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7d5a4c041734b7e"/><Relationship Type="http://schemas.openxmlformats.org/officeDocument/2006/relationships/extended-properties" Target="/docProps/app.xml" Id="R48633c54fd134b36"/><Relationship Type="http://schemas.openxmlformats.org/officeDocument/2006/relationships/officeDocument" Target="/ppt/presentation.xml" Id="Rccfefabd99c7430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dd2e32af54760"/>
  </p:sldMasterIdLst>
  <p:notesMasterIdLst>
    <p:notesMasterId xmlns:r="http://schemas.openxmlformats.org/officeDocument/2006/relationships" r:id="Ra0a1e8e05023462b"/>
  </p:notesMasterIdLst>
  <p:sldIdLst>
    <p:sldId xmlns:r="http://schemas.openxmlformats.org/officeDocument/2006/relationships" id="260" r:id="R640bb15e93f440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98f80b000b64034"/><Relationship Type="http://schemas.openxmlformats.org/officeDocument/2006/relationships/slideMaster" Target="/ppt/slideMasters/slideMaster1.xml" Id="Rc62dd2e32af54760"/><Relationship Type="http://schemas.openxmlformats.org/officeDocument/2006/relationships/notesMaster" Target="/ppt/notesMasters/notesMaster1.xml" Id="Ra0a1e8e05023462b"/><Relationship Type="http://schemas.openxmlformats.org/officeDocument/2006/relationships/presProps" Target="/ppt/presProps.xml" Id="R04131d18dade4c29"/><Relationship Type="http://schemas.openxmlformats.org/officeDocument/2006/relationships/tableStyles" Target="/ppt/tableStyles.xml" Id="R806215ee825044a7"/><Relationship Type="http://schemas.openxmlformats.org/officeDocument/2006/relationships/slide" Target="/ppt/slides/slide5.xml" Id="R640bb15e93f4400c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f6a0963fee64ca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30cc242d1bb8484a"/><Relationship Type="http://schemas.openxmlformats.org/officeDocument/2006/relationships/notesMaster" Target="/ppt/notesMasters/notesMaster1.xml" Id="Rce6492a74d2549ef"/></Relationship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70181ba7-3a8e-4452-9f50-ffa240cc6655.png.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fa87c7bc4a445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725b395724ca46a6"/><Relationship Type="http://schemas.openxmlformats.org/officeDocument/2006/relationships/slideLayout" Target="/ppt/slideLayouts/slideLayout1.xml" Id="Rb3adc2a7e132491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c2a7e132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c67042ac14844b5"/><Relationship Type="http://schemas.openxmlformats.org/officeDocument/2006/relationships/notesSlide" Target="/ppt/notesSlides/notesSlide5.xml" Id="Rfbb97f2a0908453c"/></Relationships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7" name="Old_Survey_Comparison — editable components"/>
          <p:cNvGrpSpPr/>
          <p:nvPr/>
        </p:nvGrpSpPr>
        <p:grpSpPr>
          <ns1:xfrm xmlns:ns1="http://schemas.openxmlformats.org/drawingml/2006/main">
            <ns1:off x="419100" y="209550"/>
            <ns1:ext cx="11353800" cy="5010150"/>
            <ns1:chOff x="419100" y="209550"/>
            <ns1:chExt cx="11353800" cy="5010150"/>
          </ns1:xfrm>
        </p:grpSpPr>
        <p:sp>
          <p:nvSpPr>
            <p:cNvPr id="76" name="">
              <a:extLst xmlns:a="http://schemas.openxmlformats.org/drawingml/2006/main">
                <a:ext uri="{FF2B5EF4-FFF2-40B4-BE49-F238E27FC236}">
                  <a16:creationId xmlns:a16="http://schemas.microsoft.com/office/drawing/2014/main" id="{6B0075B8-F051-41B6-8291-A0771B3497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209550"/>
              <a:ext cx="11334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Coverage of survey-relevant dimensions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3C6C00EE-BEE5-4BC3-AF39-1AB8A25FEE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71500"/>
              <a:ext cx="11334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Survey rows and evaluation columns use the same compact check vocabulary.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2E0E4BBC-7159-49E3-B0F0-4008E1238A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1190625"/>
              <a:ext cx="2476500" cy="552450"/>
            </a:xfrm>
            <a:prstGeom xmlns:a="http://schemas.openxmlformats.org/drawingml/2006/main" prst="roundRect">
              <a:avLst>
                <a:gd name="adj" fmla="val 13793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8D7A79D4-DD9D-4302-9B1C-B37D366631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1266825"/>
              <a:ext cx="2400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Survey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3E00C494-F5C6-456E-BD71-98F7E637FF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1190625"/>
              <a:ext cx="1190625" cy="552450"/>
            </a:xfrm>
            <a:prstGeom xmlns:a="http://schemas.openxmlformats.org/drawingml/2006/main" prst="roundRect">
              <a:avLst>
                <a:gd name="adj" fmla="val 13793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49B6916E-33FC-474D-9604-FF8AD1DB6D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86100" y="1266825"/>
              <a:ext cx="11144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System</a:t>
              </a:r>
            </a:p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boundary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BA0ABD58-C54E-43A9-9A46-8EB6A5EA87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38625" y="1190625"/>
              <a:ext cx="1190625" cy="552450"/>
            </a:xfrm>
            <a:prstGeom xmlns:a="http://schemas.openxmlformats.org/drawingml/2006/main" prst="roundRect">
              <a:avLst>
                <a:gd name="adj" fmla="val 13793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C1D628FC-10D9-4AD1-B899-B20D49E312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76725" y="1266825"/>
              <a:ext cx="11144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Recursive</a:t>
              </a:r>
            </a:p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agency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71AD1727-FAEB-451E-AB34-D0E2C514F7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1190625"/>
              <a:ext cx="1571625" cy="552450"/>
            </a:xfrm>
            <a:prstGeom xmlns:a="http://schemas.openxmlformats.org/drawingml/2006/main" prst="roundRect">
              <a:avLst>
                <a:gd name="adj" fmla="val 13793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2A9062A2-B1EB-4BF1-9EF5-EC85F0E4DE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67350" y="1266825"/>
              <a:ext cx="14954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Evaluation</a:t>
              </a:r>
            </a:p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evidence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0BB96AE0-4A2E-496A-96A1-2B11346F89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1190625"/>
              <a:ext cx="952500" cy="552450"/>
            </a:xfrm>
            <a:prstGeom xmlns:a="http://schemas.openxmlformats.org/drawingml/2006/main" prst="roundRect">
              <a:avLst>
                <a:gd name="adj" fmla="val 13793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8847048-61BB-4387-AADB-54D6FA1DCE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38975" y="1266825"/>
              <a:ext cx="876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Open</a:t>
              </a:r>
            </a:p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loop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5F19D481-C334-4B91-9739-7EADAFB46A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53375" y="1190625"/>
              <a:ext cx="762000" cy="552450"/>
            </a:xfrm>
            <a:prstGeom xmlns:a="http://schemas.openxmlformats.org/drawingml/2006/main" prst="roundRect">
              <a:avLst>
                <a:gd name="adj" fmla="val 13793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DF17EA69-4A0F-4E9D-AC49-2E7AD90B2A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91475" y="1266825"/>
              <a:ext cx="685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Pair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82F3E5F6-5E22-4E7E-B367-62AE9D52F3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1743075"/>
              <a:ext cx="24765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EE5EF9AA-26DA-4F6F-8AED-B691728692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876425"/>
              <a:ext cx="2286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General RSI survey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372E71D0-3BC2-4CDD-9371-B62AD955D6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1743075"/>
              <a:ext cx="1190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B466BDAA-2074-4B07-A885-032324B916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1838325"/>
              <a:ext cx="1190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F41C4217-E188-4878-9D59-BB1C000389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38625" y="1743075"/>
              <a:ext cx="1190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05E6B610-E931-4698-AF8F-213561CC78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38625" y="1838325"/>
              <a:ext cx="1190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92DC711A-44AE-44E6-BBA5-38D26557E2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1743075"/>
              <a:ext cx="1571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0AFE4151-549A-4472-B32E-2CEFBF4C97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1838325"/>
              <a:ext cx="1571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4A11F518-730B-4CA5-9F07-B4FA9D421E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1743075"/>
              <a:ext cx="9525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1E3989C3-C5DD-4A42-82C1-6695E41421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1838325"/>
              <a:ext cx="952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252453A6-D67D-4C03-9803-486559D661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53375" y="1743075"/>
              <a:ext cx="7620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366B49F0-EDEA-4E5A-AFEA-9C022FC107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53375" y="1838325"/>
              <a:ext cx="7620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9C2B0836-34CE-4314-B61E-06BDCBF7F4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2247900"/>
              <a:ext cx="24765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CBE08073-F0C8-47C8-85A4-7155B8EC15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381250"/>
              <a:ext cx="2286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Agentic forecasting survey</a:t>
              </a:r>
            </a:p>
          </p:txBody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06D6207F-6691-47A2-B29F-88EC69F4E6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2247900"/>
              <a:ext cx="1190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40FB5D40-50A9-44DB-BC7C-0CAB7EEC8E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2343150"/>
              <a:ext cx="1190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E3E1272E-2F4B-4CC7-8C7A-246782FD25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38625" y="2247900"/>
              <a:ext cx="1190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EC033B34-245F-45A5-AC4F-865C814850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38625" y="2343150"/>
              <a:ext cx="1190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9CDEEE4E-43EF-435B-93B1-21DEA79FE4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2247900"/>
              <a:ext cx="1571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AEBFA305-0266-4B0C-B799-1494E5400D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2343150"/>
              <a:ext cx="1571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6F9140C9-75B8-43E3-B74C-C863F902E5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2247900"/>
              <a:ext cx="9525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A00D6B5E-C8F1-4079-AA87-C0E4E29DB7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2343150"/>
              <a:ext cx="952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</a:p>
          </p:txBody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5BDB5201-BB01-47D8-AF10-9270BF641D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53375" y="2247900"/>
              <a:ext cx="7620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6618646C-6C44-4522-9E1A-AD70E1F636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53375" y="2343150"/>
              <a:ext cx="7620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FF1E171D-B0D1-475A-8468-6D8DBBF931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2752725"/>
              <a:ext cx="24765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C1E35749-EC3E-4F2E-BA43-3B32B7F8BF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886075"/>
              <a:ext cx="2286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TS Agent survey</a:t>
              </a:r>
            </a:p>
          </p:txBody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60D90C97-6E90-44C8-9AA6-BCF9DADFF9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2752725"/>
              <a:ext cx="1190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35700A7B-77D8-4AEC-AB05-0CE834455D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2847975"/>
              <a:ext cx="1190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A0BF7E1A-66A1-4CB9-989F-956720F082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38625" y="2752725"/>
              <a:ext cx="1190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E9EB6B35-B007-4F5F-8763-77B3C708A8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38625" y="2847975"/>
              <a:ext cx="1190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45" name="">
              <a:extLst xmlns:a="http://schemas.openxmlformats.org/drawingml/2006/main">
                <a:ext uri="{FF2B5EF4-FFF2-40B4-BE49-F238E27FC236}">
                  <a16:creationId xmlns:a16="http://schemas.microsoft.com/office/drawing/2014/main" id="{D15E69D6-B7F2-4E7F-A2ED-79BB9107F0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2752725"/>
              <a:ext cx="1571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46" name="">
              <a:extLst xmlns:a="http://schemas.openxmlformats.org/drawingml/2006/main">
                <a:ext uri="{FF2B5EF4-FFF2-40B4-BE49-F238E27FC236}">
                  <a16:creationId xmlns:a16="http://schemas.microsoft.com/office/drawing/2014/main" id="{2F4145B7-1FB6-4629-81AD-D7A8BF5BD3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2847975"/>
              <a:ext cx="1571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</a:p>
          </p:txBody>
        </p:sp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C982DA2E-14B9-4551-9065-C6A22971CC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2752725"/>
              <a:ext cx="9525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48" name="">
              <a:extLst xmlns:a="http://schemas.openxmlformats.org/drawingml/2006/main">
                <a:ext uri="{FF2B5EF4-FFF2-40B4-BE49-F238E27FC236}">
                  <a16:creationId xmlns:a16="http://schemas.microsoft.com/office/drawing/2014/main" id="{C313984A-4CC2-427B-A7E5-E50E87601E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2847975"/>
              <a:ext cx="952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49" name="">
              <a:extLst xmlns:a="http://schemas.openxmlformats.org/drawingml/2006/main">
                <a:ext uri="{FF2B5EF4-FFF2-40B4-BE49-F238E27FC236}">
                  <a16:creationId xmlns:a16="http://schemas.microsoft.com/office/drawing/2014/main" id="{4410EA21-F6E2-42D6-9B3D-216B1E959E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53375" y="2752725"/>
              <a:ext cx="7620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50" name="">
              <a:extLst xmlns:a="http://schemas.openxmlformats.org/drawingml/2006/main">
                <a:ext uri="{FF2B5EF4-FFF2-40B4-BE49-F238E27FC236}">
                  <a16:creationId xmlns:a16="http://schemas.microsoft.com/office/drawing/2014/main" id="{50F9D66F-94A7-490A-BA07-ABDDD38218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53375" y="2847975"/>
              <a:ext cx="7620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51" name="">
              <a:extLst xmlns:a="http://schemas.openxmlformats.org/drawingml/2006/main">
                <a:ext uri="{FF2B5EF4-FFF2-40B4-BE49-F238E27FC236}">
                  <a16:creationId xmlns:a16="http://schemas.microsoft.com/office/drawing/2014/main" id="{5041AC7D-3981-4FB9-BAD3-783D30F8C6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3257550"/>
              <a:ext cx="24765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52" name="">
              <a:extLst xmlns:a="http://schemas.openxmlformats.org/drawingml/2006/main">
                <a:ext uri="{FF2B5EF4-FFF2-40B4-BE49-F238E27FC236}">
                  <a16:creationId xmlns:a16="http://schemas.microsoft.com/office/drawing/2014/main" id="{31BA1B0F-44D1-463D-97A7-94A48921CA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3390900"/>
              <a:ext cx="2286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Harness survey</a:t>
              </a:r>
            </a:p>
          </p:txBody>
        </p:sp>
        <p:sp>
          <p:nvSpPr>
            <p:cNvPr id="53" name="">
              <a:extLst xmlns:a="http://schemas.openxmlformats.org/drawingml/2006/main">
                <a:ext uri="{FF2B5EF4-FFF2-40B4-BE49-F238E27FC236}">
                  <a16:creationId xmlns:a16="http://schemas.microsoft.com/office/drawing/2014/main" id="{3249DAE5-2897-4927-85A8-0A1EF4913C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3257550"/>
              <a:ext cx="1190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54" name="">
              <a:extLst xmlns:a="http://schemas.openxmlformats.org/drawingml/2006/main">
                <a:ext uri="{FF2B5EF4-FFF2-40B4-BE49-F238E27FC236}">
                  <a16:creationId xmlns:a16="http://schemas.microsoft.com/office/drawing/2014/main" id="{B153B03F-7E2F-41C6-960A-F41B11F5F1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3352800"/>
              <a:ext cx="1190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55" name="">
              <a:extLst xmlns:a="http://schemas.openxmlformats.org/drawingml/2006/main">
                <a:ext uri="{FF2B5EF4-FFF2-40B4-BE49-F238E27FC236}">
                  <a16:creationId xmlns:a16="http://schemas.microsoft.com/office/drawing/2014/main" id="{C2145A54-E8DC-4011-849B-F6B0A1B92A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38625" y="3257550"/>
              <a:ext cx="1190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56" name="">
              <a:extLst xmlns:a="http://schemas.openxmlformats.org/drawingml/2006/main">
                <a:ext uri="{FF2B5EF4-FFF2-40B4-BE49-F238E27FC236}">
                  <a16:creationId xmlns:a16="http://schemas.microsoft.com/office/drawing/2014/main" id="{38A3BA16-F8C0-4982-ABA6-A8C4E036DB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38625" y="3352800"/>
              <a:ext cx="1190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</a:p>
          </p:txBody>
        </p:sp>
        <p:sp>
          <p:nvSpPr>
            <p:cNvPr id="57" name="">
              <a:extLst xmlns:a="http://schemas.openxmlformats.org/drawingml/2006/main">
                <a:ext uri="{FF2B5EF4-FFF2-40B4-BE49-F238E27FC236}">
                  <a16:creationId xmlns:a16="http://schemas.microsoft.com/office/drawing/2014/main" id="{AB4573CD-9B76-48AE-B887-72951A601B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3257550"/>
              <a:ext cx="1571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58" name="">
              <a:extLst xmlns:a="http://schemas.openxmlformats.org/drawingml/2006/main">
                <a:ext uri="{FF2B5EF4-FFF2-40B4-BE49-F238E27FC236}">
                  <a16:creationId xmlns:a16="http://schemas.microsoft.com/office/drawing/2014/main" id="{38A3F140-9E7E-4141-AA85-64D66507D7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3352800"/>
              <a:ext cx="1571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59" name="">
              <a:extLst xmlns:a="http://schemas.openxmlformats.org/drawingml/2006/main">
                <a:ext uri="{FF2B5EF4-FFF2-40B4-BE49-F238E27FC236}">
                  <a16:creationId xmlns:a16="http://schemas.microsoft.com/office/drawing/2014/main" id="{FD4D1170-4495-469F-8EAD-4616F47BE6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3257550"/>
              <a:ext cx="9525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60" name="">
              <a:extLst xmlns:a="http://schemas.openxmlformats.org/drawingml/2006/main">
                <a:ext uri="{FF2B5EF4-FFF2-40B4-BE49-F238E27FC236}">
                  <a16:creationId xmlns:a16="http://schemas.microsoft.com/office/drawing/2014/main" id="{883B0A1E-F678-4372-A9B3-6F217C5078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3352800"/>
              <a:ext cx="952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61" name="">
              <a:extLst xmlns:a="http://schemas.openxmlformats.org/drawingml/2006/main">
                <a:ext uri="{FF2B5EF4-FFF2-40B4-BE49-F238E27FC236}">
                  <a16:creationId xmlns:a16="http://schemas.microsoft.com/office/drawing/2014/main" id="{58F9A84A-DA84-45D7-B083-DADAD9B15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53375" y="3257550"/>
              <a:ext cx="7620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F4F5F4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62" name="">
              <a:extLst xmlns:a="http://schemas.openxmlformats.org/drawingml/2006/main">
                <a:ext uri="{FF2B5EF4-FFF2-40B4-BE49-F238E27FC236}">
                  <a16:creationId xmlns:a16="http://schemas.microsoft.com/office/drawing/2014/main" id="{1917B53D-5D7D-4390-8F56-AFB5DEE6DF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53375" y="3352800"/>
              <a:ext cx="7620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</a:p>
          </p:txBody>
        </p:sp>
        <p:sp>
          <p:nvSpPr>
            <p:cNvPr id="63" name="">
              <a:extLst xmlns:a="http://schemas.openxmlformats.org/drawingml/2006/main">
                <a:ext uri="{FF2B5EF4-FFF2-40B4-BE49-F238E27FC236}">
                  <a16:creationId xmlns:a16="http://schemas.microsoft.com/office/drawing/2014/main" id="{00DEBCBC-E556-443E-BF37-EE8AC4ADE7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3762375"/>
              <a:ext cx="24765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64" name="">
              <a:extLst xmlns:a="http://schemas.openxmlformats.org/drawingml/2006/main">
                <a:ext uri="{FF2B5EF4-FFF2-40B4-BE49-F238E27FC236}">
                  <a16:creationId xmlns:a16="http://schemas.microsoft.com/office/drawing/2014/main" id="{310E6A97-7317-4C0A-BFB0-AFAC6A4F0D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3895725"/>
              <a:ext cx="2286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This survey</a:t>
              </a:r>
            </a:p>
          </p:txBody>
        </p:sp>
        <p:sp>
          <p:nvSpPr>
            <p:cNvPr id="65" name="">
              <a:extLst xmlns:a="http://schemas.openxmlformats.org/drawingml/2006/main">
                <a:ext uri="{FF2B5EF4-FFF2-40B4-BE49-F238E27FC236}">
                  <a16:creationId xmlns:a16="http://schemas.microsoft.com/office/drawing/2014/main" id="{C9E12754-8189-40B0-B496-C3AB7CFBB1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3762375"/>
              <a:ext cx="1190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66" name="">
              <a:extLst xmlns:a="http://schemas.openxmlformats.org/drawingml/2006/main">
                <a:ext uri="{FF2B5EF4-FFF2-40B4-BE49-F238E27FC236}">
                  <a16:creationId xmlns:a16="http://schemas.microsoft.com/office/drawing/2014/main" id="{C608CDCC-5813-4E98-AC35-1EC231C860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3857625"/>
              <a:ext cx="1190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</a:p>
          </p:txBody>
        </p:sp>
        <p:sp>
          <p:nvSpPr>
            <p:cNvPr id="67" name="">
              <a:extLst xmlns:a="http://schemas.openxmlformats.org/drawingml/2006/main">
                <a:ext uri="{FF2B5EF4-FFF2-40B4-BE49-F238E27FC236}">
                  <a16:creationId xmlns:a16="http://schemas.microsoft.com/office/drawing/2014/main" id="{B9C6E23B-6F85-4256-8A81-E3C62610E7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38625" y="3762375"/>
              <a:ext cx="1190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68" name="">
              <a:extLst xmlns:a="http://schemas.openxmlformats.org/drawingml/2006/main">
                <a:ext uri="{FF2B5EF4-FFF2-40B4-BE49-F238E27FC236}">
                  <a16:creationId xmlns:a16="http://schemas.microsoft.com/office/drawing/2014/main" id="{430D4E86-B9E7-4E54-86CF-39A98AE54C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38625" y="3857625"/>
              <a:ext cx="1190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69" name="">
              <a:extLst xmlns:a="http://schemas.openxmlformats.org/drawingml/2006/main">
                <a:ext uri="{FF2B5EF4-FFF2-40B4-BE49-F238E27FC236}">
                  <a16:creationId xmlns:a16="http://schemas.microsoft.com/office/drawing/2014/main" id="{B41FB16D-7195-4434-AB0F-6DBD59821B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3762375"/>
              <a:ext cx="1571625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70" name="">
              <a:extLst xmlns:a="http://schemas.openxmlformats.org/drawingml/2006/main">
                <a:ext uri="{FF2B5EF4-FFF2-40B4-BE49-F238E27FC236}">
                  <a16:creationId xmlns:a16="http://schemas.microsoft.com/office/drawing/2014/main" id="{B0DC838C-214B-4011-9F4C-385338F1CD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3857625"/>
              <a:ext cx="157162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71" name="">
              <a:extLst xmlns:a="http://schemas.openxmlformats.org/drawingml/2006/main">
                <a:ext uri="{FF2B5EF4-FFF2-40B4-BE49-F238E27FC236}">
                  <a16:creationId xmlns:a16="http://schemas.microsoft.com/office/drawing/2014/main" id="{C6059774-710B-4480-908B-B7700C3F71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3762375"/>
              <a:ext cx="9525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72" name="">
              <a:extLst xmlns:a="http://schemas.openxmlformats.org/drawingml/2006/main">
                <a:ext uri="{FF2B5EF4-FFF2-40B4-BE49-F238E27FC236}">
                  <a16:creationId xmlns:a16="http://schemas.microsoft.com/office/drawing/2014/main" id="{6F684418-2AA5-4F51-AA28-6149F7AC14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3857625"/>
              <a:ext cx="952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—</a:t>
              </a:r>
            </a:p>
          </p:txBody>
        </p:sp>
        <p:sp>
          <p:nvSpPr>
            <p:cNvPr id="73" name="">
              <a:extLst xmlns:a="http://schemas.openxmlformats.org/drawingml/2006/main">
                <a:ext uri="{FF2B5EF4-FFF2-40B4-BE49-F238E27FC236}">
                  <a16:creationId xmlns:a16="http://schemas.microsoft.com/office/drawing/2014/main" id="{60B11CBC-715C-42E8-9386-0D28771765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53375" y="3762375"/>
              <a:ext cx="762000" cy="504825"/>
            </a:xfrm>
            <a:prstGeom xmlns:a="http://schemas.openxmlformats.org/drawingml/2006/main" prst="roundRect">
              <a:avLst>
                <a:gd name="adj" fmla="val 15094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74" name="">
              <a:extLst xmlns:a="http://schemas.openxmlformats.org/drawingml/2006/main">
                <a:ext uri="{FF2B5EF4-FFF2-40B4-BE49-F238E27FC236}">
                  <a16:creationId xmlns:a16="http://schemas.microsoft.com/office/drawing/2014/main" id="{47E35665-57BA-4BCD-A5C9-E9634558FE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53375" y="3857625"/>
              <a:ext cx="7620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75" name="">
              <a:extLst xmlns:a="http://schemas.openxmlformats.org/drawingml/2006/main">
                <a:ext uri="{FF2B5EF4-FFF2-40B4-BE49-F238E27FC236}">
                  <a16:creationId xmlns:a16="http://schemas.microsoft.com/office/drawing/2014/main" id="{E1320B90-BFBA-4B82-9A47-96CAD33380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4762500"/>
              <a:ext cx="10096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✓ reported   △ partial   — not explicit. The comparison is descriptive and follows the source survey’s stated scope.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0917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2026-10-02T06:46:01.5890000Z</dcterms:created>
  <dcterms:modified xsi:type="dcterms:W3CDTF">2026-10-02T06:46:01.5890000Z</dcterms:modified>
</coreProperties>
</file>