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87d5a4c041734b7e"/><Relationship Type="http://schemas.openxmlformats.org/officeDocument/2006/relationships/extended-properties" Target="/docProps/app.xml" Id="R48633c54fd134b36"/><Relationship Type="http://schemas.openxmlformats.org/officeDocument/2006/relationships/officeDocument" Target="/ppt/presentation.xml" Id="Rccfefabd99c74304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2dd2e32af54760"/>
  </p:sldMasterIdLst>
  <p:notesMasterIdLst>
    <p:notesMasterId xmlns:r="http://schemas.openxmlformats.org/officeDocument/2006/relationships" r:id="Ra0a1e8e05023462b"/>
  </p:notesMasterIdLst>
  <p:sldIdLst>
    <p:sldId xmlns:r="http://schemas.openxmlformats.org/officeDocument/2006/relationships" id="256" r:id="Rd1305feb30af4b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498f80b000b64034"/><Relationship Type="http://schemas.openxmlformats.org/officeDocument/2006/relationships/slideMaster" Target="/ppt/slideMasters/slideMaster1.xml" Id="Rc62dd2e32af54760"/><Relationship Type="http://schemas.openxmlformats.org/officeDocument/2006/relationships/notesMaster" Target="/ppt/notesMasters/notesMaster1.xml" Id="Ra0a1e8e05023462b"/><Relationship Type="http://schemas.openxmlformats.org/officeDocument/2006/relationships/presProps" Target="/ppt/presProps.xml" Id="R04131d18dade4c29"/><Relationship Type="http://schemas.openxmlformats.org/officeDocument/2006/relationships/tableStyles" Target="/ppt/tableStyles.xml" Id="R806215ee825044a7"/><Relationship Type="http://schemas.openxmlformats.org/officeDocument/2006/relationships/slide" Target="/ppt/slides/slide1.xml" Id="Rd1305feb30af4bb8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7f6a0963fee64ca7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79f983c1876e455f"/><Relationship Type="http://schemas.openxmlformats.org/officeDocument/2006/relationships/notesMaster" Target="/ppt/notesMasters/notesMaster1.xml" Id="Rf7d6e62ed41c499e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RSI reference screenshot: 03514d1b-0ebc-4946-8261-3b775509d1f7.png. This slide uses native PowerPoint text, shapes, lines, and connectors; it is a visual study, not the source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8fa87c7bc4a44575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725b395724ca46a6"/><Relationship Type="http://schemas.openxmlformats.org/officeDocument/2006/relationships/slideLayout" Target="/ppt/slideLayouts/slideLayout1.xml" Id="Rb3adc2a7e1324915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adc2a7e13249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05e1d664c56496e"/><Relationship Type="http://schemas.openxmlformats.org/officeDocument/2006/relationships/notesSlide" Target="/ppt/notesSlides/notesSlide1.xml" Id="R9791a5ed204c457f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91" name="Old_Module_Timeline — editable components"/>
          <p:cNvGrpSpPr/>
          <p:nvPr/>
        </p:nvGrpSpPr>
        <p:grpSpPr>
          <ns1:xfrm xmlns:ns1="http://schemas.openxmlformats.org/drawingml/2006/main">
            <ns1:off x="419100" y="209550"/>
            <ns1:ext cx="11353800" cy="5743575"/>
            <ns1:chOff x="419100" y="209550"/>
            <ns1:chExt cx="11353800" cy="5743575"/>
          </ns1:xfrm>
        </p:grpSpPr>
        <p:sp>
          <p:nvSpPr>
            <p:cNvPr id="98" name="">
              <a:extLst xmlns:a="http://schemas.openxmlformats.org/drawingml/2006/main">
                <a:ext uri="{FF2B5EF4-FFF2-40B4-BE49-F238E27FC236}">
                  <a16:creationId xmlns:a16="http://schemas.microsoft.com/office/drawing/2014/main" id="{C964CC8F-D356-4907-AAE9-09B6D4DF044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209550"/>
              <a:ext cx="1133475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22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2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Module-level contributions across the reviewed corpus</a:t>
              </a:r>
            </a:p>
          </p:txBody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83F70E87-6BB5-449D-AAA9-28E0786DAB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" y="571500"/>
              <a:ext cx="11334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0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Cumulative module counts on a logarithmic scale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D4946AC1-9445-405F-902C-A5C4D3E1A2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5334000"/>
              <a:ext cx="9906000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5505A"/>
            </a:solidFill>
            <a:ln xmlns:a="http://schemas.openxmlformats.org/drawingml/2006/main" w="0">
              <a:solidFill>
                <a:srgbClr val="45505A"/>
              </a:solidFill>
              <a:prstDash val="solid"/>
            </a:ln>
          </p:spPr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458EDBCD-DD10-4097-B720-6D5173ECB3A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1619250"/>
              <a:ext cx="19050" cy="37147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5505A"/>
            </a:solidFill>
            <a:ln xmlns:a="http://schemas.openxmlformats.org/drawingml/2006/main" w="0">
              <a:solidFill>
                <a:srgbClr val="45505A"/>
              </a:solidFill>
              <a:prstDash val="solid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4DD136EC-E21B-4B36-8C08-5CEA5834D6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6300" y="5334000"/>
              <a:ext cx="762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5505A"/>
            </a:solidFill>
            <a:ln xmlns:a="http://schemas.openxmlformats.org/drawingml/2006/main" w="0">
              <a:solidFill>
                <a:srgbClr val="45505A"/>
              </a:solidFill>
              <a:prstDash val="solid"/>
            </a:ln>
          </p:spPr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972D878C-285C-4752-A009-A3988917025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5219700"/>
              <a:ext cx="428625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02A91026-AEE0-44BA-9709-C939AB5416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6300" y="3952875"/>
              <a:ext cx="762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5505A"/>
            </a:solidFill>
            <a:ln xmlns:a="http://schemas.openxmlformats.org/drawingml/2006/main" w="0">
              <a:solidFill>
                <a:srgbClr val="45505A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9A1F7B65-E724-4FF5-BC5F-6BA1A882CF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3838575"/>
              <a:ext cx="428625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10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DAF152FD-505F-4C80-B71B-09A4311422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6300" y="2571750"/>
              <a:ext cx="762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5505A"/>
            </a:solidFill>
            <a:ln xmlns:a="http://schemas.openxmlformats.org/drawingml/2006/main" w="0">
              <a:solidFill>
                <a:srgbClr val="45505A"/>
              </a:solidFill>
              <a:prstDash val="solid"/>
            </a:ln>
          </p:spPr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1E7CB9B6-91E1-430E-ADDB-A1BE31A42E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2457450"/>
              <a:ext cx="428625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100</a:t>
              </a:r>
            </a:p>
          </p:txBody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F6768E9F-42DD-4BCD-8279-D6D4A3FCA7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5486400"/>
              <a:ext cx="714375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675" b="0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75" b="0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Oct 2023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48E4C429-0E30-4861-B32A-99A04638204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7375" y="5486400"/>
              <a:ext cx="714375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675" b="0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75" b="0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Feb 2024</a:t>
              </a:r>
            </a:p>
          </p:txBody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46AF64D8-0C08-473E-B382-5020028A47C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95625" y="5486400"/>
              <a:ext cx="714375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675" b="0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75" b="0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Jun 2024</a:t>
              </a:r>
            </a:p>
          </p:txBody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DA32B7B5-DF04-44B8-AF53-52DAC35144F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33875" y="5486400"/>
              <a:ext cx="714375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675" b="0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75" b="0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Oct 2024</a:t>
              </a:r>
            </a:p>
          </p:txBody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418502FD-1FE6-444F-BE50-E5E5FE2071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72125" y="5486400"/>
              <a:ext cx="714375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675" b="0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75" b="0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Feb 2025</a:t>
              </a:r>
            </a:p>
          </p:txBody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1F0149B9-9EBE-49D3-808D-08EB4E422C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10375" y="5486400"/>
              <a:ext cx="714375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675" b="0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75" b="0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Jun 2025</a:t>
              </a:r>
            </a:p>
          </p:txBody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6EC06723-270D-4969-ABE2-6D66DCF35D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48625" y="5486400"/>
              <a:ext cx="714375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675" b="0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75" b="0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Oct 2025</a:t>
              </a:r>
            </a:p>
          </p:txBody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05E224EB-273D-4779-BF13-08B698EAEC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86875" y="5486400"/>
              <a:ext cx="714375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675" b="0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75" b="0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Feb 2026</a:t>
              </a:r>
            </a:p>
          </p:txBody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F1CB2F19-5001-4669-B34C-8A7BCD5EC7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525125" y="5486400"/>
              <a:ext cx="714375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675" b="0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75" b="0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Jun 2026</a:t>
              </a:r>
            </a:p>
          </p:txBody>
        </p: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AC4DD9C6-C0A7-4B8A-B9B6-736C905276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4875" y="5212080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47B24"/>
            </a:solidFill>
            <a:ln xmlns:a="http://schemas.openxmlformats.org/drawingml/2006/main" w="0">
              <a:solidFill>
                <a:srgbClr val="B47B24"/>
              </a:solidFill>
              <a:prstDash val="solid"/>
            </a:ln>
          </p:spPr>
        </p: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12DD7830-92BE-49E8-8467-B9D5650E3B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43125" y="5212080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47B24"/>
            </a:solidFill>
            <a:ln xmlns:a="http://schemas.openxmlformats.org/drawingml/2006/main" w="0">
              <a:solidFill>
                <a:srgbClr val="B47B24"/>
              </a:solidFill>
              <a:prstDash val="solid"/>
            </a:ln>
          </p:spPr>
        </p:sp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538EB5A7-1918-459B-9C1C-12357E79B9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81375" y="5212080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47B24"/>
            </a:solidFill>
            <a:ln xmlns:a="http://schemas.openxmlformats.org/drawingml/2006/main" w="0">
              <a:solidFill>
                <a:srgbClr val="B47B24"/>
              </a:solidFill>
              <a:prstDash val="solid"/>
            </a:ln>
          </p:spPr>
        </p: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166881D9-86BD-4543-89E7-1330350FEC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9625" y="4914900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47B24"/>
            </a:solidFill>
            <a:ln xmlns:a="http://schemas.openxmlformats.org/drawingml/2006/main" w="0">
              <a:solidFill>
                <a:srgbClr val="B47B24"/>
              </a:solidFill>
              <a:prstDash val="solid"/>
            </a:ln>
          </p:spPr>
        </p:sp>
        <p:sp>
          <p:nvSpPr>
            <p:cNvPr id="24" name="">
              <a:extLst xmlns:a="http://schemas.openxmlformats.org/drawingml/2006/main">
                <a:ext uri="{FF2B5EF4-FFF2-40B4-BE49-F238E27FC236}">
                  <a16:creationId xmlns:a16="http://schemas.microsoft.com/office/drawing/2014/main" id="{ED53A625-2759-4B09-8FF0-E5F79CDF63F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57875" y="4914900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47B24"/>
            </a:solidFill>
            <a:ln xmlns:a="http://schemas.openxmlformats.org/drawingml/2006/main" w="0">
              <a:solidFill>
                <a:srgbClr val="B47B24"/>
              </a:solidFill>
              <a:prstDash val="solid"/>
            </a:ln>
          </p:spPr>
        </p:sp>
        <p:sp>
          <p:nvSpPr>
            <p:cNvPr id="25" name="">
              <a:extLst xmlns:a="http://schemas.openxmlformats.org/drawingml/2006/main">
                <a:ext uri="{FF2B5EF4-FFF2-40B4-BE49-F238E27FC236}">
                  <a16:creationId xmlns:a16="http://schemas.microsoft.com/office/drawing/2014/main" id="{D488473B-42EA-4FAD-B65C-D8C3D29256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96125" y="4469130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47B24"/>
            </a:solidFill>
            <a:ln xmlns:a="http://schemas.openxmlformats.org/drawingml/2006/main" w="0">
              <a:solidFill>
                <a:srgbClr val="B47B24"/>
              </a:solidFill>
              <a:prstDash val="solid"/>
            </a:ln>
          </p:spPr>
        </p:sp>
        <p:sp>
          <p:nvSpPr>
            <p:cNvPr id="26" name="">
              <a:extLst xmlns:a="http://schemas.openxmlformats.org/drawingml/2006/main">
                <a:ext uri="{FF2B5EF4-FFF2-40B4-BE49-F238E27FC236}">
                  <a16:creationId xmlns:a16="http://schemas.microsoft.com/office/drawing/2014/main" id="{B26C8BC7-5CD3-4BDA-8151-A47792DF6A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34375" y="4171950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47B24"/>
            </a:solidFill>
            <a:ln xmlns:a="http://schemas.openxmlformats.org/drawingml/2006/main" w="0">
              <a:solidFill>
                <a:srgbClr val="B47B24"/>
              </a:solidFill>
              <a:prstDash val="solid"/>
            </a:ln>
          </p:spPr>
        </p:sp>
        <p:sp>
          <p:nvSpPr>
            <p:cNvPr id="27" name="">
              <a:extLst xmlns:a="http://schemas.openxmlformats.org/drawingml/2006/main">
                <a:ext uri="{FF2B5EF4-FFF2-40B4-BE49-F238E27FC236}">
                  <a16:creationId xmlns:a16="http://schemas.microsoft.com/office/drawing/2014/main" id="{1E246210-47CB-41CD-B4AB-56C8C65D96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72625" y="3911918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47B24"/>
            </a:solidFill>
            <a:ln xmlns:a="http://schemas.openxmlformats.org/drawingml/2006/main" w="0">
              <a:solidFill>
                <a:srgbClr val="B47B24"/>
              </a:solidFill>
              <a:prstDash val="solid"/>
            </a:ln>
          </p:spPr>
        </p:sp>
        <p:sp>
          <p:nvSpPr>
            <p:cNvPr id="28" name="">
              <a:extLst xmlns:a="http://schemas.openxmlformats.org/drawingml/2006/main">
                <a:ext uri="{FF2B5EF4-FFF2-40B4-BE49-F238E27FC236}">
                  <a16:creationId xmlns:a16="http://schemas.microsoft.com/office/drawing/2014/main" id="{1E8D850C-17A4-41FA-8175-FBD477ED2A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10875" y="350329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47B24"/>
            </a:solidFill>
            <a:ln xmlns:a="http://schemas.openxmlformats.org/drawingml/2006/main" w="0">
              <a:solidFill>
                <a:srgbClr val="B47B24"/>
              </a:solidFill>
              <a:prstDash val="solid"/>
            </a:ln>
          </p:spPr>
        </p:sp>
        <p:cxnSp>
          <p:nvCxnSpPr>
            <p:cNvPr id="126" name=""/>
            <p:cNvCxnSpPr>
              <a:stCxn xmlns:a="http://schemas.openxmlformats.org/drawingml/2006/main" id="20" idx="6"/>
              <a:endCxn xmlns:a="http://schemas.openxmlformats.org/drawingml/2006/main" id="21" idx="2"/>
            </p:cNvCxnSpPr>
            <p:nvPr/>
          </p:nvCxnSpPr>
          <p:spPr>
            <a:xfrm xmlns:a="http://schemas.openxmlformats.org/drawingml/2006/main">
              <a:off x="1000125" y="5259705"/>
              <a:ext cx="11430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B47B24"/>
              </a:solidFill>
              <a:prstDash val="solid"/>
              <a:headEnd type="arrow" w="sm" len="sm"/>
            </a:ln>
          </p:spPr>
        </p:cxnSp>
        <p:cxnSp>
          <p:nvCxnSpPr>
            <p:cNvPr id="127" name=""/>
            <p:cNvCxnSpPr>
              <a:stCxn xmlns:a="http://schemas.openxmlformats.org/drawingml/2006/main" id="21" idx="6"/>
              <a:endCxn xmlns:a="http://schemas.openxmlformats.org/drawingml/2006/main" id="22" idx="2"/>
            </p:cNvCxnSpPr>
            <p:nvPr/>
          </p:nvCxnSpPr>
          <p:spPr>
            <a:xfrm xmlns:a="http://schemas.openxmlformats.org/drawingml/2006/main">
              <a:off x="2238375" y="5259705"/>
              <a:ext cx="11430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B47B24"/>
              </a:solidFill>
              <a:prstDash val="solid"/>
              <a:headEnd type="arrow" w="sm" len="sm"/>
            </a:ln>
          </p:spPr>
        </p:cxnSp>
        <p:cxnSp>
          <p:nvCxnSpPr>
            <p:cNvPr id="128" name=""/>
            <p:cNvCxnSpPr>
              <a:stCxn xmlns:a="http://schemas.openxmlformats.org/drawingml/2006/main" id="22" idx="6"/>
              <a:endCxn xmlns:a="http://schemas.openxmlformats.org/drawingml/2006/main" id="23" idx="2"/>
            </p:cNvCxnSpPr>
            <p:nvPr/>
          </p:nvCxnSpPr>
          <p:spPr>
            <a:xfrm xmlns:a="http://schemas.openxmlformats.org/drawingml/2006/main" flipV="1">
              <a:off x="3476625" y="4962525"/>
              <a:ext cx="1143000" cy="297180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B47B24"/>
              </a:solidFill>
              <a:prstDash val="solid"/>
              <a:headEnd type="arrow" w="sm" len="sm"/>
            </a:ln>
          </p:spPr>
        </p:cxnSp>
        <p:cxnSp>
          <p:nvCxnSpPr>
            <p:cNvPr id="129" name=""/>
            <p:cNvCxnSpPr>
              <a:stCxn xmlns:a="http://schemas.openxmlformats.org/drawingml/2006/main" id="23" idx="6"/>
              <a:endCxn xmlns:a="http://schemas.openxmlformats.org/drawingml/2006/main" id="24" idx="2"/>
            </p:cNvCxnSpPr>
            <p:nvPr/>
          </p:nvCxnSpPr>
          <p:spPr>
            <a:xfrm xmlns:a="http://schemas.openxmlformats.org/drawingml/2006/main">
              <a:off x="4714875" y="4962525"/>
              <a:ext cx="11430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B47B24"/>
              </a:solidFill>
              <a:prstDash val="solid"/>
              <a:headEnd type="arrow" w="sm" len="sm"/>
            </a:ln>
          </p:spPr>
        </p:cxnSp>
        <p:cxnSp>
          <p:nvCxnSpPr>
            <p:cNvPr id="130" name=""/>
            <p:cNvCxnSpPr>
              <a:stCxn xmlns:a="http://schemas.openxmlformats.org/drawingml/2006/main" id="24" idx="6"/>
              <a:endCxn xmlns:a="http://schemas.openxmlformats.org/drawingml/2006/main" id="25" idx="2"/>
            </p:cNvCxnSpPr>
            <p:nvPr/>
          </p:nvCxnSpPr>
          <p:spPr>
            <a:xfrm xmlns:a="http://schemas.openxmlformats.org/drawingml/2006/main" flipV="1">
              <a:off x="5953125" y="4516755"/>
              <a:ext cx="1143000" cy="445770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B47B24"/>
              </a:solidFill>
              <a:prstDash val="solid"/>
              <a:headEnd type="arrow" w="sm" len="sm"/>
            </a:ln>
          </p:spPr>
        </p:cxnSp>
        <p:cxnSp>
          <p:nvCxnSpPr>
            <p:cNvPr id="131" name=""/>
            <p:cNvCxnSpPr>
              <a:stCxn xmlns:a="http://schemas.openxmlformats.org/drawingml/2006/main" id="25" idx="6"/>
              <a:endCxn xmlns:a="http://schemas.openxmlformats.org/drawingml/2006/main" id="26" idx="2"/>
            </p:cNvCxnSpPr>
            <p:nvPr/>
          </p:nvCxnSpPr>
          <p:spPr>
            <a:xfrm xmlns:a="http://schemas.openxmlformats.org/drawingml/2006/main" flipV="1">
              <a:off x="7191375" y="4219575"/>
              <a:ext cx="1143000" cy="297180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B47B24"/>
              </a:solidFill>
              <a:prstDash val="solid"/>
              <a:headEnd type="arrow" w="sm" len="sm"/>
            </a:ln>
          </p:spPr>
        </p:cxnSp>
        <p:cxnSp>
          <p:nvCxnSpPr>
            <p:cNvPr id="132" name=""/>
            <p:cNvCxnSpPr>
              <a:stCxn xmlns:a="http://schemas.openxmlformats.org/drawingml/2006/main" id="26" idx="6"/>
              <a:endCxn xmlns:a="http://schemas.openxmlformats.org/drawingml/2006/main" id="27" idx="2"/>
            </p:cNvCxnSpPr>
            <p:nvPr/>
          </p:nvCxnSpPr>
          <p:spPr>
            <a:xfrm xmlns:a="http://schemas.openxmlformats.org/drawingml/2006/main" flipV="1">
              <a:off x="8429625" y="3959543"/>
              <a:ext cx="1143000" cy="260032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B47B24"/>
              </a:solidFill>
              <a:prstDash val="solid"/>
              <a:headEnd type="arrow" w="sm" len="sm"/>
            </a:ln>
          </p:spPr>
        </p:cxnSp>
        <p:cxnSp>
          <p:nvCxnSpPr>
            <p:cNvPr id="133" name=""/>
            <p:cNvCxnSpPr>
              <a:stCxn xmlns:a="http://schemas.openxmlformats.org/drawingml/2006/main" id="27" idx="6"/>
              <a:endCxn xmlns:a="http://schemas.openxmlformats.org/drawingml/2006/main" id="28" idx="2"/>
            </p:cNvCxnSpPr>
            <p:nvPr/>
          </p:nvCxnSpPr>
          <p:spPr>
            <a:xfrm xmlns:a="http://schemas.openxmlformats.org/drawingml/2006/main" flipV="1">
              <a:off x="9667875" y="3550920"/>
              <a:ext cx="1143000" cy="408623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B47B24"/>
              </a:solidFill>
              <a:prstDash val="solid"/>
              <a:headEnd type="arrow" w="sm" len="sm"/>
            </a:ln>
          </p:spPr>
        </p:cxnSp>
        <p:sp>
          <p:nvSpPr>
            <p:cNvPr id="37" name="">
              <a:extLst xmlns:a="http://schemas.openxmlformats.org/drawingml/2006/main">
                <a:ext uri="{FF2B5EF4-FFF2-40B4-BE49-F238E27FC236}">
                  <a16:creationId xmlns:a16="http://schemas.microsoft.com/office/drawing/2014/main" id="{9E5E0A19-BAE2-4530-BE28-CDFF1A3B97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10500" y="933450"/>
              <a:ext cx="228600" cy="28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47B24"/>
            </a:solidFill>
            <a:ln xmlns:a="http://schemas.openxmlformats.org/drawingml/2006/main" w="0">
              <a:solidFill>
                <a:srgbClr val="B47B24"/>
              </a:solidFill>
              <a:prstDash val="solid"/>
            </a:ln>
          </p:spPr>
        </p:sp>
        <p:sp>
          <p:nvSpPr>
            <p:cNvPr id="38" name="">
              <a:extLst xmlns:a="http://schemas.openxmlformats.org/drawingml/2006/main">
                <a:ext uri="{FF2B5EF4-FFF2-40B4-BE49-F238E27FC236}">
                  <a16:creationId xmlns:a16="http://schemas.microsoft.com/office/drawing/2014/main" id="{8A6BD0C7-05C8-4164-8C64-84F3383AAA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96250" y="857250"/>
              <a:ext cx="2333625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General Time-Series Harness</a:t>
              </a:r>
            </a:p>
          </p:txBody>
        </p:sp>
        <p:sp>
          <p:nvSpPr>
            <p:cNvPr id="39" name="">
              <a:extLst xmlns:a="http://schemas.openxmlformats.org/drawingml/2006/main">
                <a:ext uri="{FF2B5EF4-FFF2-40B4-BE49-F238E27FC236}">
                  <a16:creationId xmlns:a16="http://schemas.microsoft.com/office/drawing/2014/main" id="{256A65E9-A07F-4575-9E95-62FAA026B5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4875" y="5212080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40" name="">
              <a:extLst xmlns:a="http://schemas.openxmlformats.org/drawingml/2006/main">
                <a:ext uri="{FF2B5EF4-FFF2-40B4-BE49-F238E27FC236}">
                  <a16:creationId xmlns:a16="http://schemas.microsoft.com/office/drawing/2014/main" id="{89AC74B3-0882-4E70-9E43-A0B68CECFD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43125" y="4171950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41" name="">
              <a:extLst xmlns:a="http://schemas.openxmlformats.org/drawingml/2006/main">
                <a:ext uri="{FF2B5EF4-FFF2-40B4-BE49-F238E27FC236}">
                  <a16:creationId xmlns:a16="http://schemas.microsoft.com/office/drawing/2014/main" id="{7EDE9560-19C5-495C-94DF-50A5A47E7D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81375" y="4023360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42" name="">
              <a:extLst xmlns:a="http://schemas.openxmlformats.org/drawingml/2006/main">
                <a:ext uri="{FF2B5EF4-FFF2-40B4-BE49-F238E27FC236}">
                  <a16:creationId xmlns:a16="http://schemas.microsoft.com/office/drawing/2014/main" id="{3D61C67D-CD55-4E16-9B98-CB78936818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9625" y="3911918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43" name="">
              <a:extLst xmlns:a="http://schemas.openxmlformats.org/drawingml/2006/main">
                <a:ext uri="{FF2B5EF4-FFF2-40B4-BE49-F238E27FC236}">
                  <a16:creationId xmlns:a16="http://schemas.microsoft.com/office/drawing/2014/main" id="{4F6BCE07-C815-4110-9599-04A03C7C71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57875" y="350329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44" name="">
              <a:extLst xmlns:a="http://schemas.openxmlformats.org/drawingml/2006/main">
                <a:ext uri="{FF2B5EF4-FFF2-40B4-BE49-F238E27FC236}">
                  <a16:creationId xmlns:a16="http://schemas.microsoft.com/office/drawing/2014/main" id="{572FAE5F-DA8C-4BE5-8FF5-401D19160F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96125" y="3243263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45" name="">
              <a:extLst xmlns:a="http://schemas.openxmlformats.org/drawingml/2006/main">
                <a:ext uri="{FF2B5EF4-FFF2-40B4-BE49-F238E27FC236}">
                  <a16:creationId xmlns:a16="http://schemas.microsoft.com/office/drawing/2014/main" id="{95B555A2-62C3-49C2-A439-152C5871F7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34375" y="290893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46" name="">
              <a:extLst xmlns:a="http://schemas.openxmlformats.org/drawingml/2006/main">
                <a:ext uri="{FF2B5EF4-FFF2-40B4-BE49-F238E27FC236}">
                  <a16:creationId xmlns:a16="http://schemas.microsoft.com/office/drawing/2014/main" id="{4F12D3D3-0B71-454E-988D-7694028D043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72625" y="261175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47" name="">
              <a:extLst xmlns:a="http://schemas.openxmlformats.org/drawingml/2006/main">
                <a:ext uri="{FF2B5EF4-FFF2-40B4-BE49-F238E27FC236}">
                  <a16:creationId xmlns:a16="http://schemas.microsoft.com/office/drawing/2014/main" id="{7C6C5DA8-CF6C-4F69-8788-CF7ED87145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10875" y="2240280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cxnSp>
          <p:nvCxnSpPr>
            <p:cNvPr id="145" name=""/>
            <p:cNvCxnSpPr>
              <a:stCxn xmlns:a="http://schemas.openxmlformats.org/drawingml/2006/main" id="39" idx="6"/>
              <a:endCxn xmlns:a="http://schemas.openxmlformats.org/drawingml/2006/main" id="40" idx="2"/>
            </p:cNvCxnSpPr>
            <p:nvPr/>
          </p:nvCxnSpPr>
          <p:spPr>
            <a:xfrm xmlns:a="http://schemas.openxmlformats.org/drawingml/2006/main" flipV="1">
              <a:off x="1000125" y="4219575"/>
              <a:ext cx="1143000" cy="1040130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6B9F80"/>
              </a:solidFill>
              <a:prstDash val="solid"/>
              <a:headEnd type="arrow" w="sm" len="sm"/>
            </a:ln>
          </p:spPr>
        </p:cxnSp>
        <p:cxnSp>
          <p:nvCxnSpPr>
            <p:cNvPr id="146" name=""/>
            <p:cNvCxnSpPr>
              <a:stCxn xmlns:a="http://schemas.openxmlformats.org/drawingml/2006/main" id="40" idx="6"/>
              <a:endCxn xmlns:a="http://schemas.openxmlformats.org/drawingml/2006/main" id="41" idx="2"/>
            </p:cNvCxnSpPr>
            <p:nvPr/>
          </p:nvCxnSpPr>
          <p:spPr>
            <a:xfrm xmlns:a="http://schemas.openxmlformats.org/drawingml/2006/main" flipV="1">
              <a:off x="2238375" y="4070985"/>
              <a:ext cx="1143000" cy="148590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6B9F80"/>
              </a:solidFill>
              <a:prstDash val="solid"/>
              <a:headEnd type="arrow" w="sm" len="sm"/>
            </a:ln>
          </p:spPr>
        </p:cxnSp>
        <p:cxnSp>
          <p:nvCxnSpPr>
            <p:cNvPr id="147" name=""/>
            <p:cNvCxnSpPr>
              <a:stCxn xmlns:a="http://schemas.openxmlformats.org/drawingml/2006/main" id="41" idx="6"/>
              <a:endCxn xmlns:a="http://schemas.openxmlformats.org/drawingml/2006/main" id="42" idx="2"/>
            </p:cNvCxnSpPr>
            <p:nvPr/>
          </p:nvCxnSpPr>
          <p:spPr>
            <a:xfrm xmlns:a="http://schemas.openxmlformats.org/drawingml/2006/main" flipV="1">
              <a:off x="3476625" y="3959543"/>
              <a:ext cx="1143000" cy="111442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6B9F80"/>
              </a:solidFill>
              <a:prstDash val="solid"/>
              <a:headEnd type="arrow" w="sm" len="sm"/>
            </a:ln>
          </p:spPr>
        </p:cxnSp>
        <p:cxnSp>
          <p:nvCxnSpPr>
            <p:cNvPr id="148" name=""/>
            <p:cNvCxnSpPr>
              <a:stCxn xmlns:a="http://schemas.openxmlformats.org/drawingml/2006/main" id="42" idx="6"/>
              <a:endCxn xmlns:a="http://schemas.openxmlformats.org/drawingml/2006/main" id="43" idx="2"/>
            </p:cNvCxnSpPr>
            <p:nvPr/>
          </p:nvCxnSpPr>
          <p:spPr>
            <a:xfrm xmlns:a="http://schemas.openxmlformats.org/drawingml/2006/main" flipV="1">
              <a:off x="4714875" y="3550920"/>
              <a:ext cx="1143000" cy="408623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6B9F80"/>
              </a:solidFill>
              <a:prstDash val="solid"/>
              <a:headEnd type="arrow" w="sm" len="sm"/>
            </a:ln>
          </p:spPr>
        </p:cxnSp>
        <p:cxnSp>
          <p:nvCxnSpPr>
            <p:cNvPr id="149" name=""/>
            <p:cNvCxnSpPr>
              <a:stCxn xmlns:a="http://schemas.openxmlformats.org/drawingml/2006/main" id="43" idx="6"/>
              <a:endCxn xmlns:a="http://schemas.openxmlformats.org/drawingml/2006/main" id="44" idx="2"/>
            </p:cNvCxnSpPr>
            <p:nvPr/>
          </p:nvCxnSpPr>
          <p:spPr>
            <a:xfrm xmlns:a="http://schemas.openxmlformats.org/drawingml/2006/main" flipV="1">
              <a:off x="5953125" y="3290888"/>
              <a:ext cx="1143000" cy="260032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6B9F80"/>
              </a:solidFill>
              <a:prstDash val="solid"/>
              <a:headEnd type="arrow" w="sm" len="sm"/>
            </a:ln>
          </p:spPr>
        </p:cxnSp>
        <p:cxnSp>
          <p:nvCxnSpPr>
            <p:cNvPr id="150" name=""/>
            <p:cNvCxnSpPr>
              <a:stCxn xmlns:a="http://schemas.openxmlformats.org/drawingml/2006/main" id="44" idx="6"/>
              <a:endCxn xmlns:a="http://schemas.openxmlformats.org/drawingml/2006/main" id="45" idx="2"/>
            </p:cNvCxnSpPr>
            <p:nvPr/>
          </p:nvCxnSpPr>
          <p:spPr>
            <a:xfrm xmlns:a="http://schemas.openxmlformats.org/drawingml/2006/main" flipV="1">
              <a:off x="7191375" y="2956560"/>
              <a:ext cx="1143000" cy="334328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6B9F80"/>
              </a:solidFill>
              <a:prstDash val="solid"/>
              <a:headEnd type="arrow" w="sm" len="sm"/>
            </a:ln>
          </p:spPr>
        </p:cxnSp>
        <p:cxnSp>
          <p:nvCxnSpPr>
            <p:cNvPr id="151" name=""/>
            <p:cNvCxnSpPr>
              <a:stCxn xmlns:a="http://schemas.openxmlformats.org/drawingml/2006/main" id="45" idx="6"/>
              <a:endCxn xmlns:a="http://schemas.openxmlformats.org/drawingml/2006/main" id="46" idx="2"/>
            </p:cNvCxnSpPr>
            <p:nvPr/>
          </p:nvCxnSpPr>
          <p:spPr>
            <a:xfrm xmlns:a="http://schemas.openxmlformats.org/drawingml/2006/main" flipV="1">
              <a:off x="8429625" y="2659380"/>
              <a:ext cx="1143000" cy="297180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6B9F80"/>
              </a:solidFill>
              <a:prstDash val="solid"/>
              <a:headEnd type="arrow" w="sm" len="sm"/>
            </a:ln>
          </p:spPr>
        </p:cxnSp>
        <p:cxnSp>
          <p:nvCxnSpPr>
            <p:cNvPr id="152" name=""/>
            <p:cNvCxnSpPr>
              <a:stCxn xmlns:a="http://schemas.openxmlformats.org/drawingml/2006/main" id="46" idx="6"/>
              <a:endCxn xmlns:a="http://schemas.openxmlformats.org/drawingml/2006/main" id="47" idx="2"/>
            </p:cNvCxnSpPr>
            <p:nvPr/>
          </p:nvCxnSpPr>
          <p:spPr>
            <a:xfrm xmlns:a="http://schemas.openxmlformats.org/drawingml/2006/main" flipV="1">
              <a:off x="9667875" y="2287905"/>
              <a:ext cx="1143000" cy="371475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6B9F80"/>
              </a:solidFill>
              <a:prstDash val="solid"/>
              <a:headEnd type="arrow" w="sm" len="sm"/>
            </a:ln>
          </p:spPr>
        </p:cxnSp>
        <p:sp>
          <p:nvSpPr>
            <p:cNvPr id="56" name="">
              <a:extLst xmlns:a="http://schemas.openxmlformats.org/drawingml/2006/main">
                <a:ext uri="{FF2B5EF4-FFF2-40B4-BE49-F238E27FC236}">
                  <a16:creationId xmlns:a16="http://schemas.microsoft.com/office/drawing/2014/main" id="{43B284CB-0FF7-487D-A8E7-3FCBEC3953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10500" y="1143000"/>
              <a:ext cx="228600" cy="28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57" name="">
              <a:extLst xmlns:a="http://schemas.openxmlformats.org/drawingml/2006/main">
                <a:ext uri="{FF2B5EF4-FFF2-40B4-BE49-F238E27FC236}">
                  <a16:creationId xmlns:a16="http://schemas.microsoft.com/office/drawing/2014/main" id="{998D3A64-D378-4769-9DB8-EDAF015472F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96250" y="1066800"/>
              <a:ext cx="2333625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Task-Specific Harness</a:t>
              </a:r>
            </a:p>
          </p:txBody>
        </p:sp>
        <p:sp>
          <p:nvSpPr>
            <p:cNvPr id="58" name="">
              <a:extLst xmlns:a="http://schemas.openxmlformats.org/drawingml/2006/main">
                <a:ext uri="{FF2B5EF4-FFF2-40B4-BE49-F238E27FC236}">
                  <a16:creationId xmlns:a16="http://schemas.microsoft.com/office/drawing/2014/main" id="{38D16C7F-46A8-446C-9A8C-9BDED0DC60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4875" y="5212080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D6396"/>
            </a:solidFill>
            <a:ln xmlns:a="http://schemas.openxmlformats.org/drawingml/2006/main" w="0">
              <a:solidFill>
                <a:srgbClr val="6D6396"/>
              </a:solidFill>
              <a:prstDash val="solid"/>
            </a:ln>
          </p:spPr>
        </p:sp>
        <p:sp>
          <p:nvSpPr>
            <p:cNvPr id="59" name="">
              <a:extLst xmlns:a="http://schemas.openxmlformats.org/drawingml/2006/main">
                <a:ext uri="{FF2B5EF4-FFF2-40B4-BE49-F238E27FC236}">
                  <a16:creationId xmlns:a16="http://schemas.microsoft.com/office/drawing/2014/main" id="{4CE05BD9-F84C-4393-8F68-9C89A16DC4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43125" y="4729163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D6396"/>
            </a:solidFill>
            <a:ln xmlns:a="http://schemas.openxmlformats.org/drawingml/2006/main" w="0">
              <a:solidFill>
                <a:srgbClr val="6D6396"/>
              </a:solidFill>
              <a:prstDash val="solid"/>
            </a:ln>
          </p:spPr>
        </p:sp>
        <p:sp>
          <p:nvSpPr>
            <p:cNvPr id="60" name="">
              <a:extLst xmlns:a="http://schemas.openxmlformats.org/drawingml/2006/main">
                <a:ext uri="{FF2B5EF4-FFF2-40B4-BE49-F238E27FC236}">
                  <a16:creationId xmlns:a16="http://schemas.microsoft.com/office/drawing/2014/main" id="{AE121902-C4BF-4E0E-929A-3E959A7EB1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81375" y="4729163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D6396"/>
            </a:solidFill>
            <a:ln xmlns:a="http://schemas.openxmlformats.org/drawingml/2006/main" w="0">
              <a:solidFill>
                <a:srgbClr val="6D6396"/>
              </a:solidFill>
              <a:prstDash val="solid"/>
            </a:ln>
          </p:spPr>
        </p:sp>
        <p:sp>
          <p:nvSpPr>
            <p:cNvPr id="61" name="">
              <a:extLst xmlns:a="http://schemas.openxmlformats.org/drawingml/2006/main">
                <a:ext uri="{FF2B5EF4-FFF2-40B4-BE49-F238E27FC236}">
                  <a16:creationId xmlns:a16="http://schemas.microsoft.com/office/drawing/2014/main" id="{FC19BEE4-6F28-4FB9-A772-B8D205E2F6D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9625" y="4729163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D6396"/>
            </a:solidFill>
            <a:ln xmlns:a="http://schemas.openxmlformats.org/drawingml/2006/main" w="0">
              <a:solidFill>
                <a:srgbClr val="6D6396"/>
              </a:solidFill>
              <a:prstDash val="solid"/>
            </a:ln>
          </p:spPr>
        </p:sp>
        <p:sp>
          <p:nvSpPr>
            <p:cNvPr id="62" name="">
              <a:extLst xmlns:a="http://schemas.openxmlformats.org/drawingml/2006/main">
                <a:ext uri="{FF2B5EF4-FFF2-40B4-BE49-F238E27FC236}">
                  <a16:creationId xmlns:a16="http://schemas.microsoft.com/office/drawing/2014/main" id="{5C69743E-F4AE-4A86-8F1D-9DDDA05447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57875" y="4357688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D6396"/>
            </a:solidFill>
            <a:ln xmlns:a="http://schemas.openxmlformats.org/drawingml/2006/main" w="0">
              <a:solidFill>
                <a:srgbClr val="6D6396"/>
              </a:solidFill>
              <a:prstDash val="solid"/>
            </a:ln>
          </p:spPr>
        </p:sp>
        <p:sp>
          <p:nvSpPr>
            <p:cNvPr id="63" name="">
              <a:extLst xmlns:a="http://schemas.openxmlformats.org/drawingml/2006/main">
                <a:ext uri="{FF2B5EF4-FFF2-40B4-BE49-F238E27FC236}">
                  <a16:creationId xmlns:a16="http://schemas.microsoft.com/office/drawing/2014/main" id="{0004FC24-D3FC-472D-9908-9EB7AF5433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96125" y="4357688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D6396"/>
            </a:solidFill>
            <a:ln xmlns:a="http://schemas.openxmlformats.org/drawingml/2006/main" w="0">
              <a:solidFill>
                <a:srgbClr val="6D6396"/>
              </a:solidFill>
              <a:prstDash val="solid"/>
            </a:ln>
          </p:spPr>
        </p:sp>
        <p:sp>
          <p:nvSpPr>
            <p:cNvPr id="64" name="">
              <a:extLst xmlns:a="http://schemas.openxmlformats.org/drawingml/2006/main">
                <a:ext uri="{FF2B5EF4-FFF2-40B4-BE49-F238E27FC236}">
                  <a16:creationId xmlns:a16="http://schemas.microsoft.com/office/drawing/2014/main" id="{9C027B82-2A0A-42BC-ADA8-68B8426599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34375" y="4357688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D6396"/>
            </a:solidFill>
            <a:ln xmlns:a="http://schemas.openxmlformats.org/drawingml/2006/main" w="0">
              <a:solidFill>
                <a:srgbClr val="6D6396"/>
              </a:solidFill>
              <a:prstDash val="solid"/>
            </a:ln>
          </p:spPr>
        </p:sp>
        <p:sp>
          <p:nvSpPr>
            <p:cNvPr id="65" name="">
              <a:extLst xmlns:a="http://schemas.openxmlformats.org/drawingml/2006/main">
                <a:ext uri="{FF2B5EF4-FFF2-40B4-BE49-F238E27FC236}">
                  <a16:creationId xmlns:a16="http://schemas.microsoft.com/office/drawing/2014/main" id="{BAB1A59B-D811-4FEC-9B78-3359E2D8C1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72625" y="4357688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D6396"/>
            </a:solidFill>
            <a:ln xmlns:a="http://schemas.openxmlformats.org/drawingml/2006/main" w="0">
              <a:solidFill>
                <a:srgbClr val="6D6396"/>
              </a:solidFill>
              <a:prstDash val="solid"/>
            </a:ln>
          </p:spPr>
        </p:sp>
        <p:sp>
          <p:nvSpPr>
            <p:cNvPr id="66" name="">
              <a:extLst xmlns:a="http://schemas.openxmlformats.org/drawingml/2006/main">
                <a:ext uri="{FF2B5EF4-FFF2-40B4-BE49-F238E27FC236}">
                  <a16:creationId xmlns:a16="http://schemas.microsoft.com/office/drawing/2014/main" id="{963C6A1B-CCCB-47C5-B9C2-AD5FC2E1CF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10875" y="4357688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D6396"/>
            </a:solidFill>
            <a:ln xmlns:a="http://schemas.openxmlformats.org/drawingml/2006/main" w="0">
              <a:solidFill>
                <a:srgbClr val="6D6396"/>
              </a:solidFill>
              <a:prstDash val="solid"/>
            </a:ln>
          </p:spPr>
        </p:sp>
        <p:cxnSp>
          <p:nvCxnSpPr>
            <p:cNvPr id="164" name=""/>
            <p:cNvCxnSpPr>
              <a:stCxn xmlns:a="http://schemas.openxmlformats.org/drawingml/2006/main" id="58" idx="6"/>
              <a:endCxn xmlns:a="http://schemas.openxmlformats.org/drawingml/2006/main" id="59" idx="2"/>
            </p:cNvCxnSpPr>
            <p:nvPr/>
          </p:nvCxnSpPr>
          <p:spPr>
            <a:xfrm xmlns:a="http://schemas.openxmlformats.org/drawingml/2006/main" flipV="1">
              <a:off x="1000125" y="4776788"/>
              <a:ext cx="1143000" cy="482917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6D6396"/>
              </a:solidFill>
              <a:prstDash val="solid"/>
              <a:headEnd type="arrow" w="sm" len="sm"/>
            </a:ln>
          </p:spPr>
        </p:cxnSp>
        <p:cxnSp>
          <p:nvCxnSpPr>
            <p:cNvPr id="165" name=""/>
            <p:cNvCxnSpPr>
              <a:stCxn xmlns:a="http://schemas.openxmlformats.org/drawingml/2006/main" id="59" idx="6"/>
              <a:endCxn xmlns:a="http://schemas.openxmlformats.org/drawingml/2006/main" id="60" idx="2"/>
            </p:cNvCxnSpPr>
            <p:nvPr/>
          </p:nvCxnSpPr>
          <p:spPr>
            <a:xfrm xmlns:a="http://schemas.openxmlformats.org/drawingml/2006/main">
              <a:off x="2238375" y="4776788"/>
              <a:ext cx="11430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6D6396"/>
              </a:solidFill>
              <a:prstDash val="solid"/>
              <a:headEnd type="arrow" w="sm" len="sm"/>
            </a:ln>
          </p:spPr>
        </p:cxnSp>
        <p:cxnSp>
          <p:nvCxnSpPr>
            <p:cNvPr id="166" name=""/>
            <p:cNvCxnSpPr>
              <a:stCxn xmlns:a="http://schemas.openxmlformats.org/drawingml/2006/main" id="60" idx="6"/>
              <a:endCxn xmlns:a="http://schemas.openxmlformats.org/drawingml/2006/main" id="61" idx="2"/>
            </p:cNvCxnSpPr>
            <p:nvPr/>
          </p:nvCxnSpPr>
          <p:spPr>
            <a:xfrm xmlns:a="http://schemas.openxmlformats.org/drawingml/2006/main">
              <a:off x="3476625" y="4776788"/>
              <a:ext cx="11430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6D6396"/>
              </a:solidFill>
              <a:prstDash val="solid"/>
              <a:headEnd type="arrow" w="sm" len="sm"/>
            </a:ln>
          </p:spPr>
        </p:cxnSp>
        <p:cxnSp>
          <p:nvCxnSpPr>
            <p:cNvPr id="167" name=""/>
            <p:cNvCxnSpPr>
              <a:stCxn xmlns:a="http://schemas.openxmlformats.org/drawingml/2006/main" id="61" idx="6"/>
              <a:endCxn xmlns:a="http://schemas.openxmlformats.org/drawingml/2006/main" id="62" idx="2"/>
            </p:cNvCxnSpPr>
            <p:nvPr/>
          </p:nvCxnSpPr>
          <p:spPr>
            <a:xfrm xmlns:a="http://schemas.openxmlformats.org/drawingml/2006/main" flipV="1">
              <a:off x="4714875" y="4405313"/>
              <a:ext cx="1143000" cy="371475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6D6396"/>
              </a:solidFill>
              <a:prstDash val="solid"/>
              <a:headEnd type="arrow" w="sm" len="sm"/>
            </a:ln>
          </p:spPr>
        </p:cxnSp>
        <p:cxnSp>
          <p:nvCxnSpPr>
            <p:cNvPr id="168" name=""/>
            <p:cNvCxnSpPr>
              <a:stCxn xmlns:a="http://schemas.openxmlformats.org/drawingml/2006/main" id="62" idx="6"/>
              <a:endCxn xmlns:a="http://schemas.openxmlformats.org/drawingml/2006/main" id="63" idx="2"/>
            </p:cNvCxnSpPr>
            <p:nvPr/>
          </p:nvCxnSpPr>
          <p:spPr>
            <a:xfrm xmlns:a="http://schemas.openxmlformats.org/drawingml/2006/main">
              <a:off x="5953125" y="4405313"/>
              <a:ext cx="11430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6D6396"/>
              </a:solidFill>
              <a:prstDash val="solid"/>
              <a:headEnd type="arrow" w="sm" len="sm"/>
            </a:ln>
          </p:spPr>
        </p:cxnSp>
        <p:cxnSp>
          <p:nvCxnSpPr>
            <p:cNvPr id="169" name=""/>
            <p:cNvCxnSpPr>
              <a:stCxn xmlns:a="http://schemas.openxmlformats.org/drawingml/2006/main" id="63" idx="6"/>
              <a:endCxn xmlns:a="http://schemas.openxmlformats.org/drawingml/2006/main" id="64" idx="2"/>
            </p:cNvCxnSpPr>
            <p:nvPr/>
          </p:nvCxnSpPr>
          <p:spPr>
            <a:xfrm xmlns:a="http://schemas.openxmlformats.org/drawingml/2006/main">
              <a:off x="7191375" y="4405313"/>
              <a:ext cx="11430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6D6396"/>
              </a:solidFill>
              <a:prstDash val="solid"/>
              <a:headEnd type="arrow" w="sm" len="sm"/>
            </a:ln>
          </p:spPr>
        </p:cxnSp>
        <p:cxnSp>
          <p:nvCxnSpPr>
            <p:cNvPr id="170" name=""/>
            <p:cNvCxnSpPr>
              <a:stCxn xmlns:a="http://schemas.openxmlformats.org/drawingml/2006/main" id="64" idx="6"/>
              <a:endCxn xmlns:a="http://schemas.openxmlformats.org/drawingml/2006/main" id="65" idx="2"/>
            </p:cNvCxnSpPr>
            <p:nvPr/>
          </p:nvCxnSpPr>
          <p:spPr>
            <a:xfrm xmlns:a="http://schemas.openxmlformats.org/drawingml/2006/main">
              <a:off x="8429625" y="4405313"/>
              <a:ext cx="11430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6D6396"/>
              </a:solidFill>
              <a:prstDash val="solid"/>
              <a:headEnd type="arrow" w="sm" len="sm"/>
            </a:ln>
          </p:spPr>
        </p:cxnSp>
        <p:cxnSp>
          <p:nvCxnSpPr>
            <p:cNvPr id="171" name=""/>
            <p:cNvCxnSpPr>
              <a:stCxn xmlns:a="http://schemas.openxmlformats.org/drawingml/2006/main" id="65" idx="6"/>
              <a:endCxn xmlns:a="http://schemas.openxmlformats.org/drawingml/2006/main" id="66" idx="2"/>
            </p:cNvCxnSpPr>
            <p:nvPr/>
          </p:nvCxnSpPr>
          <p:spPr>
            <a:xfrm xmlns:a="http://schemas.openxmlformats.org/drawingml/2006/main">
              <a:off x="9667875" y="4405313"/>
              <a:ext cx="11430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6D6396"/>
              </a:solidFill>
              <a:prstDash val="solid"/>
              <a:headEnd type="arrow" w="sm" len="sm"/>
            </a:ln>
          </p:spPr>
        </p:cxnSp>
        <p:sp>
          <p:nvSpPr>
            <p:cNvPr id="75" name="">
              <a:extLst xmlns:a="http://schemas.openxmlformats.org/drawingml/2006/main">
                <a:ext uri="{FF2B5EF4-FFF2-40B4-BE49-F238E27FC236}">
                  <a16:creationId xmlns:a16="http://schemas.microsoft.com/office/drawing/2014/main" id="{925F4525-B7FF-4B19-8747-2FA435A980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10500" y="1352550"/>
              <a:ext cx="228600" cy="28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6D6396"/>
            </a:solidFill>
            <a:ln xmlns:a="http://schemas.openxmlformats.org/drawingml/2006/main" w="0">
              <a:solidFill>
                <a:srgbClr val="6D6396"/>
              </a:solidFill>
              <a:prstDash val="solid"/>
            </a:ln>
          </p:spPr>
        </p:sp>
        <p:sp>
          <p:nvSpPr>
            <p:cNvPr id="76" name="">
              <a:extLst xmlns:a="http://schemas.openxmlformats.org/drawingml/2006/main">
                <a:ext uri="{FF2B5EF4-FFF2-40B4-BE49-F238E27FC236}">
                  <a16:creationId xmlns:a16="http://schemas.microsoft.com/office/drawing/2014/main" id="{4750FEFD-76A2-40C4-B589-B7C2F3BFE1F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96250" y="1276350"/>
              <a:ext cx="2333625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LLM-side</a:t>
              </a:r>
            </a:p>
          </p:txBody>
        </p:sp>
        <p:sp>
          <p:nvSpPr>
            <p:cNvPr id="77" name="">
              <a:extLst xmlns:a="http://schemas.openxmlformats.org/drawingml/2006/main">
                <a:ext uri="{FF2B5EF4-FFF2-40B4-BE49-F238E27FC236}">
                  <a16:creationId xmlns:a16="http://schemas.microsoft.com/office/drawing/2014/main" id="{163079FF-A760-4C98-A6B4-B8343A12DED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4875" y="5212080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D7896"/>
            </a:solidFill>
            <a:ln xmlns:a="http://schemas.openxmlformats.org/drawingml/2006/main" w="0">
              <a:solidFill>
                <a:srgbClr val="4D7896"/>
              </a:solidFill>
              <a:prstDash val="solid"/>
            </a:ln>
          </p:spPr>
        </p:sp>
        <p:sp>
          <p:nvSpPr>
            <p:cNvPr id="78" name="">
              <a:extLst xmlns:a="http://schemas.openxmlformats.org/drawingml/2006/main">
                <a:ext uri="{FF2B5EF4-FFF2-40B4-BE49-F238E27FC236}">
                  <a16:creationId xmlns:a16="http://schemas.microsoft.com/office/drawing/2014/main" id="{866A4730-1D97-4C0A-887B-3DFCA5865B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43125" y="5212080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D7896"/>
            </a:solidFill>
            <a:ln xmlns:a="http://schemas.openxmlformats.org/drawingml/2006/main" w="0">
              <a:solidFill>
                <a:srgbClr val="4D7896"/>
              </a:solidFill>
              <a:prstDash val="solid"/>
            </a:ln>
          </p:spPr>
        </p:sp>
        <p:sp>
          <p:nvSpPr>
            <p:cNvPr id="79" name="">
              <a:extLst xmlns:a="http://schemas.openxmlformats.org/drawingml/2006/main">
                <a:ext uri="{FF2B5EF4-FFF2-40B4-BE49-F238E27FC236}">
                  <a16:creationId xmlns:a16="http://schemas.microsoft.com/office/drawing/2014/main" id="{38A0E24A-0039-4076-93EE-5C3BFDDD49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81375" y="5212080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D7896"/>
            </a:solidFill>
            <a:ln xmlns:a="http://schemas.openxmlformats.org/drawingml/2006/main" w="0">
              <a:solidFill>
                <a:srgbClr val="4D7896"/>
              </a:solidFill>
              <a:prstDash val="solid"/>
            </a:ln>
          </p:spPr>
        </p:sp>
        <p:sp>
          <p:nvSpPr>
            <p:cNvPr id="80" name="">
              <a:extLst xmlns:a="http://schemas.openxmlformats.org/drawingml/2006/main">
                <a:ext uri="{FF2B5EF4-FFF2-40B4-BE49-F238E27FC236}">
                  <a16:creationId xmlns:a16="http://schemas.microsoft.com/office/drawing/2014/main" id="{697BC0A8-E149-44F8-87D6-92E8315F45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9625" y="3874770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D7896"/>
            </a:solidFill>
            <a:ln xmlns:a="http://schemas.openxmlformats.org/drawingml/2006/main" w="0">
              <a:solidFill>
                <a:srgbClr val="4D7896"/>
              </a:solidFill>
              <a:prstDash val="solid"/>
            </a:ln>
          </p:spPr>
        </p:sp>
        <p:sp>
          <p:nvSpPr>
            <p:cNvPr id="81" name="">
              <a:extLst xmlns:a="http://schemas.openxmlformats.org/drawingml/2006/main">
                <a:ext uri="{FF2B5EF4-FFF2-40B4-BE49-F238E27FC236}">
                  <a16:creationId xmlns:a16="http://schemas.microsoft.com/office/drawing/2014/main" id="{2522E97A-4C09-45ED-A948-4EE27B6A5F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57875" y="3614738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D7896"/>
            </a:solidFill>
            <a:ln xmlns:a="http://schemas.openxmlformats.org/drawingml/2006/main" w="0">
              <a:solidFill>
                <a:srgbClr val="4D7896"/>
              </a:solidFill>
              <a:prstDash val="solid"/>
            </a:ln>
          </p:spPr>
        </p:sp>
        <p:sp>
          <p:nvSpPr>
            <p:cNvPr id="82" name="">
              <a:extLst xmlns:a="http://schemas.openxmlformats.org/drawingml/2006/main">
                <a:ext uri="{FF2B5EF4-FFF2-40B4-BE49-F238E27FC236}">
                  <a16:creationId xmlns:a16="http://schemas.microsoft.com/office/drawing/2014/main" id="{417CC099-AC8E-498E-91B8-C96302C2BC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96125" y="335470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D7896"/>
            </a:solidFill>
            <a:ln xmlns:a="http://schemas.openxmlformats.org/drawingml/2006/main" w="0">
              <a:solidFill>
                <a:srgbClr val="4D7896"/>
              </a:solidFill>
              <a:prstDash val="solid"/>
            </a:ln>
          </p:spPr>
        </p:sp>
        <p:sp>
          <p:nvSpPr>
            <p:cNvPr id="83" name="">
              <a:extLst xmlns:a="http://schemas.openxmlformats.org/drawingml/2006/main">
                <a:ext uri="{FF2B5EF4-FFF2-40B4-BE49-F238E27FC236}">
                  <a16:creationId xmlns:a16="http://schemas.microsoft.com/office/drawing/2014/main" id="{3B4F1017-4B9F-4850-8530-253376FECC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34375" y="2983230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D7896"/>
            </a:solidFill>
            <a:ln xmlns:a="http://schemas.openxmlformats.org/drawingml/2006/main" w="0">
              <a:solidFill>
                <a:srgbClr val="4D7896"/>
              </a:solidFill>
              <a:prstDash val="solid"/>
            </a:ln>
          </p:spPr>
        </p:sp>
        <p:sp>
          <p:nvSpPr>
            <p:cNvPr id="84" name="">
              <a:extLst xmlns:a="http://schemas.openxmlformats.org/drawingml/2006/main">
                <a:ext uri="{FF2B5EF4-FFF2-40B4-BE49-F238E27FC236}">
                  <a16:creationId xmlns:a16="http://schemas.microsoft.com/office/drawing/2014/main" id="{4FF829D6-6FC6-46D4-AB36-045D641FC1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72625" y="2611755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D7896"/>
            </a:solidFill>
            <a:ln xmlns:a="http://schemas.openxmlformats.org/drawingml/2006/main" w="0">
              <a:solidFill>
                <a:srgbClr val="4D7896"/>
              </a:solidFill>
              <a:prstDash val="solid"/>
            </a:ln>
          </p:spPr>
        </p:sp>
        <p:sp>
          <p:nvSpPr>
            <p:cNvPr id="85" name="">
              <a:extLst xmlns:a="http://schemas.openxmlformats.org/drawingml/2006/main">
                <a:ext uri="{FF2B5EF4-FFF2-40B4-BE49-F238E27FC236}">
                  <a16:creationId xmlns:a16="http://schemas.microsoft.com/office/drawing/2014/main" id="{8C194BDF-CE4A-4E17-A639-903A044823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10875" y="2388870"/>
              <a:ext cx="95250" cy="952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D7896"/>
            </a:solidFill>
            <a:ln xmlns:a="http://schemas.openxmlformats.org/drawingml/2006/main" w="0">
              <a:solidFill>
                <a:srgbClr val="4D7896"/>
              </a:solidFill>
              <a:prstDash val="solid"/>
            </a:ln>
          </p:spPr>
        </p:sp>
        <p:cxnSp>
          <p:nvCxnSpPr>
            <p:cNvPr id="183" name=""/>
            <p:cNvCxnSpPr>
              <a:stCxn xmlns:a="http://schemas.openxmlformats.org/drawingml/2006/main" id="77" idx="6"/>
              <a:endCxn xmlns:a="http://schemas.openxmlformats.org/drawingml/2006/main" id="78" idx="2"/>
            </p:cNvCxnSpPr>
            <p:nvPr/>
          </p:nvCxnSpPr>
          <p:spPr>
            <a:xfrm xmlns:a="http://schemas.openxmlformats.org/drawingml/2006/main">
              <a:off x="1000125" y="5259705"/>
              <a:ext cx="11430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4D7896"/>
              </a:solidFill>
              <a:prstDash val="solid"/>
              <a:headEnd type="arrow" w="sm" len="sm"/>
            </a:ln>
          </p:spPr>
        </p:cxnSp>
        <p:cxnSp>
          <p:nvCxnSpPr>
            <p:cNvPr id="184" name=""/>
            <p:cNvCxnSpPr>
              <a:stCxn xmlns:a="http://schemas.openxmlformats.org/drawingml/2006/main" id="78" idx="6"/>
              <a:endCxn xmlns:a="http://schemas.openxmlformats.org/drawingml/2006/main" id="79" idx="2"/>
            </p:cNvCxnSpPr>
            <p:nvPr/>
          </p:nvCxnSpPr>
          <p:spPr>
            <a:xfrm xmlns:a="http://schemas.openxmlformats.org/drawingml/2006/main">
              <a:off x="2238375" y="5259705"/>
              <a:ext cx="11430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4D7896"/>
              </a:solidFill>
              <a:prstDash val="solid"/>
              <a:headEnd type="arrow" w="sm" len="sm"/>
            </a:ln>
          </p:spPr>
        </p:cxnSp>
        <p:cxnSp>
          <p:nvCxnSpPr>
            <p:cNvPr id="185" name=""/>
            <p:cNvCxnSpPr>
              <a:stCxn xmlns:a="http://schemas.openxmlformats.org/drawingml/2006/main" id="79" idx="6"/>
              <a:endCxn xmlns:a="http://schemas.openxmlformats.org/drawingml/2006/main" id="80" idx="2"/>
            </p:cNvCxnSpPr>
            <p:nvPr/>
          </p:nvCxnSpPr>
          <p:spPr>
            <a:xfrm xmlns:a="http://schemas.openxmlformats.org/drawingml/2006/main" flipV="1">
              <a:off x="3476625" y="3922395"/>
              <a:ext cx="1143000" cy="1337310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4D7896"/>
              </a:solidFill>
              <a:prstDash val="solid"/>
              <a:headEnd type="arrow" w="sm" len="sm"/>
            </a:ln>
          </p:spPr>
        </p:cxnSp>
        <p:cxnSp>
          <p:nvCxnSpPr>
            <p:cNvPr id="186" name=""/>
            <p:cNvCxnSpPr>
              <a:stCxn xmlns:a="http://schemas.openxmlformats.org/drawingml/2006/main" id="80" idx="6"/>
              <a:endCxn xmlns:a="http://schemas.openxmlformats.org/drawingml/2006/main" id="81" idx="2"/>
            </p:cNvCxnSpPr>
            <p:nvPr/>
          </p:nvCxnSpPr>
          <p:spPr>
            <a:xfrm xmlns:a="http://schemas.openxmlformats.org/drawingml/2006/main" flipV="1">
              <a:off x="4714875" y="3662363"/>
              <a:ext cx="1143000" cy="260032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4D7896"/>
              </a:solidFill>
              <a:prstDash val="solid"/>
              <a:headEnd type="arrow" w="sm" len="sm"/>
            </a:ln>
          </p:spPr>
        </p:cxnSp>
        <p:cxnSp>
          <p:nvCxnSpPr>
            <p:cNvPr id="187" name=""/>
            <p:cNvCxnSpPr>
              <a:stCxn xmlns:a="http://schemas.openxmlformats.org/drawingml/2006/main" id="81" idx="6"/>
              <a:endCxn xmlns:a="http://schemas.openxmlformats.org/drawingml/2006/main" id="82" idx="2"/>
            </p:cNvCxnSpPr>
            <p:nvPr/>
          </p:nvCxnSpPr>
          <p:spPr>
            <a:xfrm xmlns:a="http://schemas.openxmlformats.org/drawingml/2006/main" flipV="1">
              <a:off x="5953125" y="3402330"/>
              <a:ext cx="1143000" cy="260033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4D7896"/>
              </a:solidFill>
              <a:prstDash val="solid"/>
              <a:headEnd type="arrow" w="sm" len="sm"/>
            </a:ln>
          </p:spPr>
        </p:cxnSp>
        <p:cxnSp>
          <p:nvCxnSpPr>
            <p:cNvPr id="188" name=""/>
            <p:cNvCxnSpPr>
              <a:stCxn xmlns:a="http://schemas.openxmlformats.org/drawingml/2006/main" id="82" idx="6"/>
              <a:endCxn xmlns:a="http://schemas.openxmlformats.org/drawingml/2006/main" id="83" idx="2"/>
            </p:cNvCxnSpPr>
            <p:nvPr/>
          </p:nvCxnSpPr>
          <p:spPr>
            <a:xfrm xmlns:a="http://schemas.openxmlformats.org/drawingml/2006/main" flipV="1">
              <a:off x="7191375" y="3030855"/>
              <a:ext cx="1143000" cy="371475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4D7896"/>
              </a:solidFill>
              <a:prstDash val="solid"/>
              <a:headEnd type="arrow" w="sm" len="sm"/>
            </a:ln>
          </p:spPr>
        </p:cxnSp>
        <p:cxnSp>
          <p:nvCxnSpPr>
            <p:cNvPr id="189" name=""/>
            <p:cNvCxnSpPr>
              <a:stCxn xmlns:a="http://schemas.openxmlformats.org/drawingml/2006/main" id="83" idx="6"/>
              <a:endCxn xmlns:a="http://schemas.openxmlformats.org/drawingml/2006/main" id="84" idx="2"/>
            </p:cNvCxnSpPr>
            <p:nvPr/>
          </p:nvCxnSpPr>
          <p:spPr>
            <a:xfrm xmlns:a="http://schemas.openxmlformats.org/drawingml/2006/main" flipV="1">
              <a:off x="8429625" y="2659380"/>
              <a:ext cx="1143000" cy="371475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4D7896"/>
              </a:solidFill>
              <a:prstDash val="solid"/>
              <a:headEnd type="arrow" w="sm" len="sm"/>
            </a:ln>
          </p:spPr>
        </p:cxnSp>
        <p:cxnSp>
          <p:nvCxnSpPr>
            <p:cNvPr id="190" name=""/>
            <p:cNvCxnSpPr>
              <a:stCxn xmlns:a="http://schemas.openxmlformats.org/drawingml/2006/main" id="84" idx="6"/>
              <a:endCxn xmlns:a="http://schemas.openxmlformats.org/drawingml/2006/main" id="85" idx="2"/>
            </p:cNvCxnSpPr>
            <p:nvPr/>
          </p:nvCxnSpPr>
          <p:spPr>
            <a:xfrm xmlns:a="http://schemas.openxmlformats.org/drawingml/2006/main" flipV="1">
              <a:off x="9667875" y="2436495"/>
              <a:ext cx="1143000" cy="222885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4D7896"/>
              </a:solidFill>
              <a:prstDash val="solid"/>
              <a:headEnd type="arrow" w="sm" len="sm"/>
            </a:ln>
          </p:spPr>
        </p:cxnSp>
        <p:sp>
          <p:nvSpPr>
            <p:cNvPr id="94" name="">
              <a:extLst xmlns:a="http://schemas.openxmlformats.org/drawingml/2006/main">
                <a:ext uri="{FF2B5EF4-FFF2-40B4-BE49-F238E27FC236}">
                  <a16:creationId xmlns:a16="http://schemas.microsoft.com/office/drawing/2014/main" id="{BA872F1E-E815-4FEC-AC97-B9D334F127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10500" y="1562100"/>
              <a:ext cx="228600" cy="28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D7896"/>
            </a:solidFill>
            <a:ln xmlns:a="http://schemas.openxmlformats.org/drawingml/2006/main" w="0">
              <a:solidFill>
                <a:srgbClr val="4D7896"/>
              </a:solidFill>
              <a:prstDash val="solid"/>
            </a:ln>
          </p:spPr>
        </p:sp>
        <p:sp>
          <p:nvSpPr>
            <p:cNvPr id="95" name="">
              <a:extLst xmlns:a="http://schemas.openxmlformats.org/drawingml/2006/main">
                <a:ext uri="{FF2B5EF4-FFF2-40B4-BE49-F238E27FC236}">
                  <a16:creationId xmlns:a16="http://schemas.microsoft.com/office/drawing/2014/main" id="{D8BC6BCA-6EE4-4792-B509-A31915DA30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96250" y="1485900"/>
              <a:ext cx="2333625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General Harness</a:t>
              </a:r>
            </a:p>
          </p:txBody>
        </p:sp>
        <p:sp>
          <p:nvSpPr>
            <p:cNvPr id="96" name="">
              <a:extLst xmlns:a="http://schemas.openxmlformats.org/drawingml/2006/main">
                <a:ext uri="{FF2B5EF4-FFF2-40B4-BE49-F238E27FC236}">
                  <a16:creationId xmlns:a16="http://schemas.microsoft.com/office/drawing/2014/main" id="{40272552-0D47-4D43-ABF9-7E94DF0C02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" y="1066800"/>
              <a:ext cx="51435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Cumulative module contributions (log scale)</a:t>
              </a:r>
            </a:p>
          </p:txBody>
        </p:sp>
        <p:sp>
          <p:nvSpPr>
            <p:cNvPr id="97" name="">
              <a:extLst xmlns:a="http://schemas.openxmlformats.org/drawingml/2006/main">
                <a:ext uri="{FF2B5EF4-FFF2-40B4-BE49-F238E27FC236}">
                  <a16:creationId xmlns:a16="http://schemas.microsoft.com/office/drawing/2014/main" id="{1BC6CAEF-0E20-45A5-853E-316F1581543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" y="5619750"/>
              <a:ext cx="952500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Figure-style reconstruction: counts are recorded at the module level, so one paper may contribute to multiple curves.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54807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2026-10-02T06:46:01.5890000Z</dcterms:created>
  <dcterms:modified xsi:type="dcterms:W3CDTF">2026-10-02T06:46:01.5890000Z</dcterms:modified>
</coreProperties>
</file>