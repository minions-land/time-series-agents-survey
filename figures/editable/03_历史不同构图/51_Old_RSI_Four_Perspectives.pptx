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7d5a4c041734b7e"/><Relationship Type="http://schemas.openxmlformats.org/officeDocument/2006/relationships/extended-properties" Target="/docProps/app.xml" Id="R48633c54fd134b36"/><Relationship Type="http://schemas.openxmlformats.org/officeDocument/2006/relationships/officeDocument" Target="/ppt/presentation.xml" Id="Rccfefabd99c7430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dd2e32af54760"/>
  </p:sldMasterIdLst>
  <p:notesMasterIdLst>
    <p:notesMasterId xmlns:r="http://schemas.openxmlformats.org/officeDocument/2006/relationships" r:id="Ra0a1e8e05023462b"/>
  </p:notesMasterIdLst>
  <p:sldIdLst>
    <p:sldId xmlns:r="http://schemas.openxmlformats.org/officeDocument/2006/relationships" id="261" r:id="R227420fe42174b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98f80b000b64034"/><Relationship Type="http://schemas.openxmlformats.org/officeDocument/2006/relationships/slideMaster" Target="/ppt/slideMasters/slideMaster1.xml" Id="Rc62dd2e32af54760"/><Relationship Type="http://schemas.openxmlformats.org/officeDocument/2006/relationships/notesMaster" Target="/ppt/notesMasters/notesMaster1.xml" Id="Ra0a1e8e05023462b"/><Relationship Type="http://schemas.openxmlformats.org/officeDocument/2006/relationships/presProps" Target="/ppt/presProps.xml" Id="R04131d18dade4c29"/><Relationship Type="http://schemas.openxmlformats.org/officeDocument/2006/relationships/tableStyles" Target="/ppt/tableStyles.xml" Id="R806215ee825044a7"/><Relationship Type="http://schemas.openxmlformats.org/officeDocument/2006/relationships/slide" Target="/ppt/slides/slide6.xml" Id="R227420fe42174bcd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f6a0963fee64ca7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099a8f8dfafa49c1"/><Relationship Type="http://schemas.openxmlformats.org/officeDocument/2006/relationships/notesMaster" Target="/ppt/notesMasters/notesMaster1.xml" Id="R7dc3b8765c714e6a"/></Relationship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7572f4b2-a5e3-4239-800f-b94ac30e4317.png.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fa87c7bc4a4457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725b395724ca46a6"/><Relationship Type="http://schemas.openxmlformats.org/officeDocument/2006/relationships/slideLayout" Target="/ppt/slideLayouts/slideLayout1.xml" Id="Rb3adc2a7e132491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dc2a7e132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0de8eef519c4eae"/><Relationship Type="http://schemas.openxmlformats.org/officeDocument/2006/relationships/notesSlide" Target="/ppt/notesSlides/notesSlide6.xml" Id="R19bcccd94a064f34"/></Relationships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4" name="Old_RSI_Four_Perspectives — editable components"/>
          <p:cNvGrpSpPr/>
          <p:nvPr/>
        </p:nvGrpSpPr>
        <p:grpSpPr>
          <ns1:xfrm xmlns:ns1="http://schemas.openxmlformats.org/drawingml/2006/main">
            <ns1:off x="419100" y="209550"/>
            <ns1:ext cx="11353800" cy="5600700"/>
            <ns1:chOff x="419100" y="209550"/>
            <ns1:chExt cx="11353800" cy="5600700"/>
          </ns1:xfrm>
        </p:grpSpPr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43243349-AD46-4485-B715-96E5D97E48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209550"/>
              <a:ext cx="11334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Four perspectives on recursive improvement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89D3B3D4-CFB3-4B36-9D4A-F170C32960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571500"/>
              <a:ext cx="11334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Each perspective highlights a distinct object of change.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FF96EAC5-4338-4ADA-9F73-C2E3F5325C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1333500"/>
              <a:ext cx="2381250" cy="2381250"/>
            </a:xfrm>
            <a:prstGeom xmlns:a="http://schemas.openxmlformats.org/drawingml/2006/main" prst="roundRect">
              <a:avLst>
                <a:gd name="adj" fmla="val 3200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1430">
              <a:solidFill>
                <a:srgbClr val="B47B24"/>
              </a:solidFill>
              <a:prstDash val="dash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915ADB3F-57CB-4FDA-A448-459C4CB36A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15049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Answer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51BF15FF-B44D-4D94-BED1-F6176F586E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1952625"/>
              <a:ext cx="1714500" cy="666750"/>
            </a:xfrm>
            <a:prstGeom xmlns:a="http://schemas.openxmlformats.org/drawingml/2006/main" prst="roundRect">
              <a:avLst>
                <a:gd name="adj" fmla="val 1142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47B24"/>
              </a:solidFill>
              <a:prstDash val="solid"/>
            </a:ln>
          </p:spPr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B8F5A71D-3437-4CC6-AC2B-7A9F6CBA17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152650"/>
              <a:ext cx="15240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B47B24"/>
                  </a:solidFill>
                  <a:latin typeface="Times New Roman"/>
                  <a:ea typeface="Times New Roman"/>
                  <a:cs typeface="Times New Roman"/>
                </a:rPr>
                <a:t>native components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CF998099-5FB4-4E9E-BCEF-7633B8718C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3425" y="2809875"/>
              <a:ext cx="19621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what will be checked?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CC4B4D9A-CEE4-4E9E-A2B3-52ED04E41E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3952875"/>
              <a:ext cx="20002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08545DDE-954D-4431-BC1C-086462F9FB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8675" y="4143375"/>
              <a:ext cx="17716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check → revise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E47945A7-B97B-4497-B921-09FAC144A7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0" y="1333500"/>
              <a:ext cx="2381250" cy="2381250"/>
            </a:xfrm>
            <a:prstGeom xmlns:a="http://schemas.openxmlformats.org/drawingml/2006/main" prst="roundRect">
              <a:avLst>
                <a:gd name="adj" fmla="val 32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1430">
              <a:solidFill>
                <a:srgbClr val="4F8F89"/>
              </a:solidFill>
              <a:prstDash val="dash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44C35B4E-EC14-4FB1-99AF-EE7525F438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76625" y="15049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Memory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7D824DEF-3CCE-49E6-84F5-AC59C9A887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67125" y="1952625"/>
              <a:ext cx="1714500" cy="666750"/>
            </a:xfrm>
            <a:prstGeom xmlns:a="http://schemas.openxmlformats.org/drawingml/2006/main" prst="roundRect">
              <a:avLst>
                <a:gd name="adj" fmla="val 1142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F8F89"/>
              </a:solidFill>
              <a:prstDash val="solid"/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D885C665-A7A5-4780-81D5-20F542BC07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62375" y="2152650"/>
              <a:ext cx="15240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4F8F89"/>
                  </a:solidFill>
                  <a:latin typeface="Times New Roman"/>
                  <a:ea typeface="Times New Roman"/>
                  <a:cs typeface="Times New Roman"/>
                </a:rPr>
                <a:t>native components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C61669F6-FB27-42DD-989E-519B6EDFD9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3300" y="2809875"/>
              <a:ext cx="19621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what remains available?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309B5D56-C065-474A-8917-5B58EE134C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0" y="3952875"/>
              <a:ext cx="20002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509D9CCF-7F75-4F48-99C2-F842339D0B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38550" y="4143375"/>
              <a:ext cx="17716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retain → retrieve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9D83AE18-0D7C-458A-932C-CD251BFB13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3625" y="1333500"/>
              <a:ext cx="2381250" cy="2381250"/>
            </a:xfrm>
            <a:prstGeom xmlns:a="http://schemas.openxmlformats.org/drawingml/2006/main" prst="roundRect">
              <a:avLst>
                <a:gd name="adj" fmla="val 3200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1430">
              <a:solidFill>
                <a:srgbClr val="6B9F80"/>
              </a:solidFill>
              <a:prstDash val="dash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F9D72A77-0864-434F-A9E4-36C01EDAA7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86500" y="15049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Parameters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3947715C-27F0-4791-9672-9ED4A67236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0" y="1952625"/>
              <a:ext cx="1714500" cy="666750"/>
            </a:xfrm>
            <a:prstGeom xmlns:a="http://schemas.openxmlformats.org/drawingml/2006/main" prst="roundRect">
              <a:avLst>
                <a:gd name="adj" fmla="val 1142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6B9F80"/>
              </a:solidFill>
              <a:prstDash val="solid"/>
            </a:ln>
          </p:spPr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1204C360-0097-4349-B234-844C1ACD8E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72250" y="2152650"/>
              <a:ext cx="15240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6B9F80"/>
                  </a:solidFill>
                  <a:latin typeface="Times New Roman"/>
                  <a:ea typeface="Times New Roman"/>
                  <a:cs typeface="Times New Roman"/>
                </a:rPr>
                <a:t>native components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7FDD8457-BE48-4105-8943-BB09493A52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53175" y="2809875"/>
              <a:ext cx="19621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what is learned?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4DE947EC-FD36-4D56-9578-86573B9C41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34125" y="3952875"/>
              <a:ext cx="20002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EA068686-D20A-4908-8723-8433D597A7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48425" y="4143375"/>
              <a:ext cx="17716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fit → update</a:t>
              </a:r>
            </a:p>
          </p:txBody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AE96088A-4909-47A2-87A0-5E83F00221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0" y="1333500"/>
              <a:ext cx="2381250" cy="2381250"/>
            </a:xfrm>
            <a:prstGeom xmlns:a="http://schemas.openxmlformats.org/drawingml/2006/main" prst="roundRect">
              <a:avLst>
                <a:gd name="adj" fmla="val 3200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11430">
              <a:solidFill>
                <a:srgbClr val="6D6396"/>
              </a:solidFill>
              <a:prstDash val="dash"/>
            </a:ln>
          </p:spPr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2EF4E80D-DA7B-485D-BCF1-73E912AAD3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96375" y="15049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Improver</a:t>
              </a:r>
            </a:p>
          </p:txBody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6F28B60F-C4CF-4362-8B83-6357B22BD6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86875" y="1952625"/>
              <a:ext cx="1714500" cy="666750"/>
            </a:xfrm>
            <a:prstGeom xmlns:a="http://schemas.openxmlformats.org/drawingml/2006/main" prst="roundRect">
              <a:avLst>
                <a:gd name="adj" fmla="val 1142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6D6396"/>
              </a:solidFill>
              <a:prstDash val="solid"/>
            </a:ln>
          </p:spPr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C1EAA316-8F28-46B2-BA53-7795FED890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82125" y="2152650"/>
              <a:ext cx="15240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75" b="1" i="0">
                  <a:solidFill>
                    <a:srgbClr val="6D639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1" i="0">
                  <a:solidFill>
                    <a:srgbClr val="6D6396"/>
                  </a:solidFill>
                  <a:latin typeface="Times New Roman"/>
                  <a:ea typeface="Times New Roman"/>
                  <a:cs typeface="Times New Roman"/>
                </a:rPr>
                <a:t>native components</a:t>
              </a:r>
            </a:p>
          </p:txBody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B9D9D356-EC00-4872-A436-5C4CF65280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63050" y="2809875"/>
              <a:ext cx="19621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what proposes change?</a:t>
              </a:r>
            </a:p>
          </p:txBody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48F432F0-279E-411A-900A-A29A9DBAC1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0" y="3952875"/>
              <a:ext cx="20002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000C97D1-8B43-4F71-BC1E-1FD25C064A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8300" y="4143375"/>
              <a:ext cx="17716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propose → select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FB30A4B9-D647-4F95-8D61-6B91C86CC3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5381625"/>
              <a:ext cx="99060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6352C6FC-A221-4798-A128-0ACA4B7C45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9750" y="5572125"/>
              <a:ext cx="85725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Local checking and memory are coupled by a retained state; the improver closes the loop.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6415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2026-10-02T06:46:01.5890000Z</dcterms:created>
  <dcterms:modified xsi:type="dcterms:W3CDTF">2026-10-02T06:46:01.5890000Z</dcterms:modified>
</coreProperties>
</file>