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3" r:id="R3665eaac085247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8.xml" Id="R3665eaac08524741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757a03559f9c42aa"/><Relationship Type="http://schemas.openxmlformats.org/officeDocument/2006/relationships/notesMaster" Target="/ppt/notesMasters/notesMaster1.xml" Id="Rf68906d46ddd4359"/></Relationship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a5f5d981-2117-48b5-8cb6-bcbbbbe0f3e6.png.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8018a17e9b5416e"/><Relationship Type="http://schemas.openxmlformats.org/officeDocument/2006/relationships/notesSlide" Target="/ppt/notesSlides/notesSlide8.xml" Id="Rd4a59c9bbf1a47bb"/></Relationships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34" name="Old_RSI_Evidence_Map — editable components"/>
          <p:cNvGrpSpPr/>
          <p:nvPr/>
        </p:nvGrpSpPr>
        <p:grpSpPr>
          <ns1:xfrm xmlns:ns1="http://schemas.openxmlformats.org/drawingml/2006/main">
            <ns1:off x="381000" y="209550"/>
            <ns1:ext cx="11430000" cy="5648325"/>
            <ns1:chOff x="381000" y="209550"/>
            <ns1:chExt cx="11430000" cy="5648325"/>
          </ns1:xfrm>
        </p:grpSpPr>
        <p:sp>
          <p:nvSpPr>
            <p:cNvPr id="133" name="">
              <a:extLst xmlns:a="http://schemas.openxmlformats.org/drawingml/2006/main">
                <a:ext uri="{FF2B5EF4-FFF2-40B4-BE49-F238E27FC236}">
                  <a16:creationId xmlns:a16="http://schemas.microsoft.com/office/drawing/2014/main" id="{510F38BE-FD1C-41A2-9991-0D20FF9D51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From update mechanisms to evaluation evidence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2B02D555-5472-4017-9FC0-5D3B12BBFC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Selected, source-checked configurations; evidence coverage is not a method ranking.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89A77FF5-461D-4CCC-935D-E7EF3A8FD3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095375"/>
              <a:ext cx="5572125" cy="4762500"/>
            </a:xfrm>
            <a:prstGeom xmlns:a="http://schemas.openxmlformats.org/drawingml/2006/main" prst="roundRect">
              <a:avLst>
                <a:gd name="adj" fmla="val 16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299B435-EB00-4CAD-9985-CC786EAB7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38875" y="1095375"/>
              <a:ext cx="5572125" cy="4762500"/>
            </a:xfrm>
            <a:prstGeom xmlns:a="http://schemas.openxmlformats.org/drawingml/2006/main" prst="roundRect">
              <a:avLst>
                <a:gd name="adj" fmla="val 16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5505A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551D81B-D6EF-4D24-ACF5-9E55F5507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285875"/>
              <a:ext cx="476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(a) What is updated?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4599E69-E8CF-4428-8280-DA43A3FEF9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1285875"/>
              <a:ext cx="4762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(b) What is tested?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FF031DCA-62D3-4F3E-83DB-A78ABEDD65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95450"/>
              <a:ext cx="4857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 works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6FF039BE-2EB5-4173-88B4-4F0E3B6560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1695450"/>
              <a:ext cx="4857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8 works with protocol-level evidence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4BEEBEA-1199-423E-8EC8-603046C51D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Data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09F81B3-BE13-4A5C-8F83-7BA60E256B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1940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F2E1A705-1FD2-4D3F-BF5E-7C3F7F1B32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705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5AFCE58-EAC1-406E-9132-2E49B42D4D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9624E1F-3CD7-4B46-8B97-320E8E78DC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6710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F37AE3CA-E33B-4663-AFA5-F44CEA4D92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64875C8C-6878-4613-9DE6-F17A0D917C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6715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Policy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79000D5-A704-45FE-8B3E-50BC9606E3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955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C0DC1DE9-D964-4419-AC44-F62781AAA4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Judge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9F04102-22CC-439D-BF34-C8BAAE27A7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46EE0AAD-35E3-4D7B-81EF-7FA16C210B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047875"/>
              <a:ext cx="3619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1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2161CF37-1965-44C3-80FA-5C66DFABF5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9650" y="2238375"/>
              <a:ext cx="19050" cy="3048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675E"/>
            </a:solidFill>
            <a:ln xmlns:a="http://schemas.openxmlformats.org/drawingml/2006/main" w="0">
              <a:solidFill>
                <a:srgbClr val="B9675E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6463A53F-F8AD-4EFD-B062-8C300E806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3812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STaR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75876308-A2BF-4805-BEA7-896999A2F0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2409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CED77DD3-62E9-4400-8323-CAD712C483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2409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E0DDF0EB-BFC4-4E04-BB12-FCE30631B9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5336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Self-Instruct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99F44DF-C26B-4F37-8CB7-EC0A3E9298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2562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2A440CA2-F379-4BDE-A775-55BBF057C9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2562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86C6C212-4068-45B5-9128-5D39C1AE34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6860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SPIN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2A809A56-D6D4-4938-A01E-C0281B4440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2714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CFEB333B-45F0-4E70-A3A6-A5EF7FEA9E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2714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7BD97EEC-DCC5-4435-BBC2-67813F0EB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8384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Self-Rewarding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3CBC63E3-BE8F-4A5E-A95A-D6BD472FFE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2867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CFE420AD-9E43-421F-AC99-91E7CE0D9C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2867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6FBF79AF-7DAC-4A00-9168-405DA11255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9908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Meta-Rewarding</a:t>
              </a:r>
            </a:p>
          </p:txBody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658E80E3-8859-4019-A450-EDEA39B8A0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3019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A299138D-54BB-4617-A9DC-D5BE80B70E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3019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03A5F343-26F9-446C-BE48-3900E173BD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1432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Absolute Zero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D9D1E82D-47D1-4ABD-BE14-B3E2121B3F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3171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6D6C195F-F705-499A-A705-79C3BCF576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3171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5532AF5B-76FE-4309-94B2-4FF5FD979F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2956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Reflexion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71A049D9-A8E1-4744-AB78-05382843D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3324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1B720521-4BE9-4EA5-AA1A-0B0826F64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3324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0D4DD0EB-789C-4017-8AF4-45305CD02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4480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Voyager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72E95C50-29E1-45C0-828E-0B6FA3D370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3476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1584331A-0483-4936-A361-2F6D6D9202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3476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C63EC1FC-9EC6-4B66-90BF-E9B7BE8408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6004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Expel</a:t>
              </a:r>
            </a:p>
          </p:txBody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48568D09-5E02-4046-8271-283D2A8134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3629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F7482D18-9998-4FB7-BCC7-DD5CEF29D9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3629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9C1E9AA0-F6D2-4400-B81B-CB3FAECE5B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7528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OPRO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8BD66095-DFDB-4FAC-9F91-073568225A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3781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45F5E902-EED3-43AC-B06B-47A87F6E97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3781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1D4D0F65-A73C-4003-8754-B87A38569B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9052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TextGrad</a:t>
              </a:r>
            </a:p>
          </p:txBody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8D165485-DDAF-450C-A34F-C07D32FF6C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3933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15C18E1E-D571-4F87-B24C-2B29D39CEE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3933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DADFB1A7-7300-4DA4-A3CD-2D7B40FC1C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0576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ADAS</a:t>
              </a:r>
            </a:p>
          </p:txBody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95F9959D-A3D7-4353-B63F-CDE48E9E3F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4086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F903DA7F-B924-4120-9530-9B13BF2986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4086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EB5E7A26-66D6-4361-8F2C-82CE9862E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2100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GEPA</a:t>
              </a:r>
            </a:p>
          </p:txBody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9C006EF9-B874-4FFC-B035-207C9F1856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4238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B8305558-390D-489C-9F94-D4A1CEAF20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4238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7CADB8B2-3FCD-438B-A801-D8D00D32E9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3624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AlphaEvolve</a:t>
              </a:r>
            </a:p>
          </p:txBody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A56BFDC8-9592-4163-81ED-E517E0BD85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4391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C7A2FB08-271E-4165-97BD-E9E1EA0912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4391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FB591DC6-1EA9-4083-A302-84E0D53CC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5148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Promptbreeder</a:t>
              </a:r>
            </a:p>
          </p:txBody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41DE4BAB-33E2-4EA4-9B43-70F9850815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4543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E95AB7F7-83BB-4CD7-A712-3F811438F3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4543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BC033318-BF6C-45DE-9218-DAE33975F4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6672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STOP</a:t>
              </a:r>
            </a:p>
          </p:txBody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3590BDCF-D990-403C-8605-909EB1D4F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4695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D29D5D71-92D9-4D6B-BDB8-5246D92A65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46958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1A4794EE-5F59-454B-B66C-B0E835E6E5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8196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SICA</a:t>
              </a:r>
            </a:p>
          </p:txBody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0FAA3298-1113-476C-A2A6-491F3FB61A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4848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99AB099D-59A0-4113-9FF4-0A1B594B6D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48482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71029A71-9A0E-4911-AFE7-96F13EF633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9720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DGM</a:t>
              </a:r>
            </a:p>
          </p:txBody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F3135211-D59A-498D-B326-9BCB6C9C6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09925" y="5000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717C18DC-6A33-4B9C-8EBC-190779D77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0075" y="50006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FA3CF011-FF8B-457A-999C-1D156E3754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51244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Hyperagents</a:t>
              </a:r>
            </a:p>
          </p:txBody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3CC1690E-93FC-4DDA-9921-4C2CFEC725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5153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6FC3C98B-A6D6-46DA-83EF-9679E825BC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0025" y="51530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8E1D4C7A-E6C9-4DF0-A81E-AFF27C8F01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5276850"/>
              <a:ext cx="17145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Metan</a:t>
              </a:r>
            </a:p>
          </p:txBody>
        </p:sp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D0F8289B-A152-4409-9EB9-0E8F2CB31D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5305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80" name="">
              <a:extLst xmlns:a="http://schemas.openxmlformats.org/drawingml/2006/main">
                <a:ext uri="{FF2B5EF4-FFF2-40B4-BE49-F238E27FC236}">
                  <a16:creationId xmlns:a16="http://schemas.microsoft.com/office/drawing/2014/main" id="{2ADB987E-5476-44B7-88A7-D4C202966D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530542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81" name="">
              <a:extLst xmlns:a="http://schemas.openxmlformats.org/drawingml/2006/main">
                <a:ext uri="{FF2B5EF4-FFF2-40B4-BE49-F238E27FC236}">
                  <a16:creationId xmlns:a16="http://schemas.microsoft.com/office/drawing/2014/main" id="{55F267DB-A83F-4EA0-B93F-3A6B1A28C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2095500"/>
              <a:ext cx="1143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Held-out tests</a:t>
              </a:r>
            </a:p>
          </p:txBody>
        </p:sp>
        <p:sp>
          <p:nvSpPr>
            <p:cNvPr id="82" name="">
              <a:extLst xmlns:a="http://schemas.openxmlformats.org/drawingml/2006/main">
                <a:ext uri="{FF2B5EF4-FFF2-40B4-BE49-F238E27FC236}">
                  <a16:creationId xmlns:a16="http://schemas.microsoft.com/office/drawing/2014/main" id="{BC9EB6E7-D06E-42B2-84D6-3A5A5A0C61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25241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83" name="">
              <a:extLst xmlns:a="http://schemas.openxmlformats.org/drawingml/2006/main">
                <a:ext uri="{FF2B5EF4-FFF2-40B4-BE49-F238E27FC236}">
                  <a16:creationId xmlns:a16="http://schemas.microsoft.com/office/drawing/2014/main" id="{67C66096-561E-4C46-AE97-52A4B329FA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26003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84" name="">
              <a:extLst xmlns:a="http://schemas.openxmlformats.org/drawingml/2006/main">
                <a:ext uri="{FF2B5EF4-FFF2-40B4-BE49-F238E27FC236}">
                  <a16:creationId xmlns:a16="http://schemas.microsoft.com/office/drawing/2014/main" id="{89EF7BD4-89E1-4A0D-86A9-2E54BA5023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28765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85" name="">
              <a:extLst xmlns:a="http://schemas.openxmlformats.org/drawingml/2006/main">
                <a:ext uri="{FF2B5EF4-FFF2-40B4-BE49-F238E27FC236}">
                  <a16:creationId xmlns:a16="http://schemas.microsoft.com/office/drawing/2014/main" id="{9CE7B485-7EDE-47B4-B9E6-C3BC9747C3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29527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86" name="">
              <a:extLst xmlns:a="http://schemas.openxmlformats.org/drawingml/2006/main">
                <a:ext uri="{FF2B5EF4-FFF2-40B4-BE49-F238E27FC236}">
                  <a16:creationId xmlns:a16="http://schemas.microsoft.com/office/drawing/2014/main" id="{08ECD4AD-1886-4943-A1DF-09AA93818D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32289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87" name="">
              <a:extLst xmlns:a="http://schemas.openxmlformats.org/drawingml/2006/main">
                <a:ext uri="{FF2B5EF4-FFF2-40B4-BE49-F238E27FC236}">
                  <a16:creationId xmlns:a16="http://schemas.microsoft.com/office/drawing/2014/main" id="{C6FCBEC9-3773-4C25-B467-C180FED900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33051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88" name="">
              <a:extLst xmlns:a="http://schemas.openxmlformats.org/drawingml/2006/main">
                <a:ext uri="{FF2B5EF4-FFF2-40B4-BE49-F238E27FC236}">
                  <a16:creationId xmlns:a16="http://schemas.microsoft.com/office/drawing/2014/main" id="{A1CBB911-5A60-4B39-A1AC-69C51D9F17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35814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89" name="">
              <a:extLst xmlns:a="http://schemas.openxmlformats.org/drawingml/2006/main">
                <a:ext uri="{FF2B5EF4-FFF2-40B4-BE49-F238E27FC236}">
                  <a16:creationId xmlns:a16="http://schemas.microsoft.com/office/drawing/2014/main" id="{5F413FD9-77ED-4401-AE11-EF1AA3FAA2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36576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90" name="">
              <a:extLst xmlns:a="http://schemas.openxmlformats.org/drawingml/2006/main">
                <a:ext uri="{FF2B5EF4-FFF2-40B4-BE49-F238E27FC236}">
                  <a16:creationId xmlns:a16="http://schemas.microsoft.com/office/drawing/2014/main" id="{EC23448E-C651-48D0-9C6E-7BEAA1B832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39338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91" name="">
              <a:extLst xmlns:a="http://schemas.openxmlformats.org/drawingml/2006/main">
                <a:ext uri="{FF2B5EF4-FFF2-40B4-BE49-F238E27FC236}">
                  <a16:creationId xmlns:a16="http://schemas.microsoft.com/office/drawing/2014/main" id="{D8A9C59F-B70B-4BBD-9EC7-064D67A4CE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0100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92" name="">
              <a:extLst xmlns:a="http://schemas.openxmlformats.org/drawingml/2006/main">
                <a:ext uri="{FF2B5EF4-FFF2-40B4-BE49-F238E27FC236}">
                  <a16:creationId xmlns:a16="http://schemas.microsoft.com/office/drawing/2014/main" id="{8EDBE1C6-9933-4E28-921F-1C715893A1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2862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93" name="">
              <a:extLst xmlns:a="http://schemas.openxmlformats.org/drawingml/2006/main">
                <a:ext uri="{FF2B5EF4-FFF2-40B4-BE49-F238E27FC236}">
                  <a16:creationId xmlns:a16="http://schemas.microsoft.com/office/drawing/2014/main" id="{691BE120-186C-4D85-BFE5-D46D1ECDC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3624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94" name="">
              <a:extLst xmlns:a="http://schemas.openxmlformats.org/drawingml/2006/main">
                <a:ext uri="{FF2B5EF4-FFF2-40B4-BE49-F238E27FC236}">
                  <a16:creationId xmlns:a16="http://schemas.microsoft.com/office/drawing/2014/main" id="{A13874E5-D156-4363-9B7A-386DF46608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6386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95" name="">
              <a:extLst xmlns:a="http://schemas.openxmlformats.org/drawingml/2006/main">
                <a:ext uri="{FF2B5EF4-FFF2-40B4-BE49-F238E27FC236}">
                  <a16:creationId xmlns:a16="http://schemas.microsoft.com/office/drawing/2014/main" id="{BE786A78-58C0-4A22-BF2B-03323ABB50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7148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96" name="">
              <a:extLst xmlns:a="http://schemas.openxmlformats.org/drawingml/2006/main">
                <a:ext uri="{FF2B5EF4-FFF2-40B4-BE49-F238E27FC236}">
                  <a16:creationId xmlns:a16="http://schemas.microsoft.com/office/drawing/2014/main" id="{0990C85F-A3D1-4733-B9DF-02C28465BB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49911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97" name="">
              <a:extLst xmlns:a="http://schemas.openxmlformats.org/drawingml/2006/main">
                <a:ext uri="{FF2B5EF4-FFF2-40B4-BE49-F238E27FC236}">
                  <a16:creationId xmlns:a16="http://schemas.microsoft.com/office/drawing/2014/main" id="{794EEAD4-BB13-49C9-A747-CBD5D72DA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0" y="50673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98" name="">
              <a:extLst xmlns:a="http://schemas.openxmlformats.org/drawingml/2006/main">
                <a:ext uri="{FF2B5EF4-FFF2-40B4-BE49-F238E27FC236}">
                  <a16:creationId xmlns:a16="http://schemas.microsoft.com/office/drawing/2014/main" id="{C90D52FD-EA54-4EB7-A24D-FF5173334E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2095500"/>
              <a:ext cx="1143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Budget control</a:t>
              </a:r>
            </a:p>
          </p:txBody>
        </p:sp>
        <p:sp>
          <p:nvSpPr>
            <p:cNvPr id="99" name="">
              <a:extLst xmlns:a="http://schemas.openxmlformats.org/drawingml/2006/main">
                <a:ext uri="{FF2B5EF4-FFF2-40B4-BE49-F238E27FC236}">
                  <a16:creationId xmlns:a16="http://schemas.microsoft.com/office/drawing/2014/main" id="{5774360C-DDDA-40FC-9711-F424044D72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25241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00" name="">
              <a:extLst xmlns:a="http://schemas.openxmlformats.org/drawingml/2006/main">
                <a:ext uri="{FF2B5EF4-FFF2-40B4-BE49-F238E27FC236}">
                  <a16:creationId xmlns:a16="http://schemas.microsoft.com/office/drawing/2014/main" id="{3D400F52-5E28-4A41-93A4-E4A0CA9D89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26003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01" name="">
              <a:extLst xmlns:a="http://schemas.openxmlformats.org/drawingml/2006/main">
                <a:ext uri="{FF2B5EF4-FFF2-40B4-BE49-F238E27FC236}">
                  <a16:creationId xmlns:a16="http://schemas.microsoft.com/office/drawing/2014/main" id="{F6158787-FB7A-47EE-9F1D-D0B3778A20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28765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02" name="">
              <a:extLst xmlns:a="http://schemas.openxmlformats.org/drawingml/2006/main">
                <a:ext uri="{FF2B5EF4-FFF2-40B4-BE49-F238E27FC236}">
                  <a16:creationId xmlns:a16="http://schemas.microsoft.com/office/drawing/2014/main" id="{F4BEB046-1C13-447E-A2ED-259E76164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29527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03" name="">
              <a:extLst xmlns:a="http://schemas.openxmlformats.org/drawingml/2006/main">
                <a:ext uri="{FF2B5EF4-FFF2-40B4-BE49-F238E27FC236}">
                  <a16:creationId xmlns:a16="http://schemas.microsoft.com/office/drawing/2014/main" id="{2E4D5E11-54DD-415D-B60E-443A344E9E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2289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04" name="">
              <a:extLst xmlns:a="http://schemas.openxmlformats.org/drawingml/2006/main">
                <a:ext uri="{FF2B5EF4-FFF2-40B4-BE49-F238E27FC236}">
                  <a16:creationId xmlns:a16="http://schemas.microsoft.com/office/drawing/2014/main" id="{90ED15AA-0E41-492D-995F-2D0D8A19DA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3051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105" name="">
              <a:extLst xmlns:a="http://schemas.openxmlformats.org/drawingml/2006/main">
                <a:ext uri="{FF2B5EF4-FFF2-40B4-BE49-F238E27FC236}">
                  <a16:creationId xmlns:a16="http://schemas.microsoft.com/office/drawing/2014/main" id="{2FFF790E-CF72-48B8-9F09-0E11B616B7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5814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06" name="">
              <a:extLst xmlns:a="http://schemas.openxmlformats.org/drawingml/2006/main">
                <a:ext uri="{FF2B5EF4-FFF2-40B4-BE49-F238E27FC236}">
                  <a16:creationId xmlns:a16="http://schemas.microsoft.com/office/drawing/2014/main" id="{F721D64D-1D75-445B-8EA6-1F8E89CF30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6576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07" name="">
              <a:extLst xmlns:a="http://schemas.openxmlformats.org/drawingml/2006/main">
                <a:ext uri="{FF2B5EF4-FFF2-40B4-BE49-F238E27FC236}">
                  <a16:creationId xmlns:a16="http://schemas.microsoft.com/office/drawing/2014/main" id="{0B7C7609-399F-4015-93B1-5FF6A935AF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9338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08" name="">
              <a:extLst xmlns:a="http://schemas.openxmlformats.org/drawingml/2006/main">
                <a:ext uri="{FF2B5EF4-FFF2-40B4-BE49-F238E27FC236}">
                  <a16:creationId xmlns:a16="http://schemas.microsoft.com/office/drawing/2014/main" id="{ACC739F6-F5C9-4123-BA12-F1084C1844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0100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09" name="">
              <a:extLst xmlns:a="http://schemas.openxmlformats.org/drawingml/2006/main">
                <a:ext uri="{FF2B5EF4-FFF2-40B4-BE49-F238E27FC236}">
                  <a16:creationId xmlns:a16="http://schemas.microsoft.com/office/drawing/2014/main" id="{F854F032-E05F-49E1-A8F5-16FB332E1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2862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10" name="">
              <a:extLst xmlns:a="http://schemas.openxmlformats.org/drawingml/2006/main">
                <a:ext uri="{FF2B5EF4-FFF2-40B4-BE49-F238E27FC236}">
                  <a16:creationId xmlns:a16="http://schemas.microsoft.com/office/drawing/2014/main" id="{6150F3C2-BC72-49AF-855F-35733BBB60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3624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111" name="">
              <a:extLst xmlns:a="http://schemas.openxmlformats.org/drawingml/2006/main">
                <a:ext uri="{FF2B5EF4-FFF2-40B4-BE49-F238E27FC236}">
                  <a16:creationId xmlns:a16="http://schemas.microsoft.com/office/drawing/2014/main" id="{6A364089-4D89-44BF-B4A0-8A4FC63096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6386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12" name="">
              <a:extLst xmlns:a="http://schemas.openxmlformats.org/drawingml/2006/main">
                <a:ext uri="{FF2B5EF4-FFF2-40B4-BE49-F238E27FC236}">
                  <a16:creationId xmlns:a16="http://schemas.microsoft.com/office/drawing/2014/main" id="{E67D7DC0-3496-43C9-9F11-CC5427BECE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7148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13" name="">
              <a:extLst xmlns:a="http://schemas.openxmlformats.org/drawingml/2006/main">
                <a:ext uri="{FF2B5EF4-FFF2-40B4-BE49-F238E27FC236}">
                  <a16:creationId xmlns:a16="http://schemas.microsoft.com/office/drawing/2014/main" id="{AA59E324-61E0-46D9-9173-F60E5D2837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49911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14" name="">
              <a:extLst xmlns:a="http://schemas.openxmlformats.org/drawingml/2006/main">
                <a:ext uri="{FF2B5EF4-FFF2-40B4-BE49-F238E27FC236}">
                  <a16:creationId xmlns:a16="http://schemas.microsoft.com/office/drawing/2014/main" id="{C7AF5C36-DF9B-4731-B3F0-F692BF59BE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50673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15" name="">
              <a:extLst xmlns:a="http://schemas.openxmlformats.org/drawingml/2006/main">
                <a:ext uri="{FF2B5EF4-FFF2-40B4-BE49-F238E27FC236}">
                  <a16:creationId xmlns:a16="http://schemas.microsoft.com/office/drawing/2014/main" id="{6E653724-AD07-415C-B139-372A983BCA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095500"/>
              <a:ext cx="1143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Improver transfer</a:t>
              </a:r>
            </a:p>
          </p:txBody>
        </p:sp>
        <p:sp>
          <p:nvSpPr>
            <p:cNvPr id="116" name="">
              <a:extLst xmlns:a="http://schemas.openxmlformats.org/drawingml/2006/main">
                <a:ext uri="{FF2B5EF4-FFF2-40B4-BE49-F238E27FC236}">
                  <a16:creationId xmlns:a16="http://schemas.microsoft.com/office/drawing/2014/main" id="{7E92E0FE-2060-4D1B-A922-7563FADC57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5241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17" name="">
              <a:extLst xmlns:a="http://schemas.openxmlformats.org/drawingml/2006/main">
                <a:ext uri="{FF2B5EF4-FFF2-40B4-BE49-F238E27FC236}">
                  <a16:creationId xmlns:a16="http://schemas.microsoft.com/office/drawing/2014/main" id="{B5E5CF0E-1D82-405B-8E10-863DEF4A3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6003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18" name="">
              <a:extLst xmlns:a="http://schemas.openxmlformats.org/drawingml/2006/main">
                <a:ext uri="{FF2B5EF4-FFF2-40B4-BE49-F238E27FC236}">
                  <a16:creationId xmlns:a16="http://schemas.microsoft.com/office/drawing/2014/main" id="{294CE569-266D-4379-858B-5FD692CC8D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8765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19" name="">
              <a:extLst xmlns:a="http://schemas.openxmlformats.org/drawingml/2006/main">
                <a:ext uri="{FF2B5EF4-FFF2-40B4-BE49-F238E27FC236}">
                  <a16:creationId xmlns:a16="http://schemas.microsoft.com/office/drawing/2014/main" id="{13837CC7-B54E-4B7A-94E8-E40DC46DC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9527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20" name="">
              <a:extLst xmlns:a="http://schemas.openxmlformats.org/drawingml/2006/main">
                <a:ext uri="{FF2B5EF4-FFF2-40B4-BE49-F238E27FC236}">
                  <a16:creationId xmlns:a16="http://schemas.microsoft.com/office/drawing/2014/main" id="{8F726FEB-E24D-4CEC-9208-D87A10C7E8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32289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21" name="">
              <a:extLst xmlns:a="http://schemas.openxmlformats.org/drawingml/2006/main">
                <a:ext uri="{FF2B5EF4-FFF2-40B4-BE49-F238E27FC236}">
                  <a16:creationId xmlns:a16="http://schemas.microsoft.com/office/drawing/2014/main" id="{49807468-CBE9-4FB7-8E84-B0EC9CDE18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33051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122" name="">
              <a:extLst xmlns:a="http://schemas.openxmlformats.org/drawingml/2006/main">
                <a:ext uri="{FF2B5EF4-FFF2-40B4-BE49-F238E27FC236}">
                  <a16:creationId xmlns:a16="http://schemas.microsoft.com/office/drawing/2014/main" id="{91623AC7-C765-44D3-8636-B1BFBBB97E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35814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23" name="">
              <a:extLst xmlns:a="http://schemas.openxmlformats.org/drawingml/2006/main">
                <a:ext uri="{FF2B5EF4-FFF2-40B4-BE49-F238E27FC236}">
                  <a16:creationId xmlns:a16="http://schemas.microsoft.com/office/drawing/2014/main" id="{D99E6747-0ECB-4573-87A3-937605E96B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36576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24" name="">
              <a:extLst xmlns:a="http://schemas.openxmlformats.org/drawingml/2006/main">
                <a:ext uri="{FF2B5EF4-FFF2-40B4-BE49-F238E27FC236}">
                  <a16:creationId xmlns:a16="http://schemas.microsoft.com/office/drawing/2014/main" id="{2A11BC3E-701E-4B63-B914-9CA8AFC09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393382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25" name="">
              <a:extLst xmlns:a="http://schemas.openxmlformats.org/drawingml/2006/main">
                <a:ext uri="{FF2B5EF4-FFF2-40B4-BE49-F238E27FC236}">
                  <a16:creationId xmlns:a16="http://schemas.microsoft.com/office/drawing/2014/main" id="{78FD24E5-1C47-48ED-911D-CED1969709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01002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26" name="">
              <a:extLst xmlns:a="http://schemas.openxmlformats.org/drawingml/2006/main">
                <a:ext uri="{FF2B5EF4-FFF2-40B4-BE49-F238E27FC236}">
                  <a16:creationId xmlns:a16="http://schemas.microsoft.com/office/drawing/2014/main" id="{62230F5C-71E2-4E39-9566-535EDD4679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28625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27" name="">
              <a:extLst xmlns:a="http://schemas.openxmlformats.org/drawingml/2006/main">
                <a:ext uri="{FF2B5EF4-FFF2-40B4-BE49-F238E27FC236}">
                  <a16:creationId xmlns:a16="http://schemas.microsoft.com/office/drawing/2014/main" id="{DF868A4F-A1C1-4F44-98BA-FE719CC725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36245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△</a:t>
              </a:r>
            </a:p>
          </p:txBody>
        </p:sp>
        <p:sp>
          <p:nvSpPr>
            <p:cNvPr id="128" name="">
              <a:extLst xmlns:a="http://schemas.openxmlformats.org/drawingml/2006/main">
                <a:ext uri="{FF2B5EF4-FFF2-40B4-BE49-F238E27FC236}">
                  <a16:creationId xmlns:a16="http://schemas.microsoft.com/office/drawing/2014/main" id="{70EFDAE5-FF55-444F-903F-6335BB426B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638675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29" name="">
              <a:extLst xmlns:a="http://schemas.openxmlformats.org/drawingml/2006/main">
                <a:ext uri="{FF2B5EF4-FFF2-40B4-BE49-F238E27FC236}">
                  <a16:creationId xmlns:a16="http://schemas.microsoft.com/office/drawing/2014/main" id="{56985300-F0B5-49B5-9FF7-DEC406A26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714875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✓</a:t>
              </a:r>
            </a:p>
          </p:txBody>
        </p:sp>
        <p:sp>
          <p:nvSpPr>
            <p:cNvPr id="130" name="">
              <a:extLst xmlns:a="http://schemas.openxmlformats.org/drawingml/2006/main">
                <a:ext uri="{FF2B5EF4-FFF2-40B4-BE49-F238E27FC236}">
                  <a16:creationId xmlns:a16="http://schemas.microsoft.com/office/drawing/2014/main" id="{856E15B2-4CC3-4B56-A9EF-360F71D794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4991100"/>
              <a:ext cx="114300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131" name="">
              <a:extLst xmlns:a="http://schemas.openxmlformats.org/drawingml/2006/main">
                <a:ext uri="{FF2B5EF4-FFF2-40B4-BE49-F238E27FC236}">
                  <a16:creationId xmlns:a16="http://schemas.microsoft.com/office/drawing/2014/main" id="{C7A131DE-3741-4481-803E-2D9504BAC4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5067300"/>
              <a:ext cx="1143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</a:p>
          </p:txBody>
        </p:sp>
        <p:sp>
          <p:nvSpPr>
            <p:cNvPr id="132" name="">
              <a:extLst xmlns:a="http://schemas.openxmlformats.org/drawingml/2006/main">
                <a:ext uri="{FF2B5EF4-FFF2-40B4-BE49-F238E27FC236}">
                  <a16:creationId xmlns:a16="http://schemas.microsoft.com/office/drawing/2014/main" id="{081715E6-E22C-43E3-A8E8-ED533765EA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5619750"/>
              <a:ext cx="10477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Filled circles denote update objects; ✓ reported · △ qualified · NR not reported.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437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